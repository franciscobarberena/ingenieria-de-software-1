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22" r:id="rId1"/>
  </p:sldMasterIdLst>
  <p:notesMasterIdLst>
    <p:notesMasterId r:id="rId58"/>
  </p:notesMasterIdLst>
  <p:sldIdLst>
    <p:sldId id="317" r:id="rId2"/>
    <p:sldId id="257" r:id="rId3"/>
    <p:sldId id="295" r:id="rId4"/>
    <p:sldId id="259" r:id="rId5"/>
    <p:sldId id="318" r:id="rId6"/>
    <p:sldId id="319" r:id="rId7"/>
    <p:sldId id="320" r:id="rId8"/>
    <p:sldId id="300" r:id="rId9"/>
    <p:sldId id="321" r:id="rId10"/>
    <p:sldId id="322" r:id="rId11"/>
    <p:sldId id="323" r:id="rId12"/>
    <p:sldId id="324" r:id="rId13"/>
    <p:sldId id="325" r:id="rId14"/>
    <p:sldId id="308" r:id="rId15"/>
    <p:sldId id="326" r:id="rId16"/>
    <p:sldId id="327" r:id="rId17"/>
    <p:sldId id="328" r:id="rId18"/>
    <p:sldId id="329" r:id="rId19"/>
    <p:sldId id="330" r:id="rId20"/>
    <p:sldId id="331" r:id="rId21"/>
    <p:sldId id="332" r:id="rId22"/>
    <p:sldId id="333" r:id="rId23"/>
    <p:sldId id="334" r:id="rId24"/>
    <p:sldId id="335" r:id="rId25"/>
    <p:sldId id="336" r:id="rId26"/>
    <p:sldId id="337" r:id="rId27"/>
    <p:sldId id="338" r:id="rId28"/>
    <p:sldId id="339" r:id="rId29"/>
    <p:sldId id="340" r:id="rId30"/>
    <p:sldId id="341" r:id="rId31"/>
    <p:sldId id="342" r:id="rId32"/>
    <p:sldId id="343" r:id="rId33"/>
    <p:sldId id="344" r:id="rId34"/>
    <p:sldId id="346" r:id="rId35"/>
    <p:sldId id="345" r:id="rId36"/>
    <p:sldId id="347" r:id="rId37"/>
    <p:sldId id="348" r:id="rId38"/>
    <p:sldId id="349" r:id="rId39"/>
    <p:sldId id="350" r:id="rId40"/>
    <p:sldId id="351" r:id="rId41"/>
    <p:sldId id="279" r:id="rId42"/>
    <p:sldId id="352" r:id="rId43"/>
    <p:sldId id="353" r:id="rId44"/>
    <p:sldId id="354" r:id="rId45"/>
    <p:sldId id="355" r:id="rId46"/>
    <p:sldId id="356" r:id="rId47"/>
    <p:sldId id="357" r:id="rId48"/>
    <p:sldId id="358" r:id="rId49"/>
    <p:sldId id="287" r:id="rId50"/>
    <p:sldId id="288" r:id="rId51"/>
    <p:sldId id="289" r:id="rId52"/>
    <p:sldId id="290" r:id="rId53"/>
    <p:sldId id="291" r:id="rId54"/>
    <p:sldId id="292" r:id="rId55"/>
    <p:sldId id="359" r:id="rId56"/>
    <p:sldId id="360" r:id="rId57"/>
  </p:sldIdLst>
  <p:sldSz cx="12192000" cy="6858000"/>
  <p:notesSz cx="9144000" cy="6858000"/>
  <p:embeddedFontLst>
    <p:embeddedFont>
      <p:font typeface="Noto Sans Symbols" panose="020B0604020202020204" charset="0"/>
      <p:regular r:id="rId59"/>
      <p:bold r:id="rId60"/>
    </p:embeddedFont>
    <p:embeddedFont>
      <p:font typeface="Noto Sans Symbols2" panose="020B0502040504020204" pitchFamily="34" charset="0"/>
      <p:regular r:id="rId61"/>
    </p:embeddedFont>
    <p:embeddedFont>
      <p:font typeface="Trebuchet MS" panose="020B0603020202020204" pitchFamily="34" charset="0"/>
      <p:regular r:id="rId62"/>
      <p:bold r:id="rId63"/>
      <p:italic r:id="rId64"/>
      <p:boldItalic r:id="rId65"/>
    </p:embeddedFont>
  </p:embeddedFontLst>
  <p:defaultTex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66" roundtripDataSignature="AMtx7migAZ0Qc2yctGotOOsAma6TMIdr/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4" autoAdjust="0"/>
    <p:restoredTop sz="94061" autoAdjust="0"/>
  </p:normalViewPr>
  <p:slideViewPr>
    <p:cSldViewPr snapToGrid="0">
      <p:cViewPr varScale="1">
        <p:scale>
          <a:sx n="62" d="100"/>
          <a:sy n="62" d="100"/>
        </p:scale>
        <p:origin x="294" y="66"/>
      </p:cViewPr>
      <p:guideLst>
        <p:guide orient="horz" pos="2160"/>
        <p:guide pos="3840"/>
      </p:guideLst>
    </p:cSldViewPr>
  </p:slideViewPr>
  <p:outlineViewPr>
    <p:cViewPr>
      <p:scale>
        <a:sx n="33" d="100"/>
        <a:sy n="33" d="100"/>
      </p:scale>
      <p:origin x="0" y="-1308"/>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font" Target="fonts/font5.fntdata"/><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66"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2.fntdata"/><Relationship Id="rId65"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font" Target="fonts/font6.fntdata"/><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1.fntdata"/><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font" Target="fonts/font4.fntdata"/><Relationship Id="rId7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5179484" y="0"/>
            <a:ext cx="3962400" cy="3429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6513910"/>
            <a:ext cx="3962400" cy="3429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ES"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125:notes"/>
          <p:cNvSpPr>
            <a:spLocks noGrp="1" noRot="1" noChangeAspect="1"/>
          </p:cNvSpPr>
          <p:nvPr>
            <p:ph type="sldImg" idx="2"/>
          </p:nvPr>
        </p:nvSpPr>
        <p:spPr>
          <a:xfrm>
            <a:off x="107950" y="741363"/>
            <a:ext cx="6581775" cy="3702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3" name="Google Shape;123;p125:notes"/>
          <p:cNvSpPr txBox="1">
            <a:spLocks noGrp="1"/>
          </p:cNvSpPr>
          <p:nvPr>
            <p:ph type="body" idx="1"/>
          </p:nvPr>
        </p:nvSpPr>
        <p:spPr>
          <a:xfrm>
            <a:off x="679450" y="4691063"/>
            <a:ext cx="5438775" cy="4443412"/>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00"/>
              <a:buNone/>
            </a:pPr>
            <a:endParaRPr/>
          </a:p>
        </p:txBody>
      </p:sp>
      <p:sp>
        <p:nvSpPr>
          <p:cNvPr id="124" name="Google Shape;124;p125:notes"/>
          <p:cNvSpPr txBox="1">
            <a:spLocks noGrp="1"/>
          </p:cNvSpPr>
          <p:nvPr>
            <p:ph type="sldNum" idx="12"/>
          </p:nvPr>
        </p:nvSpPr>
        <p:spPr>
          <a:xfrm>
            <a:off x="3849688" y="9378950"/>
            <a:ext cx="2946400" cy="493713"/>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400"/>
              <a:buFont typeface="Calibri"/>
              <a:buNone/>
            </a:pPr>
            <a:fld id="{00000000-1234-1234-1234-123412341234}" type="slidenum">
              <a:rPr lang="es-ES"/>
              <a:t>1</a:t>
            </a:fld>
            <a:endParaRPr/>
          </a:p>
        </p:txBody>
      </p:sp>
      <p:sp>
        <p:nvSpPr>
          <p:cNvPr id="125" name="Google Shape;125;p125:notes"/>
          <p:cNvSpPr txBox="1">
            <a:spLocks noGrp="1"/>
          </p:cNvSpPr>
          <p:nvPr>
            <p:ph type="dt" idx="10"/>
          </p:nvPr>
        </p:nvSpPr>
        <p:spPr>
          <a:xfrm>
            <a:off x="3849688" y="0"/>
            <a:ext cx="2946400" cy="493713"/>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SzPts val="1400"/>
              <a:buNone/>
            </a:pPr>
            <a:endParaRPr>
              <a:solidFill>
                <a:srgbClr val="000000"/>
              </a:solidFill>
            </a:endParaRPr>
          </a:p>
        </p:txBody>
      </p:sp>
      <p:sp>
        <p:nvSpPr>
          <p:cNvPr id="126" name="Google Shape;126;p125:notes"/>
          <p:cNvSpPr txBox="1">
            <a:spLocks noGrp="1"/>
          </p:cNvSpPr>
          <p:nvPr>
            <p:ph type="hdr" idx="3"/>
          </p:nvPr>
        </p:nvSpPr>
        <p:spPr>
          <a:xfrm>
            <a:off x="0" y="0"/>
            <a:ext cx="2946400" cy="493713"/>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r>
              <a:rPr lang="es-ES">
                <a:solidFill>
                  <a:srgbClr val="000000"/>
                </a:solidFill>
              </a:rPr>
              <a:t>Ingeniera de Software I </a:t>
            </a:r>
            <a:endParaRPr>
              <a:solidFill>
                <a:srgbClr val="000000"/>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1:notes"/>
          <p:cNvSpPr txBox="1"/>
          <p:nvPr/>
        </p:nvSpPr>
        <p:spPr>
          <a:xfrm>
            <a:off x="4278960" y="10157400"/>
            <a:ext cx="3280680" cy="534240"/>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ES" sz="1400" b="0" i="0" u="none" strike="noStrike" cap="none">
                <a:solidFill>
                  <a:srgbClr val="000000"/>
                </a:solidFill>
                <a:latin typeface="Times New Roman"/>
                <a:ea typeface="Times New Roman"/>
                <a:cs typeface="Times New Roman"/>
                <a:sym typeface="Times New Roman"/>
              </a:rPr>
              <a:t>2</a:t>
            </a:fld>
            <a:endParaRPr sz="1400" b="0" i="0" u="none" strike="noStrike" cap="none">
              <a:solidFill>
                <a:srgbClr val="000000"/>
              </a:solidFill>
              <a:latin typeface="Arial"/>
              <a:ea typeface="Arial"/>
              <a:cs typeface="Arial"/>
              <a:sym typeface="Arial"/>
            </a:endParaRPr>
          </a:p>
        </p:txBody>
      </p:sp>
      <p:sp>
        <p:nvSpPr>
          <p:cNvPr id="136" name="Google Shape;136;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7" name="Google Shape;137;p1:notes"/>
          <p:cNvSpPr txBox="1">
            <a:spLocks noGrp="1"/>
          </p:cNvSpPr>
          <p:nvPr>
            <p:ph type="body" idx="1"/>
          </p:nvPr>
        </p:nvSpPr>
        <p:spPr>
          <a:xfrm>
            <a:off x="685800" y="4343400"/>
            <a:ext cx="5485680" cy="411408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sz="2000" b="0" strike="noStrike">
              <a:latin typeface="Arial"/>
              <a:ea typeface="Arial"/>
              <a:cs typeface="Arial"/>
              <a:sym typeface="Arial"/>
            </a:endParaRPr>
          </a:p>
        </p:txBody>
      </p:sp>
      <p:sp>
        <p:nvSpPr>
          <p:cNvPr id="138" name="Google Shape;138;p1:notes"/>
          <p:cNvSpPr/>
          <p:nvPr/>
        </p:nvSpPr>
        <p:spPr>
          <a:xfrm>
            <a:off x="3884760" y="8685360"/>
            <a:ext cx="2971080" cy="456480"/>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ES" sz="1200" b="0" i="0" u="none" strike="noStrike" cap="none">
                <a:solidFill>
                  <a:srgbClr val="000000"/>
                </a:solidFill>
                <a:latin typeface="Arial"/>
                <a:ea typeface="Arial"/>
                <a:cs typeface="Arial"/>
                <a:sym typeface="Arial"/>
              </a:rPr>
              <a:t>2</a:t>
            </a:fld>
            <a:endParaRPr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p10: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0" name="Google Shape;260;p10: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3" name="Google Shape;163;p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4" name="Google Shape;164;p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a:extLst>
            <a:ext uri="{FF2B5EF4-FFF2-40B4-BE49-F238E27FC236}">
              <a16:creationId xmlns:a16="http://schemas.microsoft.com/office/drawing/2014/main" id="{DF2BF9EE-B340-02C5-8C37-FCB02BD6D1D5}"/>
            </a:ext>
          </a:extLst>
        </p:cNvPr>
        <p:cNvGrpSpPr/>
        <p:nvPr/>
      </p:nvGrpSpPr>
      <p:grpSpPr>
        <a:xfrm>
          <a:off x="0" y="0"/>
          <a:ext cx="0" cy="0"/>
          <a:chOff x="0" y="0"/>
          <a:chExt cx="0" cy="0"/>
        </a:xfrm>
      </p:grpSpPr>
      <p:sp>
        <p:nvSpPr>
          <p:cNvPr id="162" name="Google Shape;162;p8:notes">
            <a:extLst>
              <a:ext uri="{FF2B5EF4-FFF2-40B4-BE49-F238E27FC236}">
                <a16:creationId xmlns:a16="http://schemas.microsoft.com/office/drawing/2014/main" id="{05260240-4128-E4CC-75D2-BEA06E0FF76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3" name="Google Shape;163;p8:notes">
            <a:extLst>
              <a:ext uri="{FF2B5EF4-FFF2-40B4-BE49-F238E27FC236}">
                <a16:creationId xmlns:a16="http://schemas.microsoft.com/office/drawing/2014/main" id="{1E0C6616-EED3-D438-4B27-FEE7F0C6343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4" name="Google Shape;164;p8:notes">
            <a:extLst>
              <a:ext uri="{FF2B5EF4-FFF2-40B4-BE49-F238E27FC236}">
                <a16:creationId xmlns:a16="http://schemas.microsoft.com/office/drawing/2014/main" id="{82675F72-4E1A-F7E9-F47E-A485F9BC763E}"/>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5</a:t>
            </a:fld>
            <a:endParaRPr/>
          </a:p>
        </p:txBody>
      </p:sp>
    </p:spTree>
    <p:extLst>
      <p:ext uri="{BB962C8B-B14F-4D97-AF65-F5344CB8AC3E}">
        <p14:creationId xmlns:p14="http://schemas.microsoft.com/office/powerpoint/2010/main" val="15984548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a:extLst>
            <a:ext uri="{FF2B5EF4-FFF2-40B4-BE49-F238E27FC236}">
              <a16:creationId xmlns:a16="http://schemas.microsoft.com/office/drawing/2014/main" id="{44D565F3-331E-A49A-B6E6-F67189A583D6}"/>
            </a:ext>
          </a:extLst>
        </p:cNvPr>
        <p:cNvGrpSpPr/>
        <p:nvPr/>
      </p:nvGrpSpPr>
      <p:grpSpPr>
        <a:xfrm>
          <a:off x="0" y="0"/>
          <a:ext cx="0" cy="0"/>
          <a:chOff x="0" y="0"/>
          <a:chExt cx="0" cy="0"/>
        </a:xfrm>
      </p:grpSpPr>
      <p:sp>
        <p:nvSpPr>
          <p:cNvPr id="162" name="Google Shape;162;p8:notes">
            <a:extLst>
              <a:ext uri="{FF2B5EF4-FFF2-40B4-BE49-F238E27FC236}">
                <a16:creationId xmlns:a16="http://schemas.microsoft.com/office/drawing/2014/main" id="{45F6804F-ACC1-A730-6890-1C58A6BE2D1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3" name="Google Shape;163;p8:notes">
            <a:extLst>
              <a:ext uri="{FF2B5EF4-FFF2-40B4-BE49-F238E27FC236}">
                <a16:creationId xmlns:a16="http://schemas.microsoft.com/office/drawing/2014/main" id="{FE239001-833F-324D-612B-4FF69187D29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4" name="Google Shape;164;p8:notes">
            <a:extLst>
              <a:ext uri="{FF2B5EF4-FFF2-40B4-BE49-F238E27FC236}">
                <a16:creationId xmlns:a16="http://schemas.microsoft.com/office/drawing/2014/main" id="{5EE9EC72-4EC3-9E05-0581-AF8D7FE05EE3}"/>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6</a:t>
            </a:fld>
            <a:endParaRPr/>
          </a:p>
        </p:txBody>
      </p:sp>
    </p:spTree>
    <p:extLst>
      <p:ext uri="{BB962C8B-B14F-4D97-AF65-F5344CB8AC3E}">
        <p14:creationId xmlns:p14="http://schemas.microsoft.com/office/powerpoint/2010/main" val="28442972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a:extLst>
            <a:ext uri="{FF2B5EF4-FFF2-40B4-BE49-F238E27FC236}">
              <a16:creationId xmlns:a16="http://schemas.microsoft.com/office/drawing/2014/main" id="{2DF4DD37-E8CE-0E7E-64FD-F343146F6110}"/>
            </a:ext>
          </a:extLst>
        </p:cNvPr>
        <p:cNvGrpSpPr/>
        <p:nvPr/>
      </p:nvGrpSpPr>
      <p:grpSpPr>
        <a:xfrm>
          <a:off x="0" y="0"/>
          <a:ext cx="0" cy="0"/>
          <a:chOff x="0" y="0"/>
          <a:chExt cx="0" cy="0"/>
        </a:xfrm>
      </p:grpSpPr>
      <p:sp>
        <p:nvSpPr>
          <p:cNvPr id="162" name="Google Shape;162;p8:notes">
            <a:extLst>
              <a:ext uri="{FF2B5EF4-FFF2-40B4-BE49-F238E27FC236}">
                <a16:creationId xmlns:a16="http://schemas.microsoft.com/office/drawing/2014/main" id="{14CDFE22-0556-97D6-9C18-3B68818E46C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3" name="Google Shape;163;p8:notes">
            <a:extLst>
              <a:ext uri="{FF2B5EF4-FFF2-40B4-BE49-F238E27FC236}">
                <a16:creationId xmlns:a16="http://schemas.microsoft.com/office/drawing/2014/main" id="{96209724-B211-26C4-B62D-6B02F58DEA7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4" name="Google Shape;164;p8:notes">
            <a:extLst>
              <a:ext uri="{FF2B5EF4-FFF2-40B4-BE49-F238E27FC236}">
                <a16:creationId xmlns:a16="http://schemas.microsoft.com/office/drawing/2014/main" id="{1CC7D97A-CC28-22AB-4A70-9A237EA8EC22}"/>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7</a:t>
            </a:fld>
            <a:endParaRPr/>
          </a:p>
        </p:txBody>
      </p:sp>
    </p:spTree>
    <p:extLst>
      <p:ext uri="{BB962C8B-B14F-4D97-AF65-F5344CB8AC3E}">
        <p14:creationId xmlns:p14="http://schemas.microsoft.com/office/powerpoint/2010/main" val="24818678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a:extLst>
            <a:ext uri="{FF2B5EF4-FFF2-40B4-BE49-F238E27FC236}">
              <a16:creationId xmlns:a16="http://schemas.microsoft.com/office/drawing/2014/main" id="{4EC74ECA-9AD7-13D1-CEF2-3F1AD4568CB2}"/>
            </a:ext>
          </a:extLst>
        </p:cNvPr>
        <p:cNvGrpSpPr/>
        <p:nvPr/>
      </p:nvGrpSpPr>
      <p:grpSpPr>
        <a:xfrm>
          <a:off x="0" y="0"/>
          <a:ext cx="0" cy="0"/>
          <a:chOff x="0" y="0"/>
          <a:chExt cx="0" cy="0"/>
        </a:xfrm>
      </p:grpSpPr>
      <p:sp>
        <p:nvSpPr>
          <p:cNvPr id="162" name="Google Shape;162;p8:notes">
            <a:extLst>
              <a:ext uri="{FF2B5EF4-FFF2-40B4-BE49-F238E27FC236}">
                <a16:creationId xmlns:a16="http://schemas.microsoft.com/office/drawing/2014/main" id="{0EF85C8B-3906-6DDC-3A6E-6FF8DF055D8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3" name="Google Shape;163;p8:notes">
            <a:extLst>
              <a:ext uri="{FF2B5EF4-FFF2-40B4-BE49-F238E27FC236}">
                <a16:creationId xmlns:a16="http://schemas.microsoft.com/office/drawing/2014/main" id="{49179045-9089-FC03-8384-D05C3D6D231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4" name="Google Shape;164;p8:notes">
            <a:extLst>
              <a:ext uri="{FF2B5EF4-FFF2-40B4-BE49-F238E27FC236}">
                <a16:creationId xmlns:a16="http://schemas.microsoft.com/office/drawing/2014/main" id="{FD8365B1-FAF9-DAC1-1AED-DB01C450328B}"/>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9</a:t>
            </a:fld>
            <a:endParaRPr/>
          </a:p>
        </p:txBody>
      </p:sp>
    </p:spTree>
    <p:extLst>
      <p:ext uri="{BB962C8B-B14F-4D97-AF65-F5344CB8AC3E}">
        <p14:creationId xmlns:p14="http://schemas.microsoft.com/office/powerpoint/2010/main" val="6371105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a:extLst>
            <a:ext uri="{FF2B5EF4-FFF2-40B4-BE49-F238E27FC236}">
              <a16:creationId xmlns:a16="http://schemas.microsoft.com/office/drawing/2014/main" id="{BF4161B0-48BE-BE84-A6C2-CE6AF3911C14}"/>
            </a:ext>
          </a:extLst>
        </p:cNvPr>
        <p:cNvGrpSpPr/>
        <p:nvPr/>
      </p:nvGrpSpPr>
      <p:grpSpPr>
        <a:xfrm>
          <a:off x="0" y="0"/>
          <a:ext cx="0" cy="0"/>
          <a:chOff x="0" y="0"/>
          <a:chExt cx="0" cy="0"/>
        </a:xfrm>
      </p:grpSpPr>
      <p:sp>
        <p:nvSpPr>
          <p:cNvPr id="162" name="Google Shape;162;p8:notes">
            <a:extLst>
              <a:ext uri="{FF2B5EF4-FFF2-40B4-BE49-F238E27FC236}">
                <a16:creationId xmlns:a16="http://schemas.microsoft.com/office/drawing/2014/main" id="{4F7BF63B-4204-9059-0F9D-151DFC99C27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3" name="Google Shape;163;p8:notes">
            <a:extLst>
              <a:ext uri="{FF2B5EF4-FFF2-40B4-BE49-F238E27FC236}">
                <a16:creationId xmlns:a16="http://schemas.microsoft.com/office/drawing/2014/main" id="{5920BC46-41B5-EA2F-8BE5-B172130A046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4" name="Google Shape;164;p8:notes">
            <a:extLst>
              <a:ext uri="{FF2B5EF4-FFF2-40B4-BE49-F238E27FC236}">
                <a16:creationId xmlns:a16="http://schemas.microsoft.com/office/drawing/2014/main" id="{455CE962-DB1A-12EF-7351-A9FCF790D286}"/>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10</a:t>
            </a:fld>
            <a:endParaRPr/>
          </a:p>
        </p:txBody>
      </p:sp>
    </p:spTree>
    <p:extLst>
      <p:ext uri="{BB962C8B-B14F-4D97-AF65-F5344CB8AC3E}">
        <p14:creationId xmlns:p14="http://schemas.microsoft.com/office/powerpoint/2010/main" val="41923831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a:extLst>
            <a:ext uri="{FF2B5EF4-FFF2-40B4-BE49-F238E27FC236}">
              <a16:creationId xmlns:a16="http://schemas.microsoft.com/office/drawing/2014/main" id="{77ECFB30-D426-B84A-6D3A-BD177282DB5E}"/>
            </a:ext>
          </a:extLst>
        </p:cNvPr>
        <p:cNvGrpSpPr/>
        <p:nvPr/>
      </p:nvGrpSpPr>
      <p:grpSpPr>
        <a:xfrm>
          <a:off x="0" y="0"/>
          <a:ext cx="0" cy="0"/>
          <a:chOff x="0" y="0"/>
          <a:chExt cx="0" cy="0"/>
        </a:xfrm>
      </p:grpSpPr>
      <p:sp>
        <p:nvSpPr>
          <p:cNvPr id="162" name="Google Shape;162;p8:notes">
            <a:extLst>
              <a:ext uri="{FF2B5EF4-FFF2-40B4-BE49-F238E27FC236}">
                <a16:creationId xmlns:a16="http://schemas.microsoft.com/office/drawing/2014/main" id="{1EE1F4BE-C270-FD5C-ABD7-0363D61EC8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3" name="Google Shape;163;p8:notes">
            <a:extLst>
              <a:ext uri="{FF2B5EF4-FFF2-40B4-BE49-F238E27FC236}">
                <a16:creationId xmlns:a16="http://schemas.microsoft.com/office/drawing/2014/main" id="{5F5331BC-3E1B-3C2B-AB34-114190AE6D9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4" name="Google Shape;164;p8:notes">
            <a:extLst>
              <a:ext uri="{FF2B5EF4-FFF2-40B4-BE49-F238E27FC236}">
                <a16:creationId xmlns:a16="http://schemas.microsoft.com/office/drawing/2014/main" id="{27F63435-746A-8CF1-D722-2F170207A318}"/>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11</a:t>
            </a:fld>
            <a:endParaRPr/>
          </a:p>
        </p:txBody>
      </p:sp>
    </p:spTree>
    <p:extLst>
      <p:ext uri="{BB962C8B-B14F-4D97-AF65-F5344CB8AC3E}">
        <p14:creationId xmlns:p14="http://schemas.microsoft.com/office/powerpoint/2010/main" val="17245865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a:extLst>
            <a:ext uri="{FF2B5EF4-FFF2-40B4-BE49-F238E27FC236}">
              <a16:creationId xmlns:a16="http://schemas.microsoft.com/office/drawing/2014/main" id="{990101D6-0F48-6BC3-72FC-0C95A3DE575A}"/>
            </a:ext>
          </a:extLst>
        </p:cNvPr>
        <p:cNvGrpSpPr/>
        <p:nvPr/>
      </p:nvGrpSpPr>
      <p:grpSpPr>
        <a:xfrm>
          <a:off x="0" y="0"/>
          <a:ext cx="0" cy="0"/>
          <a:chOff x="0" y="0"/>
          <a:chExt cx="0" cy="0"/>
        </a:xfrm>
      </p:grpSpPr>
      <p:sp>
        <p:nvSpPr>
          <p:cNvPr id="162" name="Google Shape;162;p8:notes">
            <a:extLst>
              <a:ext uri="{FF2B5EF4-FFF2-40B4-BE49-F238E27FC236}">
                <a16:creationId xmlns:a16="http://schemas.microsoft.com/office/drawing/2014/main" id="{7B137274-4453-768D-6EFB-995110CE2EE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3" name="Google Shape;163;p8:notes">
            <a:extLst>
              <a:ext uri="{FF2B5EF4-FFF2-40B4-BE49-F238E27FC236}">
                <a16:creationId xmlns:a16="http://schemas.microsoft.com/office/drawing/2014/main" id="{572F7E71-BDEE-A99E-74F7-086F34ABA19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4" name="Google Shape;164;p8:notes">
            <a:extLst>
              <a:ext uri="{FF2B5EF4-FFF2-40B4-BE49-F238E27FC236}">
                <a16:creationId xmlns:a16="http://schemas.microsoft.com/office/drawing/2014/main" id="{665A028B-ED37-4C87-C3AF-D817BFB59988}"/>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12</a:t>
            </a:fld>
            <a:endParaRPr/>
          </a:p>
        </p:txBody>
      </p:sp>
    </p:spTree>
    <p:extLst>
      <p:ext uri="{BB962C8B-B14F-4D97-AF65-F5344CB8AC3E}">
        <p14:creationId xmlns:p14="http://schemas.microsoft.com/office/powerpoint/2010/main" val="41673867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a:extLst>
            <a:ext uri="{FF2B5EF4-FFF2-40B4-BE49-F238E27FC236}">
              <a16:creationId xmlns:a16="http://schemas.microsoft.com/office/drawing/2014/main" id="{D0C72B74-6A7F-48FB-9558-490E6D379689}"/>
            </a:ext>
          </a:extLst>
        </p:cNvPr>
        <p:cNvGrpSpPr/>
        <p:nvPr/>
      </p:nvGrpSpPr>
      <p:grpSpPr>
        <a:xfrm>
          <a:off x="0" y="0"/>
          <a:ext cx="0" cy="0"/>
          <a:chOff x="0" y="0"/>
          <a:chExt cx="0" cy="0"/>
        </a:xfrm>
      </p:grpSpPr>
      <p:sp>
        <p:nvSpPr>
          <p:cNvPr id="162" name="Google Shape;162;p8:notes">
            <a:extLst>
              <a:ext uri="{FF2B5EF4-FFF2-40B4-BE49-F238E27FC236}">
                <a16:creationId xmlns:a16="http://schemas.microsoft.com/office/drawing/2014/main" id="{7ACFC5F5-8B88-FA1A-73EF-2EA1A9AFD45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3" name="Google Shape;163;p8:notes">
            <a:extLst>
              <a:ext uri="{FF2B5EF4-FFF2-40B4-BE49-F238E27FC236}">
                <a16:creationId xmlns:a16="http://schemas.microsoft.com/office/drawing/2014/main" id="{6F8F257A-15B8-D755-79DD-4DDBCFD8D28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4" name="Google Shape;164;p8:notes">
            <a:extLst>
              <a:ext uri="{FF2B5EF4-FFF2-40B4-BE49-F238E27FC236}">
                <a16:creationId xmlns:a16="http://schemas.microsoft.com/office/drawing/2014/main" id="{63DDA58D-A32F-FC0C-1EA6-DB227782CFE1}"/>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13</a:t>
            </a:fld>
            <a:endParaRPr/>
          </a:p>
        </p:txBody>
      </p:sp>
    </p:spTree>
    <p:extLst>
      <p:ext uri="{BB962C8B-B14F-4D97-AF65-F5344CB8AC3E}">
        <p14:creationId xmlns:p14="http://schemas.microsoft.com/office/powerpoint/2010/main" val="3005092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p19: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8" name="Google Shape;348;p19: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a:extLst>
            <a:ext uri="{FF2B5EF4-FFF2-40B4-BE49-F238E27FC236}">
              <a16:creationId xmlns:a16="http://schemas.microsoft.com/office/drawing/2014/main" id="{581C4F99-1C7E-BD3E-C12C-A31EC6110B03}"/>
            </a:ext>
          </a:extLst>
        </p:cNvPr>
        <p:cNvGrpSpPr/>
        <p:nvPr/>
      </p:nvGrpSpPr>
      <p:grpSpPr>
        <a:xfrm>
          <a:off x="0" y="0"/>
          <a:ext cx="0" cy="0"/>
          <a:chOff x="0" y="0"/>
          <a:chExt cx="0" cy="0"/>
        </a:xfrm>
      </p:grpSpPr>
      <p:sp>
        <p:nvSpPr>
          <p:cNvPr id="162" name="Google Shape;162;p8:notes">
            <a:extLst>
              <a:ext uri="{FF2B5EF4-FFF2-40B4-BE49-F238E27FC236}">
                <a16:creationId xmlns:a16="http://schemas.microsoft.com/office/drawing/2014/main" id="{350182A6-8F29-84B7-5F75-C6669E5A9A3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3" name="Google Shape;163;p8:notes">
            <a:extLst>
              <a:ext uri="{FF2B5EF4-FFF2-40B4-BE49-F238E27FC236}">
                <a16:creationId xmlns:a16="http://schemas.microsoft.com/office/drawing/2014/main" id="{FF6E9A7F-C4F0-86E9-5963-1AAD36EF4EE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4" name="Google Shape;164;p8:notes">
            <a:extLst>
              <a:ext uri="{FF2B5EF4-FFF2-40B4-BE49-F238E27FC236}">
                <a16:creationId xmlns:a16="http://schemas.microsoft.com/office/drawing/2014/main" id="{BE1316C8-2BA3-963C-4F2B-13D193CF960F}"/>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15</a:t>
            </a:fld>
            <a:endParaRPr/>
          </a:p>
        </p:txBody>
      </p:sp>
    </p:spTree>
    <p:extLst>
      <p:ext uri="{BB962C8B-B14F-4D97-AF65-F5344CB8AC3E}">
        <p14:creationId xmlns:p14="http://schemas.microsoft.com/office/powerpoint/2010/main" val="38103202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a:extLst>
            <a:ext uri="{FF2B5EF4-FFF2-40B4-BE49-F238E27FC236}">
              <a16:creationId xmlns:a16="http://schemas.microsoft.com/office/drawing/2014/main" id="{4CBA1562-58BD-863F-FAFB-2A6EBD7725D9}"/>
            </a:ext>
          </a:extLst>
        </p:cNvPr>
        <p:cNvGrpSpPr/>
        <p:nvPr/>
      </p:nvGrpSpPr>
      <p:grpSpPr>
        <a:xfrm>
          <a:off x="0" y="0"/>
          <a:ext cx="0" cy="0"/>
          <a:chOff x="0" y="0"/>
          <a:chExt cx="0" cy="0"/>
        </a:xfrm>
      </p:grpSpPr>
      <p:sp>
        <p:nvSpPr>
          <p:cNvPr id="162" name="Google Shape;162;p8:notes">
            <a:extLst>
              <a:ext uri="{FF2B5EF4-FFF2-40B4-BE49-F238E27FC236}">
                <a16:creationId xmlns:a16="http://schemas.microsoft.com/office/drawing/2014/main" id="{A5E8AF5C-2659-76AC-762C-B84C740B6C0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3" name="Google Shape;163;p8:notes">
            <a:extLst>
              <a:ext uri="{FF2B5EF4-FFF2-40B4-BE49-F238E27FC236}">
                <a16:creationId xmlns:a16="http://schemas.microsoft.com/office/drawing/2014/main" id="{6EC93DA7-C727-17EE-E20C-4EF5A3B9482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4" name="Google Shape;164;p8:notes">
            <a:extLst>
              <a:ext uri="{FF2B5EF4-FFF2-40B4-BE49-F238E27FC236}">
                <a16:creationId xmlns:a16="http://schemas.microsoft.com/office/drawing/2014/main" id="{33FFF679-925D-5A51-2E61-895D72ADA300}"/>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16</a:t>
            </a:fld>
            <a:endParaRPr/>
          </a:p>
        </p:txBody>
      </p:sp>
    </p:spTree>
    <p:extLst>
      <p:ext uri="{BB962C8B-B14F-4D97-AF65-F5344CB8AC3E}">
        <p14:creationId xmlns:p14="http://schemas.microsoft.com/office/powerpoint/2010/main" val="92904055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a:extLst>
            <a:ext uri="{FF2B5EF4-FFF2-40B4-BE49-F238E27FC236}">
              <a16:creationId xmlns:a16="http://schemas.microsoft.com/office/drawing/2014/main" id="{2694EC07-F1B6-44E0-A20C-5B94D722B2AB}"/>
            </a:ext>
          </a:extLst>
        </p:cNvPr>
        <p:cNvGrpSpPr/>
        <p:nvPr/>
      </p:nvGrpSpPr>
      <p:grpSpPr>
        <a:xfrm>
          <a:off x="0" y="0"/>
          <a:ext cx="0" cy="0"/>
          <a:chOff x="0" y="0"/>
          <a:chExt cx="0" cy="0"/>
        </a:xfrm>
      </p:grpSpPr>
      <p:sp>
        <p:nvSpPr>
          <p:cNvPr id="347" name="Google Shape;347;p19:notes">
            <a:extLst>
              <a:ext uri="{FF2B5EF4-FFF2-40B4-BE49-F238E27FC236}">
                <a16:creationId xmlns:a16="http://schemas.microsoft.com/office/drawing/2014/main" id="{FF7E290C-1648-60A2-0DED-C29C242F33C1}"/>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8" name="Google Shape;348;p19:notes">
            <a:extLst>
              <a:ext uri="{FF2B5EF4-FFF2-40B4-BE49-F238E27FC236}">
                <a16:creationId xmlns:a16="http://schemas.microsoft.com/office/drawing/2014/main" id="{3F842055-8EEF-C56F-7853-9C70FF5240A1}"/>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366966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a:extLst>
            <a:ext uri="{FF2B5EF4-FFF2-40B4-BE49-F238E27FC236}">
              <a16:creationId xmlns:a16="http://schemas.microsoft.com/office/drawing/2014/main" id="{5FD04BE5-AC8C-EAA7-0F02-470185A45411}"/>
            </a:ext>
          </a:extLst>
        </p:cNvPr>
        <p:cNvGrpSpPr/>
        <p:nvPr/>
      </p:nvGrpSpPr>
      <p:grpSpPr>
        <a:xfrm>
          <a:off x="0" y="0"/>
          <a:ext cx="0" cy="0"/>
          <a:chOff x="0" y="0"/>
          <a:chExt cx="0" cy="0"/>
        </a:xfrm>
      </p:grpSpPr>
      <p:sp>
        <p:nvSpPr>
          <p:cNvPr id="162" name="Google Shape;162;p8:notes">
            <a:extLst>
              <a:ext uri="{FF2B5EF4-FFF2-40B4-BE49-F238E27FC236}">
                <a16:creationId xmlns:a16="http://schemas.microsoft.com/office/drawing/2014/main" id="{2902E284-4C7E-C9FE-FE7E-10B669C1387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3" name="Google Shape;163;p8:notes">
            <a:extLst>
              <a:ext uri="{FF2B5EF4-FFF2-40B4-BE49-F238E27FC236}">
                <a16:creationId xmlns:a16="http://schemas.microsoft.com/office/drawing/2014/main" id="{B5709211-93D7-332A-E14E-699D54E2B33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4" name="Google Shape;164;p8:notes">
            <a:extLst>
              <a:ext uri="{FF2B5EF4-FFF2-40B4-BE49-F238E27FC236}">
                <a16:creationId xmlns:a16="http://schemas.microsoft.com/office/drawing/2014/main" id="{4584B294-01DB-759C-E2F4-FCE829707C82}"/>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18</a:t>
            </a:fld>
            <a:endParaRPr/>
          </a:p>
        </p:txBody>
      </p:sp>
    </p:spTree>
    <p:extLst>
      <p:ext uri="{BB962C8B-B14F-4D97-AF65-F5344CB8AC3E}">
        <p14:creationId xmlns:p14="http://schemas.microsoft.com/office/powerpoint/2010/main" val="35897818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a:extLst>
            <a:ext uri="{FF2B5EF4-FFF2-40B4-BE49-F238E27FC236}">
              <a16:creationId xmlns:a16="http://schemas.microsoft.com/office/drawing/2014/main" id="{4E0BD7C2-2572-460E-BE1E-6E7A0A2C67DD}"/>
            </a:ext>
          </a:extLst>
        </p:cNvPr>
        <p:cNvGrpSpPr/>
        <p:nvPr/>
      </p:nvGrpSpPr>
      <p:grpSpPr>
        <a:xfrm>
          <a:off x="0" y="0"/>
          <a:ext cx="0" cy="0"/>
          <a:chOff x="0" y="0"/>
          <a:chExt cx="0" cy="0"/>
        </a:xfrm>
      </p:grpSpPr>
      <p:sp>
        <p:nvSpPr>
          <p:cNvPr id="162" name="Google Shape;162;p8:notes">
            <a:extLst>
              <a:ext uri="{FF2B5EF4-FFF2-40B4-BE49-F238E27FC236}">
                <a16:creationId xmlns:a16="http://schemas.microsoft.com/office/drawing/2014/main" id="{6A2B61A5-5B5C-8C63-91CF-85EFB85A46D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3" name="Google Shape;163;p8:notes">
            <a:extLst>
              <a:ext uri="{FF2B5EF4-FFF2-40B4-BE49-F238E27FC236}">
                <a16:creationId xmlns:a16="http://schemas.microsoft.com/office/drawing/2014/main" id="{94E7A0F1-7351-962F-E30E-F5AFE25346F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4" name="Google Shape;164;p8:notes">
            <a:extLst>
              <a:ext uri="{FF2B5EF4-FFF2-40B4-BE49-F238E27FC236}">
                <a16:creationId xmlns:a16="http://schemas.microsoft.com/office/drawing/2014/main" id="{BDC92BC7-2832-2578-2D83-F1D2F1480BC0}"/>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19</a:t>
            </a:fld>
            <a:endParaRPr/>
          </a:p>
        </p:txBody>
      </p:sp>
    </p:spTree>
    <p:extLst>
      <p:ext uri="{BB962C8B-B14F-4D97-AF65-F5344CB8AC3E}">
        <p14:creationId xmlns:p14="http://schemas.microsoft.com/office/powerpoint/2010/main" val="30204915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a:extLst>
            <a:ext uri="{FF2B5EF4-FFF2-40B4-BE49-F238E27FC236}">
              <a16:creationId xmlns:a16="http://schemas.microsoft.com/office/drawing/2014/main" id="{A509A3C2-9CF1-2AE1-6600-8B9810FE356B}"/>
            </a:ext>
          </a:extLst>
        </p:cNvPr>
        <p:cNvGrpSpPr/>
        <p:nvPr/>
      </p:nvGrpSpPr>
      <p:grpSpPr>
        <a:xfrm>
          <a:off x="0" y="0"/>
          <a:ext cx="0" cy="0"/>
          <a:chOff x="0" y="0"/>
          <a:chExt cx="0" cy="0"/>
        </a:xfrm>
      </p:grpSpPr>
      <p:sp>
        <p:nvSpPr>
          <p:cNvPr id="162" name="Google Shape;162;p8:notes">
            <a:extLst>
              <a:ext uri="{FF2B5EF4-FFF2-40B4-BE49-F238E27FC236}">
                <a16:creationId xmlns:a16="http://schemas.microsoft.com/office/drawing/2014/main" id="{7AA19178-0FD2-51E8-DCDF-B1FC3C0AEF3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3" name="Google Shape;163;p8:notes">
            <a:extLst>
              <a:ext uri="{FF2B5EF4-FFF2-40B4-BE49-F238E27FC236}">
                <a16:creationId xmlns:a16="http://schemas.microsoft.com/office/drawing/2014/main" id="{B318536C-C3C9-8751-5ACA-9B8C01BA332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4" name="Google Shape;164;p8:notes">
            <a:extLst>
              <a:ext uri="{FF2B5EF4-FFF2-40B4-BE49-F238E27FC236}">
                <a16:creationId xmlns:a16="http://schemas.microsoft.com/office/drawing/2014/main" id="{4B96816F-2D1D-D1F3-8BD2-891BE659E46D}"/>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20</a:t>
            </a:fld>
            <a:endParaRPr/>
          </a:p>
        </p:txBody>
      </p:sp>
    </p:spTree>
    <p:extLst>
      <p:ext uri="{BB962C8B-B14F-4D97-AF65-F5344CB8AC3E}">
        <p14:creationId xmlns:p14="http://schemas.microsoft.com/office/powerpoint/2010/main" val="367681291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a:extLst>
            <a:ext uri="{FF2B5EF4-FFF2-40B4-BE49-F238E27FC236}">
              <a16:creationId xmlns:a16="http://schemas.microsoft.com/office/drawing/2014/main" id="{269708C7-D304-D010-2793-ED820F67585E}"/>
            </a:ext>
          </a:extLst>
        </p:cNvPr>
        <p:cNvGrpSpPr/>
        <p:nvPr/>
      </p:nvGrpSpPr>
      <p:grpSpPr>
        <a:xfrm>
          <a:off x="0" y="0"/>
          <a:ext cx="0" cy="0"/>
          <a:chOff x="0" y="0"/>
          <a:chExt cx="0" cy="0"/>
        </a:xfrm>
      </p:grpSpPr>
      <p:sp>
        <p:nvSpPr>
          <p:cNvPr id="162" name="Google Shape;162;p8:notes">
            <a:extLst>
              <a:ext uri="{FF2B5EF4-FFF2-40B4-BE49-F238E27FC236}">
                <a16:creationId xmlns:a16="http://schemas.microsoft.com/office/drawing/2014/main" id="{B1DB19EE-724F-6ECA-F717-5FF521E461F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3" name="Google Shape;163;p8:notes">
            <a:extLst>
              <a:ext uri="{FF2B5EF4-FFF2-40B4-BE49-F238E27FC236}">
                <a16:creationId xmlns:a16="http://schemas.microsoft.com/office/drawing/2014/main" id="{8F3A209A-936D-5289-9BF7-B0F50079290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4" name="Google Shape;164;p8:notes">
            <a:extLst>
              <a:ext uri="{FF2B5EF4-FFF2-40B4-BE49-F238E27FC236}">
                <a16:creationId xmlns:a16="http://schemas.microsoft.com/office/drawing/2014/main" id="{6B120640-4EEE-E676-2C00-77C0E4EFCA57}"/>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21</a:t>
            </a:fld>
            <a:endParaRPr/>
          </a:p>
        </p:txBody>
      </p:sp>
    </p:spTree>
    <p:extLst>
      <p:ext uri="{BB962C8B-B14F-4D97-AF65-F5344CB8AC3E}">
        <p14:creationId xmlns:p14="http://schemas.microsoft.com/office/powerpoint/2010/main" val="5067196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a:extLst>
            <a:ext uri="{FF2B5EF4-FFF2-40B4-BE49-F238E27FC236}">
              <a16:creationId xmlns:a16="http://schemas.microsoft.com/office/drawing/2014/main" id="{850721F1-6876-83FF-61C8-21C566080E2D}"/>
            </a:ext>
          </a:extLst>
        </p:cNvPr>
        <p:cNvGrpSpPr/>
        <p:nvPr/>
      </p:nvGrpSpPr>
      <p:grpSpPr>
        <a:xfrm>
          <a:off x="0" y="0"/>
          <a:ext cx="0" cy="0"/>
          <a:chOff x="0" y="0"/>
          <a:chExt cx="0" cy="0"/>
        </a:xfrm>
      </p:grpSpPr>
      <p:sp>
        <p:nvSpPr>
          <p:cNvPr id="162" name="Google Shape;162;p8:notes">
            <a:extLst>
              <a:ext uri="{FF2B5EF4-FFF2-40B4-BE49-F238E27FC236}">
                <a16:creationId xmlns:a16="http://schemas.microsoft.com/office/drawing/2014/main" id="{182056E5-1CF6-B22B-FCF8-19B8273DB1B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3" name="Google Shape;163;p8:notes">
            <a:extLst>
              <a:ext uri="{FF2B5EF4-FFF2-40B4-BE49-F238E27FC236}">
                <a16:creationId xmlns:a16="http://schemas.microsoft.com/office/drawing/2014/main" id="{BFC4D7EA-55BC-0741-5BA9-01D7AD15050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4" name="Google Shape;164;p8:notes">
            <a:extLst>
              <a:ext uri="{FF2B5EF4-FFF2-40B4-BE49-F238E27FC236}">
                <a16:creationId xmlns:a16="http://schemas.microsoft.com/office/drawing/2014/main" id="{3C5B1821-F1CE-E7B8-D356-E0C960B4C64C}"/>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22</a:t>
            </a:fld>
            <a:endParaRPr/>
          </a:p>
        </p:txBody>
      </p:sp>
    </p:spTree>
    <p:extLst>
      <p:ext uri="{BB962C8B-B14F-4D97-AF65-F5344CB8AC3E}">
        <p14:creationId xmlns:p14="http://schemas.microsoft.com/office/powerpoint/2010/main" val="335410879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5"/>
        <p:cNvGrpSpPr/>
        <p:nvPr/>
      </p:nvGrpSpPr>
      <p:grpSpPr>
        <a:xfrm>
          <a:off x="0" y="0"/>
          <a:ext cx="0" cy="0"/>
          <a:chOff x="0" y="0"/>
          <a:chExt cx="0" cy="0"/>
        </a:xfrm>
      </p:grpSpPr>
      <p:sp>
        <p:nvSpPr>
          <p:cNvPr id="396" name="Google Shape;396;p38: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97" name="Google Shape;397;p38: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a:extLst>
            <a:ext uri="{FF2B5EF4-FFF2-40B4-BE49-F238E27FC236}">
              <a16:creationId xmlns:a16="http://schemas.microsoft.com/office/drawing/2014/main" id="{DD29234C-8677-4221-6F38-AF41F3E020B2}"/>
            </a:ext>
          </a:extLst>
        </p:cNvPr>
        <p:cNvGrpSpPr/>
        <p:nvPr/>
      </p:nvGrpSpPr>
      <p:grpSpPr>
        <a:xfrm>
          <a:off x="0" y="0"/>
          <a:ext cx="0" cy="0"/>
          <a:chOff x="0" y="0"/>
          <a:chExt cx="0" cy="0"/>
        </a:xfrm>
      </p:grpSpPr>
      <p:sp>
        <p:nvSpPr>
          <p:cNvPr id="162" name="Google Shape;162;p8:notes">
            <a:extLst>
              <a:ext uri="{FF2B5EF4-FFF2-40B4-BE49-F238E27FC236}">
                <a16:creationId xmlns:a16="http://schemas.microsoft.com/office/drawing/2014/main" id="{875BB690-BCED-62F6-AE93-38111BDB620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3" name="Google Shape;163;p8:notes">
            <a:extLst>
              <a:ext uri="{FF2B5EF4-FFF2-40B4-BE49-F238E27FC236}">
                <a16:creationId xmlns:a16="http://schemas.microsoft.com/office/drawing/2014/main" id="{B163E66D-18EF-2413-1ABD-5204965A746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4" name="Google Shape;164;p8:notes">
            <a:extLst>
              <a:ext uri="{FF2B5EF4-FFF2-40B4-BE49-F238E27FC236}">
                <a16:creationId xmlns:a16="http://schemas.microsoft.com/office/drawing/2014/main" id="{78FFFAFC-0BFE-041C-8551-CD1439815615}"/>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24</a:t>
            </a:fld>
            <a:endParaRPr/>
          </a:p>
        </p:txBody>
      </p:sp>
    </p:spTree>
    <p:extLst>
      <p:ext uri="{BB962C8B-B14F-4D97-AF65-F5344CB8AC3E}">
        <p14:creationId xmlns:p14="http://schemas.microsoft.com/office/powerpoint/2010/main" val="209780340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a:extLst>
            <a:ext uri="{FF2B5EF4-FFF2-40B4-BE49-F238E27FC236}">
              <a16:creationId xmlns:a16="http://schemas.microsoft.com/office/drawing/2014/main" id="{0DBFCAF1-E906-5442-FDAD-AF5527AED594}"/>
            </a:ext>
          </a:extLst>
        </p:cNvPr>
        <p:cNvGrpSpPr/>
        <p:nvPr/>
      </p:nvGrpSpPr>
      <p:grpSpPr>
        <a:xfrm>
          <a:off x="0" y="0"/>
          <a:ext cx="0" cy="0"/>
          <a:chOff x="0" y="0"/>
          <a:chExt cx="0" cy="0"/>
        </a:xfrm>
      </p:grpSpPr>
      <p:sp>
        <p:nvSpPr>
          <p:cNvPr id="162" name="Google Shape;162;p8:notes">
            <a:extLst>
              <a:ext uri="{FF2B5EF4-FFF2-40B4-BE49-F238E27FC236}">
                <a16:creationId xmlns:a16="http://schemas.microsoft.com/office/drawing/2014/main" id="{96F05278-FFE7-93CE-9370-5D41D8D3BBB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3" name="Google Shape;163;p8:notes">
            <a:extLst>
              <a:ext uri="{FF2B5EF4-FFF2-40B4-BE49-F238E27FC236}">
                <a16:creationId xmlns:a16="http://schemas.microsoft.com/office/drawing/2014/main" id="{8CC8450B-ACCD-C612-DA75-4C01384E128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4" name="Google Shape;164;p8:notes">
            <a:extLst>
              <a:ext uri="{FF2B5EF4-FFF2-40B4-BE49-F238E27FC236}">
                <a16:creationId xmlns:a16="http://schemas.microsoft.com/office/drawing/2014/main" id="{B76AD10B-14A9-82B0-BE07-D75793170029}"/>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25</a:t>
            </a:fld>
            <a:endParaRPr/>
          </a:p>
        </p:txBody>
      </p:sp>
    </p:spTree>
    <p:extLst>
      <p:ext uri="{BB962C8B-B14F-4D97-AF65-F5344CB8AC3E}">
        <p14:creationId xmlns:p14="http://schemas.microsoft.com/office/powerpoint/2010/main" val="293956249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a:extLst>
            <a:ext uri="{FF2B5EF4-FFF2-40B4-BE49-F238E27FC236}">
              <a16:creationId xmlns:a16="http://schemas.microsoft.com/office/drawing/2014/main" id="{824F8C53-C654-2733-6413-451A605F81B8}"/>
            </a:ext>
          </a:extLst>
        </p:cNvPr>
        <p:cNvGrpSpPr/>
        <p:nvPr/>
      </p:nvGrpSpPr>
      <p:grpSpPr>
        <a:xfrm>
          <a:off x="0" y="0"/>
          <a:ext cx="0" cy="0"/>
          <a:chOff x="0" y="0"/>
          <a:chExt cx="0" cy="0"/>
        </a:xfrm>
      </p:grpSpPr>
      <p:sp>
        <p:nvSpPr>
          <p:cNvPr id="162" name="Google Shape;162;p8:notes">
            <a:extLst>
              <a:ext uri="{FF2B5EF4-FFF2-40B4-BE49-F238E27FC236}">
                <a16:creationId xmlns:a16="http://schemas.microsoft.com/office/drawing/2014/main" id="{A231CF65-254B-2F42-6A12-C0BED5C97E8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3" name="Google Shape;163;p8:notes">
            <a:extLst>
              <a:ext uri="{FF2B5EF4-FFF2-40B4-BE49-F238E27FC236}">
                <a16:creationId xmlns:a16="http://schemas.microsoft.com/office/drawing/2014/main" id="{9BEB9044-22FC-E0C5-9F8F-BCFD94D4D2B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4" name="Google Shape;164;p8:notes">
            <a:extLst>
              <a:ext uri="{FF2B5EF4-FFF2-40B4-BE49-F238E27FC236}">
                <a16:creationId xmlns:a16="http://schemas.microsoft.com/office/drawing/2014/main" id="{2F2D564C-6872-57BB-11BB-BE832B710914}"/>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26</a:t>
            </a:fld>
            <a:endParaRPr/>
          </a:p>
        </p:txBody>
      </p:sp>
    </p:spTree>
    <p:extLst>
      <p:ext uri="{BB962C8B-B14F-4D97-AF65-F5344CB8AC3E}">
        <p14:creationId xmlns:p14="http://schemas.microsoft.com/office/powerpoint/2010/main" val="287268082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a:extLst>
            <a:ext uri="{FF2B5EF4-FFF2-40B4-BE49-F238E27FC236}">
              <a16:creationId xmlns:a16="http://schemas.microsoft.com/office/drawing/2014/main" id="{5527CE30-E93A-5AA1-5FCA-3B1250771EAE}"/>
            </a:ext>
          </a:extLst>
        </p:cNvPr>
        <p:cNvGrpSpPr/>
        <p:nvPr/>
      </p:nvGrpSpPr>
      <p:grpSpPr>
        <a:xfrm>
          <a:off x="0" y="0"/>
          <a:ext cx="0" cy="0"/>
          <a:chOff x="0" y="0"/>
          <a:chExt cx="0" cy="0"/>
        </a:xfrm>
      </p:grpSpPr>
      <p:sp>
        <p:nvSpPr>
          <p:cNvPr id="162" name="Google Shape;162;p8:notes">
            <a:extLst>
              <a:ext uri="{FF2B5EF4-FFF2-40B4-BE49-F238E27FC236}">
                <a16:creationId xmlns:a16="http://schemas.microsoft.com/office/drawing/2014/main" id="{C83CA442-D895-88CA-BF67-BCC08FE7C78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3" name="Google Shape;163;p8:notes">
            <a:extLst>
              <a:ext uri="{FF2B5EF4-FFF2-40B4-BE49-F238E27FC236}">
                <a16:creationId xmlns:a16="http://schemas.microsoft.com/office/drawing/2014/main" id="{B35EE054-66D1-7C06-EE53-CF7D9D94162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4" name="Google Shape;164;p8:notes">
            <a:extLst>
              <a:ext uri="{FF2B5EF4-FFF2-40B4-BE49-F238E27FC236}">
                <a16:creationId xmlns:a16="http://schemas.microsoft.com/office/drawing/2014/main" id="{49BD50E0-FE0A-34AC-710B-966C652C54F2}"/>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27</a:t>
            </a:fld>
            <a:endParaRPr/>
          </a:p>
        </p:txBody>
      </p:sp>
    </p:spTree>
    <p:extLst>
      <p:ext uri="{BB962C8B-B14F-4D97-AF65-F5344CB8AC3E}">
        <p14:creationId xmlns:p14="http://schemas.microsoft.com/office/powerpoint/2010/main" val="148030989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a:extLst>
            <a:ext uri="{FF2B5EF4-FFF2-40B4-BE49-F238E27FC236}">
              <a16:creationId xmlns:a16="http://schemas.microsoft.com/office/drawing/2014/main" id="{5D271D3B-3BDD-B2E8-43D8-8FCFD28CD64C}"/>
            </a:ext>
          </a:extLst>
        </p:cNvPr>
        <p:cNvGrpSpPr/>
        <p:nvPr/>
      </p:nvGrpSpPr>
      <p:grpSpPr>
        <a:xfrm>
          <a:off x="0" y="0"/>
          <a:ext cx="0" cy="0"/>
          <a:chOff x="0" y="0"/>
          <a:chExt cx="0" cy="0"/>
        </a:xfrm>
      </p:grpSpPr>
      <p:sp>
        <p:nvSpPr>
          <p:cNvPr id="162" name="Google Shape;162;p8:notes">
            <a:extLst>
              <a:ext uri="{FF2B5EF4-FFF2-40B4-BE49-F238E27FC236}">
                <a16:creationId xmlns:a16="http://schemas.microsoft.com/office/drawing/2014/main" id="{3EFE74D6-42AC-3DB5-66C7-9ECAEF4574E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3" name="Google Shape;163;p8:notes">
            <a:extLst>
              <a:ext uri="{FF2B5EF4-FFF2-40B4-BE49-F238E27FC236}">
                <a16:creationId xmlns:a16="http://schemas.microsoft.com/office/drawing/2014/main" id="{C38C5BE7-4D06-DC21-7AF4-A46B667C980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4" name="Google Shape;164;p8:notes">
            <a:extLst>
              <a:ext uri="{FF2B5EF4-FFF2-40B4-BE49-F238E27FC236}">
                <a16:creationId xmlns:a16="http://schemas.microsoft.com/office/drawing/2014/main" id="{A5E7415A-CE40-0DB4-2A97-FB8BC48ECF8E}"/>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28</a:t>
            </a:fld>
            <a:endParaRPr/>
          </a:p>
        </p:txBody>
      </p:sp>
    </p:spTree>
    <p:extLst>
      <p:ext uri="{BB962C8B-B14F-4D97-AF65-F5344CB8AC3E}">
        <p14:creationId xmlns:p14="http://schemas.microsoft.com/office/powerpoint/2010/main" val="79255550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a:extLst>
            <a:ext uri="{FF2B5EF4-FFF2-40B4-BE49-F238E27FC236}">
              <a16:creationId xmlns:a16="http://schemas.microsoft.com/office/drawing/2014/main" id="{161E6A94-6F99-94C9-6ED0-7273AF7A1CEE}"/>
            </a:ext>
          </a:extLst>
        </p:cNvPr>
        <p:cNvGrpSpPr/>
        <p:nvPr/>
      </p:nvGrpSpPr>
      <p:grpSpPr>
        <a:xfrm>
          <a:off x="0" y="0"/>
          <a:ext cx="0" cy="0"/>
          <a:chOff x="0" y="0"/>
          <a:chExt cx="0" cy="0"/>
        </a:xfrm>
      </p:grpSpPr>
      <p:sp>
        <p:nvSpPr>
          <p:cNvPr id="162" name="Google Shape;162;p8:notes">
            <a:extLst>
              <a:ext uri="{FF2B5EF4-FFF2-40B4-BE49-F238E27FC236}">
                <a16:creationId xmlns:a16="http://schemas.microsoft.com/office/drawing/2014/main" id="{D9050A82-AE09-EECE-115D-8A32414D355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3" name="Google Shape;163;p8:notes">
            <a:extLst>
              <a:ext uri="{FF2B5EF4-FFF2-40B4-BE49-F238E27FC236}">
                <a16:creationId xmlns:a16="http://schemas.microsoft.com/office/drawing/2014/main" id="{6A4A1213-7E57-7FAB-6B9D-1377C0F30EB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4" name="Google Shape;164;p8:notes">
            <a:extLst>
              <a:ext uri="{FF2B5EF4-FFF2-40B4-BE49-F238E27FC236}">
                <a16:creationId xmlns:a16="http://schemas.microsoft.com/office/drawing/2014/main" id="{666CFAD7-06E0-0170-38F2-5B0092E57DE8}"/>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29</a:t>
            </a:fld>
            <a:endParaRPr/>
          </a:p>
        </p:txBody>
      </p:sp>
    </p:spTree>
    <p:extLst>
      <p:ext uri="{BB962C8B-B14F-4D97-AF65-F5344CB8AC3E}">
        <p14:creationId xmlns:p14="http://schemas.microsoft.com/office/powerpoint/2010/main" val="17541532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a:extLst>
            <a:ext uri="{FF2B5EF4-FFF2-40B4-BE49-F238E27FC236}">
              <a16:creationId xmlns:a16="http://schemas.microsoft.com/office/drawing/2014/main" id="{9E85F098-A110-479F-DA06-8E0609D42C16}"/>
            </a:ext>
          </a:extLst>
        </p:cNvPr>
        <p:cNvGrpSpPr/>
        <p:nvPr/>
      </p:nvGrpSpPr>
      <p:grpSpPr>
        <a:xfrm>
          <a:off x="0" y="0"/>
          <a:ext cx="0" cy="0"/>
          <a:chOff x="0" y="0"/>
          <a:chExt cx="0" cy="0"/>
        </a:xfrm>
      </p:grpSpPr>
      <p:sp>
        <p:nvSpPr>
          <p:cNvPr id="162" name="Google Shape;162;p8:notes">
            <a:extLst>
              <a:ext uri="{FF2B5EF4-FFF2-40B4-BE49-F238E27FC236}">
                <a16:creationId xmlns:a16="http://schemas.microsoft.com/office/drawing/2014/main" id="{846A7126-F7C3-FE28-D5DD-F24B78016D6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3" name="Google Shape;163;p8:notes">
            <a:extLst>
              <a:ext uri="{FF2B5EF4-FFF2-40B4-BE49-F238E27FC236}">
                <a16:creationId xmlns:a16="http://schemas.microsoft.com/office/drawing/2014/main" id="{DCC64AD9-880B-E5D8-6F28-2DA61F745D3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4" name="Google Shape;164;p8:notes">
            <a:extLst>
              <a:ext uri="{FF2B5EF4-FFF2-40B4-BE49-F238E27FC236}">
                <a16:creationId xmlns:a16="http://schemas.microsoft.com/office/drawing/2014/main" id="{2BFBC21A-E382-9A5C-79FA-C0F75BA39C43}"/>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30</a:t>
            </a:fld>
            <a:endParaRPr/>
          </a:p>
        </p:txBody>
      </p:sp>
    </p:spTree>
    <p:extLst>
      <p:ext uri="{BB962C8B-B14F-4D97-AF65-F5344CB8AC3E}">
        <p14:creationId xmlns:p14="http://schemas.microsoft.com/office/powerpoint/2010/main" val="349672420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a:extLst>
            <a:ext uri="{FF2B5EF4-FFF2-40B4-BE49-F238E27FC236}">
              <a16:creationId xmlns:a16="http://schemas.microsoft.com/office/drawing/2014/main" id="{8E2658C1-AA20-2675-160F-9BEF19E22B83}"/>
            </a:ext>
          </a:extLst>
        </p:cNvPr>
        <p:cNvGrpSpPr/>
        <p:nvPr/>
      </p:nvGrpSpPr>
      <p:grpSpPr>
        <a:xfrm>
          <a:off x="0" y="0"/>
          <a:ext cx="0" cy="0"/>
          <a:chOff x="0" y="0"/>
          <a:chExt cx="0" cy="0"/>
        </a:xfrm>
      </p:grpSpPr>
      <p:sp>
        <p:nvSpPr>
          <p:cNvPr id="162" name="Google Shape;162;p8:notes">
            <a:extLst>
              <a:ext uri="{FF2B5EF4-FFF2-40B4-BE49-F238E27FC236}">
                <a16:creationId xmlns:a16="http://schemas.microsoft.com/office/drawing/2014/main" id="{A586CC6B-F41B-E447-495B-2CC6D7B7D2B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3" name="Google Shape;163;p8:notes">
            <a:extLst>
              <a:ext uri="{FF2B5EF4-FFF2-40B4-BE49-F238E27FC236}">
                <a16:creationId xmlns:a16="http://schemas.microsoft.com/office/drawing/2014/main" id="{C7ED2989-E4B2-DF22-0BED-9AA4717FE6C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4" name="Google Shape;164;p8:notes">
            <a:extLst>
              <a:ext uri="{FF2B5EF4-FFF2-40B4-BE49-F238E27FC236}">
                <a16:creationId xmlns:a16="http://schemas.microsoft.com/office/drawing/2014/main" id="{F620972D-BFB8-C4AA-F77E-E3A749DAAC3B}"/>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31</a:t>
            </a:fld>
            <a:endParaRPr/>
          </a:p>
        </p:txBody>
      </p:sp>
    </p:spTree>
    <p:extLst>
      <p:ext uri="{BB962C8B-B14F-4D97-AF65-F5344CB8AC3E}">
        <p14:creationId xmlns:p14="http://schemas.microsoft.com/office/powerpoint/2010/main" val="315914413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a:extLst>
            <a:ext uri="{FF2B5EF4-FFF2-40B4-BE49-F238E27FC236}">
              <a16:creationId xmlns:a16="http://schemas.microsoft.com/office/drawing/2014/main" id="{A72CFB20-3EA7-E65B-104E-E120D0DF5FC4}"/>
            </a:ext>
          </a:extLst>
        </p:cNvPr>
        <p:cNvGrpSpPr/>
        <p:nvPr/>
      </p:nvGrpSpPr>
      <p:grpSpPr>
        <a:xfrm>
          <a:off x="0" y="0"/>
          <a:ext cx="0" cy="0"/>
          <a:chOff x="0" y="0"/>
          <a:chExt cx="0" cy="0"/>
        </a:xfrm>
      </p:grpSpPr>
      <p:sp>
        <p:nvSpPr>
          <p:cNvPr id="162" name="Google Shape;162;p8:notes">
            <a:extLst>
              <a:ext uri="{FF2B5EF4-FFF2-40B4-BE49-F238E27FC236}">
                <a16:creationId xmlns:a16="http://schemas.microsoft.com/office/drawing/2014/main" id="{046AA867-7EC9-42D3-D6B0-D1B3B5CA617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3" name="Google Shape;163;p8:notes">
            <a:extLst>
              <a:ext uri="{FF2B5EF4-FFF2-40B4-BE49-F238E27FC236}">
                <a16:creationId xmlns:a16="http://schemas.microsoft.com/office/drawing/2014/main" id="{36D25AAF-AC95-CD22-01E6-A27201B072B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4" name="Google Shape;164;p8:notes">
            <a:extLst>
              <a:ext uri="{FF2B5EF4-FFF2-40B4-BE49-F238E27FC236}">
                <a16:creationId xmlns:a16="http://schemas.microsoft.com/office/drawing/2014/main" id="{7D236575-9207-A240-6310-F854D2CD8B56}"/>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32</a:t>
            </a:fld>
            <a:endParaRPr/>
          </a:p>
        </p:txBody>
      </p:sp>
    </p:spTree>
    <p:extLst>
      <p:ext uri="{BB962C8B-B14F-4D97-AF65-F5344CB8AC3E}">
        <p14:creationId xmlns:p14="http://schemas.microsoft.com/office/powerpoint/2010/main" val="292874843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a:extLst>
            <a:ext uri="{FF2B5EF4-FFF2-40B4-BE49-F238E27FC236}">
              <a16:creationId xmlns:a16="http://schemas.microsoft.com/office/drawing/2014/main" id="{A8748A65-0EC0-85C0-1CE7-5BFB9CC7E524}"/>
            </a:ext>
          </a:extLst>
        </p:cNvPr>
        <p:cNvGrpSpPr/>
        <p:nvPr/>
      </p:nvGrpSpPr>
      <p:grpSpPr>
        <a:xfrm>
          <a:off x="0" y="0"/>
          <a:ext cx="0" cy="0"/>
          <a:chOff x="0" y="0"/>
          <a:chExt cx="0" cy="0"/>
        </a:xfrm>
      </p:grpSpPr>
      <p:sp>
        <p:nvSpPr>
          <p:cNvPr id="162" name="Google Shape;162;p8:notes">
            <a:extLst>
              <a:ext uri="{FF2B5EF4-FFF2-40B4-BE49-F238E27FC236}">
                <a16:creationId xmlns:a16="http://schemas.microsoft.com/office/drawing/2014/main" id="{BCFF3E34-288D-75DE-92ED-280B24CE1C0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3" name="Google Shape;163;p8:notes">
            <a:extLst>
              <a:ext uri="{FF2B5EF4-FFF2-40B4-BE49-F238E27FC236}">
                <a16:creationId xmlns:a16="http://schemas.microsoft.com/office/drawing/2014/main" id="{D6D014A2-0140-EA8E-D17F-269A5DB3EE6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4" name="Google Shape;164;p8:notes">
            <a:extLst>
              <a:ext uri="{FF2B5EF4-FFF2-40B4-BE49-F238E27FC236}">
                <a16:creationId xmlns:a16="http://schemas.microsoft.com/office/drawing/2014/main" id="{463480BA-F8A2-36ED-1DB0-3BBE4CABDD57}"/>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33</a:t>
            </a:fld>
            <a:endParaRPr/>
          </a:p>
        </p:txBody>
      </p:sp>
    </p:spTree>
    <p:extLst>
      <p:ext uri="{BB962C8B-B14F-4D97-AF65-F5344CB8AC3E}">
        <p14:creationId xmlns:p14="http://schemas.microsoft.com/office/powerpoint/2010/main" val="35342327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a:extLst>
            <a:ext uri="{FF2B5EF4-FFF2-40B4-BE49-F238E27FC236}">
              <a16:creationId xmlns:a16="http://schemas.microsoft.com/office/drawing/2014/main" id="{FBDB76C7-2E31-34C3-B697-9C342F5547B1}"/>
            </a:ext>
          </a:extLst>
        </p:cNvPr>
        <p:cNvGrpSpPr/>
        <p:nvPr/>
      </p:nvGrpSpPr>
      <p:grpSpPr>
        <a:xfrm>
          <a:off x="0" y="0"/>
          <a:ext cx="0" cy="0"/>
          <a:chOff x="0" y="0"/>
          <a:chExt cx="0" cy="0"/>
        </a:xfrm>
      </p:grpSpPr>
      <p:sp>
        <p:nvSpPr>
          <p:cNvPr id="162" name="Google Shape;162;p8:notes">
            <a:extLst>
              <a:ext uri="{FF2B5EF4-FFF2-40B4-BE49-F238E27FC236}">
                <a16:creationId xmlns:a16="http://schemas.microsoft.com/office/drawing/2014/main" id="{9F64C9C9-C68B-7CC4-8A23-AE65D6061A6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3" name="Google Shape;163;p8:notes">
            <a:extLst>
              <a:ext uri="{FF2B5EF4-FFF2-40B4-BE49-F238E27FC236}">
                <a16:creationId xmlns:a16="http://schemas.microsoft.com/office/drawing/2014/main" id="{735572BA-FBA3-4FC1-E87A-20861A35422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4" name="Google Shape;164;p8:notes">
            <a:extLst>
              <a:ext uri="{FF2B5EF4-FFF2-40B4-BE49-F238E27FC236}">
                <a16:creationId xmlns:a16="http://schemas.microsoft.com/office/drawing/2014/main" id="{0304C01C-6D0F-1ACB-0DB1-366B33B54FEF}"/>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34</a:t>
            </a:fld>
            <a:endParaRPr/>
          </a:p>
        </p:txBody>
      </p:sp>
    </p:spTree>
    <p:extLst>
      <p:ext uri="{BB962C8B-B14F-4D97-AF65-F5344CB8AC3E}">
        <p14:creationId xmlns:p14="http://schemas.microsoft.com/office/powerpoint/2010/main" val="347643376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a:extLst>
            <a:ext uri="{FF2B5EF4-FFF2-40B4-BE49-F238E27FC236}">
              <a16:creationId xmlns:a16="http://schemas.microsoft.com/office/drawing/2014/main" id="{07CB1F94-4BCD-92E6-A144-58C5742315EE}"/>
            </a:ext>
          </a:extLst>
        </p:cNvPr>
        <p:cNvGrpSpPr/>
        <p:nvPr/>
      </p:nvGrpSpPr>
      <p:grpSpPr>
        <a:xfrm>
          <a:off x="0" y="0"/>
          <a:ext cx="0" cy="0"/>
          <a:chOff x="0" y="0"/>
          <a:chExt cx="0" cy="0"/>
        </a:xfrm>
      </p:grpSpPr>
      <p:sp>
        <p:nvSpPr>
          <p:cNvPr id="162" name="Google Shape;162;p8:notes">
            <a:extLst>
              <a:ext uri="{FF2B5EF4-FFF2-40B4-BE49-F238E27FC236}">
                <a16:creationId xmlns:a16="http://schemas.microsoft.com/office/drawing/2014/main" id="{85C24226-5D5D-FB78-7699-DD64F9F7F42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3" name="Google Shape;163;p8:notes">
            <a:extLst>
              <a:ext uri="{FF2B5EF4-FFF2-40B4-BE49-F238E27FC236}">
                <a16:creationId xmlns:a16="http://schemas.microsoft.com/office/drawing/2014/main" id="{17D58A76-963C-33DF-9F4C-804A6E2DBE3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4" name="Google Shape;164;p8:notes">
            <a:extLst>
              <a:ext uri="{FF2B5EF4-FFF2-40B4-BE49-F238E27FC236}">
                <a16:creationId xmlns:a16="http://schemas.microsoft.com/office/drawing/2014/main" id="{CBBC7C33-1AFB-34FA-CBF5-D01852162059}"/>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35</a:t>
            </a:fld>
            <a:endParaRPr/>
          </a:p>
        </p:txBody>
      </p:sp>
    </p:spTree>
    <p:extLst>
      <p:ext uri="{BB962C8B-B14F-4D97-AF65-F5344CB8AC3E}">
        <p14:creationId xmlns:p14="http://schemas.microsoft.com/office/powerpoint/2010/main" val="267036955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a:extLst>
            <a:ext uri="{FF2B5EF4-FFF2-40B4-BE49-F238E27FC236}">
              <a16:creationId xmlns:a16="http://schemas.microsoft.com/office/drawing/2014/main" id="{03C5DF08-F04C-058A-BD60-5C4FCB2294D9}"/>
            </a:ext>
          </a:extLst>
        </p:cNvPr>
        <p:cNvGrpSpPr/>
        <p:nvPr/>
      </p:nvGrpSpPr>
      <p:grpSpPr>
        <a:xfrm>
          <a:off x="0" y="0"/>
          <a:ext cx="0" cy="0"/>
          <a:chOff x="0" y="0"/>
          <a:chExt cx="0" cy="0"/>
        </a:xfrm>
      </p:grpSpPr>
      <p:sp>
        <p:nvSpPr>
          <p:cNvPr id="162" name="Google Shape;162;p8:notes">
            <a:extLst>
              <a:ext uri="{FF2B5EF4-FFF2-40B4-BE49-F238E27FC236}">
                <a16:creationId xmlns:a16="http://schemas.microsoft.com/office/drawing/2014/main" id="{283E43AE-CAB6-921D-AAFD-1E4E8F43440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3" name="Google Shape;163;p8:notes">
            <a:extLst>
              <a:ext uri="{FF2B5EF4-FFF2-40B4-BE49-F238E27FC236}">
                <a16:creationId xmlns:a16="http://schemas.microsoft.com/office/drawing/2014/main" id="{D9C303AE-FB6F-1D7F-E44C-3E2DB1159C4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4" name="Google Shape;164;p8:notes">
            <a:extLst>
              <a:ext uri="{FF2B5EF4-FFF2-40B4-BE49-F238E27FC236}">
                <a16:creationId xmlns:a16="http://schemas.microsoft.com/office/drawing/2014/main" id="{BD801FA9-6766-C2CE-09B8-A4437C428673}"/>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36</a:t>
            </a:fld>
            <a:endParaRPr/>
          </a:p>
        </p:txBody>
      </p:sp>
    </p:spTree>
    <p:extLst>
      <p:ext uri="{BB962C8B-B14F-4D97-AF65-F5344CB8AC3E}">
        <p14:creationId xmlns:p14="http://schemas.microsoft.com/office/powerpoint/2010/main" val="32445630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a:extLst>
            <a:ext uri="{FF2B5EF4-FFF2-40B4-BE49-F238E27FC236}">
              <a16:creationId xmlns:a16="http://schemas.microsoft.com/office/drawing/2014/main" id="{89981B36-F2F3-FF6E-766A-304992BE9356}"/>
            </a:ext>
          </a:extLst>
        </p:cNvPr>
        <p:cNvGrpSpPr/>
        <p:nvPr/>
      </p:nvGrpSpPr>
      <p:grpSpPr>
        <a:xfrm>
          <a:off x="0" y="0"/>
          <a:ext cx="0" cy="0"/>
          <a:chOff x="0" y="0"/>
          <a:chExt cx="0" cy="0"/>
        </a:xfrm>
      </p:grpSpPr>
      <p:sp>
        <p:nvSpPr>
          <p:cNvPr id="162" name="Google Shape;162;p8:notes">
            <a:extLst>
              <a:ext uri="{FF2B5EF4-FFF2-40B4-BE49-F238E27FC236}">
                <a16:creationId xmlns:a16="http://schemas.microsoft.com/office/drawing/2014/main" id="{FF6D4D0E-D12A-4F3C-4DE2-00DE62A958C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3" name="Google Shape;163;p8:notes">
            <a:extLst>
              <a:ext uri="{FF2B5EF4-FFF2-40B4-BE49-F238E27FC236}">
                <a16:creationId xmlns:a16="http://schemas.microsoft.com/office/drawing/2014/main" id="{B7B36A1C-F5EE-0851-5BD8-D01C5EAF793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4" name="Google Shape;164;p8:notes">
            <a:extLst>
              <a:ext uri="{FF2B5EF4-FFF2-40B4-BE49-F238E27FC236}">
                <a16:creationId xmlns:a16="http://schemas.microsoft.com/office/drawing/2014/main" id="{D5569347-4875-7748-309E-E97FA9D81B30}"/>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37</a:t>
            </a:fld>
            <a:endParaRPr/>
          </a:p>
        </p:txBody>
      </p:sp>
    </p:spTree>
    <p:extLst>
      <p:ext uri="{BB962C8B-B14F-4D97-AF65-F5344CB8AC3E}">
        <p14:creationId xmlns:p14="http://schemas.microsoft.com/office/powerpoint/2010/main" val="146338972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a:extLst>
            <a:ext uri="{FF2B5EF4-FFF2-40B4-BE49-F238E27FC236}">
              <a16:creationId xmlns:a16="http://schemas.microsoft.com/office/drawing/2014/main" id="{C3210284-99BE-9DF9-BF21-3EF3F94D334A}"/>
            </a:ext>
          </a:extLst>
        </p:cNvPr>
        <p:cNvGrpSpPr/>
        <p:nvPr/>
      </p:nvGrpSpPr>
      <p:grpSpPr>
        <a:xfrm>
          <a:off x="0" y="0"/>
          <a:ext cx="0" cy="0"/>
          <a:chOff x="0" y="0"/>
          <a:chExt cx="0" cy="0"/>
        </a:xfrm>
      </p:grpSpPr>
      <p:sp>
        <p:nvSpPr>
          <p:cNvPr id="162" name="Google Shape;162;p8:notes">
            <a:extLst>
              <a:ext uri="{FF2B5EF4-FFF2-40B4-BE49-F238E27FC236}">
                <a16:creationId xmlns:a16="http://schemas.microsoft.com/office/drawing/2014/main" id="{04C4EF88-7632-B07A-8C43-671A1EEC420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3" name="Google Shape;163;p8:notes">
            <a:extLst>
              <a:ext uri="{FF2B5EF4-FFF2-40B4-BE49-F238E27FC236}">
                <a16:creationId xmlns:a16="http://schemas.microsoft.com/office/drawing/2014/main" id="{A1DF466E-54C9-DA2E-758D-4AFFF46A09B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4" name="Google Shape;164;p8:notes">
            <a:extLst>
              <a:ext uri="{FF2B5EF4-FFF2-40B4-BE49-F238E27FC236}">
                <a16:creationId xmlns:a16="http://schemas.microsoft.com/office/drawing/2014/main" id="{FAFA33AF-272C-8265-DE28-EC52B2763BAC}"/>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38</a:t>
            </a:fld>
            <a:endParaRPr/>
          </a:p>
        </p:txBody>
      </p:sp>
    </p:spTree>
    <p:extLst>
      <p:ext uri="{BB962C8B-B14F-4D97-AF65-F5344CB8AC3E}">
        <p14:creationId xmlns:p14="http://schemas.microsoft.com/office/powerpoint/2010/main" val="277551933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a:extLst>
            <a:ext uri="{FF2B5EF4-FFF2-40B4-BE49-F238E27FC236}">
              <a16:creationId xmlns:a16="http://schemas.microsoft.com/office/drawing/2014/main" id="{616F5A3D-5933-53FE-6CB9-86829366C52C}"/>
            </a:ext>
          </a:extLst>
        </p:cNvPr>
        <p:cNvGrpSpPr/>
        <p:nvPr/>
      </p:nvGrpSpPr>
      <p:grpSpPr>
        <a:xfrm>
          <a:off x="0" y="0"/>
          <a:ext cx="0" cy="0"/>
          <a:chOff x="0" y="0"/>
          <a:chExt cx="0" cy="0"/>
        </a:xfrm>
      </p:grpSpPr>
      <p:sp>
        <p:nvSpPr>
          <p:cNvPr id="162" name="Google Shape;162;p8:notes">
            <a:extLst>
              <a:ext uri="{FF2B5EF4-FFF2-40B4-BE49-F238E27FC236}">
                <a16:creationId xmlns:a16="http://schemas.microsoft.com/office/drawing/2014/main" id="{FC0978D1-A88F-0CA7-8C7D-E5CFC944C4D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3" name="Google Shape;163;p8:notes">
            <a:extLst>
              <a:ext uri="{FF2B5EF4-FFF2-40B4-BE49-F238E27FC236}">
                <a16:creationId xmlns:a16="http://schemas.microsoft.com/office/drawing/2014/main" id="{673A121C-9F67-86B2-29B9-C9F6EC60A7C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4" name="Google Shape;164;p8:notes">
            <a:extLst>
              <a:ext uri="{FF2B5EF4-FFF2-40B4-BE49-F238E27FC236}">
                <a16:creationId xmlns:a16="http://schemas.microsoft.com/office/drawing/2014/main" id="{C8EF61EF-D4C4-B831-A4B2-EE1370EB622C}"/>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39</a:t>
            </a:fld>
            <a:endParaRPr/>
          </a:p>
        </p:txBody>
      </p:sp>
    </p:spTree>
    <p:extLst>
      <p:ext uri="{BB962C8B-B14F-4D97-AF65-F5344CB8AC3E}">
        <p14:creationId xmlns:p14="http://schemas.microsoft.com/office/powerpoint/2010/main" val="240074444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a:extLst>
            <a:ext uri="{FF2B5EF4-FFF2-40B4-BE49-F238E27FC236}">
              <a16:creationId xmlns:a16="http://schemas.microsoft.com/office/drawing/2014/main" id="{596FB757-4922-6D40-68D8-6F62121F583F}"/>
            </a:ext>
          </a:extLst>
        </p:cNvPr>
        <p:cNvGrpSpPr/>
        <p:nvPr/>
      </p:nvGrpSpPr>
      <p:grpSpPr>
        <a:xfrm>
          <a:off x="0" y="0"/>
          <a:ext cx="0" cy="0"/>
          <a:chOff x="0" y="0"/>
          <a:chExt cx="0" cy="0"/>
        </a:xfrm>
      </p:grpSpPr>
      <p:sp>
        <p:nvSpPr>
          <p:cNvPr id="162" name="Google Shape;162;p8:notes">
            <a:extLst>
              <a:ext uri="{FF2B5EF4-FFF2-40B4-BE49-F238E27FC236}">
                <a16:creationId xmlns:a16="http://schemas.microsoft.com/office/drawing/2014/main" id="{A25C8CD8-327E-D10B-3F53-1E65C425FE1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3" name="Google Shape;163;p8:notes">
            <a:extLst>
              <a:ext uri="{FF2B5EF4-FFF2-40B4-BE49-F238E27FC236}">
                <a16:creationId xmlns:a16="http://schemas.microsoft.com/office/drawing/2014/main" id="{77207141-EC1C-E7B9-E30D-E31BBC19692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4" name="Google Shape;164;p8:notes">
            <a:extLst>
              <a:ext uri="{FF2B5EF4-FFF2-40B4-BE49-F238E27FC236}">
                <a16:creationId xmlns:a16="http://schemas.microsoft.com/office/drawing/2014/main" id="{714F58CB-A681-9D07-B937-4B8F585EE44F}"/>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40</a:t>
            </a:fld>
            <a:endParaRPr/>
          </a:p>
        </p:txBody>
      </p:sp>
    </p:spTree>
    <p:extLst>
      <p:ext uri="{BB962C8B-B14F-4D97-AF65-F5344CB8AC3E}">
        <p14:creationId xmlns:p14="http://schemas.microsoft.com/office/powerpoint/2010/main" val="37889940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7"/>
        <p:cNvGrpSpPr/>
        <p:nvPr/>
      </p:nvGrpSpPr>
      <p:grpSpPr>
        <a:xfrm>
          <a:off x="0" y="0"/>
          <a:ext cx="0" cy="0"/>
          <a:chOff x="0" y="0"/>
          <a:chExt cx="0" cy="0"/>
        </a:xfrm>
      </p:grpSpPr>
      <p:sp>
        <p:nvSpPr>
          <p:cNvPr id="828" name="Google Shape;828;p24:notes"/>
          <p:cNvSpPr txBox="1">
            <a:spLocks noGrp="1"/>
          </p:cNvSpPr>
          <p:nvPr>
            <p:ph type="body" idx="1"/>
          </p:nvPr>
        </p:nvSpPr>
        <p:spPr>
          <a:xfrm>
            <a:off x="679450" y="4691063"/>
            <a:ext cx="5438775" cy="44434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29" name="Google Shape;829;p24: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a:extLst>
            <a:ext uri="{FF2B5EF4-FFF2-40B4-BE49-F238E27FC236}">
              <a16:creationId xmlns:a16="http://schemas.microsoft.com/office/drawing/2014/main" id="{F0CE7DCB-0399-A739-C989-BF8BEF0BD75D}"/>
            </a:ext>
          </a:extLst>
        </p:cNvPr>
        <p:cNvGrpSpPr/>
        <p:nvPr/>
      </p:nvGrpSpPr>
      <p:grpSpPr>
        <a:xfrm>
          <a:off x="0" y="0"/>
          <a:ext cx="0" cy="0"/>
          <a:chOff x="0" y="0"/>
          <a:chExt cx="0" cy="0"/>
        </a:xfrm>
      </p:grpSpPr>
      <p:sp>
        <p:nvSpPr>
          <p:cNvPr id="162" name="Google Shape;162;p8:notes">
            <a:extLst>
              <a:ext uri="{FF2B5EF4-FFF2-40B4-BE49-F238E27FC236}">
                <a16:creationId xmlns:a16="http://schemas.microsoft.com/office/drawing/2014/main" id="{0CB06C22-D485-FAE5-C865-3622BA0C10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3" name="Google Shape;163;p8:notes">
            <a:extLst>
              <a:ext uri="{FF2B5EF4-FFF2-40B4-BE49-F238E27FC236}">
                <a16:creationId xmlns:a16="http://schemas.microsoft.com/office/drawing/2014/main" id="{7A31A08E-095A-094C-D53E-036EAF644CB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4" name="Google Shape;164;p8:notes">
            <a:extLst>
              <a:ext uri="{FF2B5EF4-FFF2-40B4-BE49-F238E27FC236}">
                <a16:creationId xmlns:a16="http://schemas.microsoft.com/office/drawing/2014/main" id="{BA8B9466-B1C8-0AFE-058E-5856CEFB11DA}"/>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42</a:t>
            </a:fld>
            <a:endParaRPr/>
          </a:p>
        </p:txBody>
      </p:sp>
    </p:spTree>
    <p:extLst>
      <p:ext uri="{BB962C8B-B14F-4D97-AF65-F5344CB8AC3E}">
        <p14:creationId xmlns:p14="http://schemas.microsoft.com/office/powerpoint/2010/main" val="132565254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a:extLst>
            <a:ext uri="{FF2B5EF4-FFF2-40B4-BE49-F238E27FC236}">
              <a16:creationId xmlns:a16="http://schemas.microsoft.com/office/drawing/2014/main" id="{A1C93921-B0B9-E6E1-FD60-DCC9A5B6D31C}"/>
            </a:ext>
          </a:extLst>
        </p:cNvPr>
        <p:cNvGrpSpPr/>
        <p:nvPr/>
      </p:nvGrpSpPr>
      <p:grpSpPr>
        <a:xfrm>
          <a:off x="0" y="0"/>
          <a:ext cx="0" cy="0"/>
          <a:chOff x="0" y="0"/>
          <a:chExt cx="0" cy="0"/>
        </a:xfrm>
      </p:grpSpPr>
      <p:sp>
        <p:nvSpPr>
          <p:cNvPr id="162" name="Google Shape;162;p8:notes">
            <a:extLst>
              <a:ext uri="{FF2B5EF4-FFF2-40B4-BE49-F238E27FC236}">
                <a16:creationId xmlns:a16="http://schemas.microsoft.com/office/drawing/2014/main" id="{821676D0-A132-7554-A6A8-252A6103600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3" name="Google Shape;163;p8:notes">
            <a:extLst>
              <a:ext uri="{FF2B5EF4-FFF2-40B4-BE49-F238E27FC236}">
                <a16:creationId xmlns:a16="http://schemas.microsoft.com/office/drawing/2014/main" id="{7E427EE8-525F-B9DE-DCF6-61479FBCA16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4" name="Google Shape;164;p8:notes">
            <a:extLst>
              <a:ext uri="{FF2B5EF4-FFF2-40B4-BE49-F238E27FC236}">
                <a16:creationId xmlns:a16="http://schemas.microsoft.com/office/drawing/2014/main" id="{9C7272E4-4EB9-E0E3-E9B7-FFAFDA2515A0}"/>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43</a:t>
            </a:fld>
            <a:endParaRPr/>
          </a:p>
        </p:txBody>
      </p:sp>
    </p:spTree>
    <p:extLst>
      <p:ext uri="{BB962C8B-B14F-4D97-AF65-F5344CB8AC3E}">
        <p14:creationId xmlns:p14="http://schemas.microsoft.com/office/powerpoint/2010/main" val="381576620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a:extLst>
            <a:ext uri="{FF2B5EF4-FFF2-40B4-BE49-F238E27FC236}">
              <a16:creationId xmlns:a16="http://schemas.microsoft.com/office/drawing/2014/main" id="{3E81CF5A-69A6-89E6-2BE2-D36DF030187D}"/>
            </a:ext>
          </a:extLst>
        </p:cNvPr>
        <p:cNvGrpSpPr/>
        <p:nvPr/>
      </p:nvGrpSpPr>
      <p:grpSpPr>
        <a:xfrm>
          <a:off x="0" y="0"/>
          <a:ext cx="0" cy="0"/>
          <a:chOff x="0" y="0"/>
          <a:chExt cx="0" cy="0"/>
        </a:xfrm>
      </p:grpSpPr>
      <p:sp>
        <p:nvSpPr>
          <p:cNvPr id="162" name="Google Shape;162;p8:notes">
            <a:extLst>
              <a:ext uri="{FF2B5EF4-FFF2-40B4-BE49-F238E27FC236}">
                <a16:creationId xmlns:a16="http://schemas.microsoft.com/office/drawing/2014/main" id="{A5B62505-DFEB-E43C-CFFA-371154E1E6E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3" name="Google Shape;163;p8:notes">
            <a:extLst>
              <a:ext uri="{FF2B5EF4-FFF2-40B4-BE49-F238E27FC236}">
                <a16:creationId xmlns:a16="http://schemas.microsoft.com/office/drawing/2014/main" id="{94FBDBB8-A57A-746C-DD0C-D581CE3D322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4" name="Google Shape;164;p8:notes">
            <a:extLst>
              <a:ext uri="{FF2B5EF4-FFF2-40B4-BE49-F238E27FC236}">
                <a16:creationId xmlns:a16="http://schemas.microsoft.com/office/drawing/2014/main" id="{D41A6EDE-62E3-9E3E-22AA-8855EB351EC6}"/>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44</a:t>
            </a:fld>
            <a:endParaRPr/>
          </a:p>
        </p:txBody>
      </p:sp>
    </p:spTree>
    <p:extLst>
      <p:ext uri="{BB962C8B-B14F-4D97-AF65-F5344CB8AC3E}">
        <p14:creationId xmlns:p14="http://schemas.microsoft.com/office/powerpoint/2010/main" val="8649112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a:extLst>
            <a:ext uri="{FF2B5EF4-FFF2-40B4-BE49-F238E27FC236}">
              <a16:creationId xmlns:a16="http://schemas.microsoft.com/office/drawing/2014/main" id="{B4C070F9-F55C-190C-3A4A-5B20DB9BF964}"/>
            </a:ext>
          </a:extLst>
        </p:cNvPr>
        <p:cNvGrpSpPr/>
        <p:nvPr/>
      </p:nvGrpSpPr>
      <p:grpSpPr>
        <a:xfrm>
          <a:off x="0" y="0"/>
          <a:ext cx="0" cy="0"/>
          <a:chOff x="0" y="0"/>
          <a:chExt cx="0" cy="0"/>
        </a:xfrm>
      </p:grpSpPr>
      <p:sp>
        <p:nvSpPr>
          <p:cNvPr id="162" name="Google Shape;162;p8:notes">
            <a:extLst>
              <a:ext uri="{FF2B5EF4-FFF2-40B4-BE49-F238E27FC236}">
                <a16:creationId xmlns:a16="http://schemas.microsoft.com/office/drawing/2014/main" id="{69900652-7645-ACAA-9A85-4DDD0BCC9B2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3" name="Google Shape;163;p8:notes">
            <a:extLst>
              <a:ext uri="{FF2B5EF4-FFF2-40B4-BE49-F238E27FC236}">
                <a16:creationId xmlns:a16="http://schemas.microsoft.com/office/drawing/2014/main" id="{52E81770-6707-603B-B1A5-781EE87A853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4" name="Google Shape;164;p8:notes">
            <a:extLst>
              <a:ext uri="{FF2B5EF4-FFF2-40B4-BE49-F238E27FC236}">
                <a16:creationId xmlns:a16="http://schemas.microsoft.com/office/drawing/2014/main" id="{3CD65992-5699-432A-3C70-7893F0FD27FB}"/>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45</a:t>
            </a:fld>
            <a:endParaRPr/>
          </a:p>
        </p:txBody>
      </p:sp>
    </p:spTree>
    <p:extLst>
      <p:ext uri="{BB962C8B-B14F-4D97-AF65-F5344CB8AC3E}">
        <p14:creationId xmlns:p14="http://schemas.microsoft.com/office/powerpoint/2010/main" val="28921437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a:extLst>
            <a:ext uri="{FF2B5EF4-FFF2-40B4-BE49-F238E27FC236}">
              <a16:creationId xmlns:a16="http://schemas.microsoft.com/office/drawing/2014/main" id="{0B7F5BA4-B366-A8E7-D44E-F7ADE3A6FB12}"/>
            </a:ext>
          </a:extLst>
        </p:cNvPr>
        <p:cNvGrpSpPr/>
        <p:nvPr/>
      </p:nvGrpSpPr>
      <p:grpSpPr>
        <a:xfrm>
          <a:off x="0" y="0"/>
          <a:ext cx="0" cy="0"/>
          <a:chOff x="0" y="0"/>
          <a:chExt cx="0" cy="0"/>
        </a:xfrm>
      </p:grpSpPr>
      <p:sp>
        <p:nvSpPr>
          <p:cNvPr id="162" name="Google Shape;162;p8:notes">
            <a:extLst>
              <a:ext uri="{FF2B5EF4-FFF2-40B4-BE49-F238E27FC236}">
                <a16:creationId xmlns:a16="http://schemas.microsoft.com/office/drawing/2014/main" id="{B1313B4F-5DD0-636E-F331-09737228621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3" name="Google Shape;163;p8:notes">
            <a:extLst>
              <a:ext uri="{FF2B5EF4-FFF2-40B4-BE49-F238E27FC236}">
                <a16:creationId xmlns:a16="http://schemas.microsoft.com/office/drawing/2014/main" id="{02621CE7-386A-4D31-D599-7D8BB101042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4" name="Google Shape;164;p8:notes">
            <a:extLst>
              <a:ext uri="{FF2B5EF4-FFF2-40B4-BE49-F238E27FC236}">
                <a16:creationId xmlns:a16="http://schemas.microsoft.com/office/drawing/2014/main" id="{9D66DC42-6674-584D-E108-BC5B7BC4540D}"/>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46</a:t>
            </a:fld>
            <a:endParaRPr/>
          </a:p>
        </p:txBody>
      </p:sp>
    </p:spTree>
    <p:extLst>
      <p:ext uri="{BB962C8B-B14F-4D97-AF65-F5344CB8AC3E}">
        <p14:creationId xmlns:p14="http://schemas.microsoft.com/office/powerpoint/2010/main" val="372488828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a:extLst>
            <a:ext uri="{FF2B5EF4-FFF2-40B4-BE49-F238E27FC236}">
              <a16:creationId xmlns:a16="http://schemas.microsoft.com/office/drawing/2014/main" id="{5803C5DB-E5F7-72CB-BA41-77D562336422}"/>
            </a:ext>
          </a:extLst>
        </p:cNvPr>
        <p:cNvGrpSpPr/>
        <p:nvPr/>
      </p:nvGrpSpPr>
      <p:grpSpPr>
        <a:xfrm>
          <a:off x="0" y="0"/>
          <a:ext cx="0" cy="0"/>
          <a:chOff x="0" y="0"/>
          <a:chExt cx="0" cy="0"/>
        </a:xfrm>
      </p:grpSpPr>
      <p:sp>
        <p:nvSpPr>
          <p:cNvPr id="162" name="Google Shape;162;p8:notes">
            <a:extLst>
              <a:ext uri="{FF2B5EF4-FFF2-40B4-BE49-F238E27FC236}">
                <a16:creationId xmlns:a16="http://schemas.microsoft.com/office/drawing/2014/main" id="{52251BCF-528A-A3C3-8021-0AEC8C6D2D1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3" name="Google Shape;163;p8:notes">
            <a:extLst>
              <a:ext uri="{FF2B5EF4-FFF2-40B4-BE49-F238E27FC236}">
                <a16:creationId xmlns:a16="http://schemas.microsoft.com/office/drawing/2014/main" id="{280C0A0C-052E-D90D-F33F-26268C16A92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4" name="Google Shape;164;p8:notes">
            <a:extLst>
              <a:ext uri="{FF2B5EF4-FFF2-40B4-BE49-F238E27FC236}">
                <a16:creationId xmlns:a16="http://schemas.microsoft.com/office/drawing/2014/main" id="{B5EC68A2-4D4A-7480-4297-F72355158937}"/>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47</a:t>
            </a:fld>
            <a:endParaRPr/>
          </a:p>
        </p:txBody>
      </p:sp>
    </p:spTree>
    <p:extLst>
      <p:ext uri="{BB962C8B-B14F-4D97-AF65-F5344CB8AC3E}">
        <p14:creationId xmlns:p14="http://schemas.microsoft.com/office/powerpoint/2010/main" val="318682773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a:extLst>
            <a:ext uri="{FF2B5EF4-FFF2-40B4-BE49-F238E27FC236}">
              <a16:creationId xmlns:a16="http://schemas.microsoft.com/office/drawing/2014/main" id="{28192008-4714-B098-EDFF-091A49154A49}"/>
            </a:ext>
          </a:extLst>
        </p:cNvPr>
        <p:cNvGrpSpPr/>
        <p:nvPr/>
      </p:nvGrpSpPr>
      <p:grpSpPr>
        <a:xfrm>
          <a:off x="0" y="0"/>
          <a:ext cx="0" cy="0"/>
          <a:chOff x="0" y="0"/>
          <a:chExt cx="0" cy="0"/>
        </a:xfrm>
      </p:grpSpPr>
      <p:sp>
        <p:nvSpPr>
          <p:cNvPr id="162" name="Google Shape;162;p8:notes">
            <a:extLst>
              <a:ext uri="{FF2B5EF4-FFF2-40B4-BE49-F238E27FC236}">
                <a16:creationId xmlns:a16="http://schemas.microsoft.com/office/drawing/2014/main" id="{C33FC266-84FF-AA7F-68F9-8E873F47781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3" name="Google Shape;163;p8:notes">
            <a:extLst>
              <a:ext uri="{FF2B5EF4-FFF2-40B4-BE49-F238E27FC236}">
                <a16:creationId xmlns:a16="http://schemas.microsoft.com/office/drawing/2014/main" id="{95F1B2F5-A780-0F35-6A81-2D9461DA997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4" name="Google Shape;164;p8:notes">
            <a:extLst>
              <a:ext uri="{FF2B5EF4-FFF2-40B4-BE49-F238E27FC236}">
                <a16:creationId xmlns:a16="http://schemas.microsoft.com/office/drawing/2014/main" id="{20550A73-118D-7DAC-D01F-95CD8609C92C}"/>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48</a:t>
            </a:fld>
            <a:endParaRPr/>
          </a:p>
        </p:txBody>
      </p:sp>
    </p:spTree>
    <p:extLst>
      <p:ext uri="{BB962C8B-B14F-4D97-AF65-F5344CB8AC3E}">
        <p14:creationId xmlns:p14="http://schemas.microsoft.com/office/powerpoint/2010/main" val="197269970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5"/>
        <p:cNvGrpSpPr/>
        <p:nvPr/>
      </p:nvGrpSpPr>
      <p:grpSpPr>
        <a:xfrm>
          <a:off x="0" y="0"/>
          <a:ext cx="0" cy="0"/>
          <a:chOff x="0" y="0"/>
          <a:chExt cx="0" cy="0"/>
        </a:xfrm>
      </p:grpSpPr>
      <p:sp>
        <p:nvSpPr>
          <p:cNvPr id="946" name="Google Shape;946;p32:notes"/>
          <p:cNvSpPr txBox="1">
            <a:spLocks noGrp="1"/>
          </p:cNvSpPr>
          <p:nvPr>
            <p:ph type="body" idx="1"/>
          </p:nvPr>
        </p:nvSpPr>
        <p:spPr>
          <a:xfrm>
            <a:off x="679450" y="4691063"/>
            <a:ext cx="5438775" cy="44434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7" name="Google Shape;947;p32: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9"/>
        <p:cNvGrpSpPr/>
        <p:nvPr/>
      </p:nvGrpSpPr>
      <p:grpSpPr>
        <a:xfrm>
          <a:off x="0" y="0"/>
          <a:ext cx="0" cy="0"/>
          <a:chOff x="0" y="0"/>
          <a:chExt cx="0" cy="0"/>
        </a:xfrm>
      </p:grpSpPr>
      <p:sp>
        <p:nvSpPr>
          <p:cNvPr id="980" name="Google Shape;980;p33:notes"/>
          <p:cNvSpPr txBox="1">
            <a:spLocks noGrp="1"/>
          </p:cNvSpPr>
          <p:nvPr>
            <p:ph type="body" idx="1"/>
          </p:nvPr>
        </p:nvSpPr>
        <p:spPr>
          <a:xfrm>
            <a:off x="679450" y="4691063"/>
            <a:ext cx="5438775" cy="44434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81" name="Google Shape;981;p33: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3"/>
        <p:cNvGrpSpPr/>
        <p:nvPr/>
      </p:nvGrpSpPr>
      <p:grpSpPr>
        <a:xfrm>
          <a:off x="0" y="0"/>
          <a:ext cx="0" cy="0"/>
          <a:chOff x="0" y="0"/>
          <a:chExt cx="0" cy="0"/>
        </a:xfrm>
      </p:grpSpPr>
      <p:sp>
        <p:nvSpPr>
          <p:cNvPr id="1024" name="Google Shape;1024;p34:notes"/>
          <p:cNvSpPr txBox="1">
            <a:spLocks noGrp="1"/>
          </p:cNvSpPr>
          <p:nvPr>
            <p:ph type="body" idx="1"/>
          </p:nvPr>
        </p:nvSpPr>
        <p:spPr>
          <a:xfrm>
            <a:off x="679450" y="4691063"/>
            <a:ext cx="5438775" cy="44434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5" name="Google Shape;1025;p34: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3"/>
        <p:cNvGrpSpPr/>
        <p:nvPr/>
      </p:nvGrpSpPr>
      <p:grpSpPr>
        <a:xfrm>
          <a:off x="0" y="0"/>
          <a:ext cx="0" cy="0"/>
          <a:chOff x="0" y="0"/>
          <a:chExt cx="0" cy="0"/>
        </a:xfrm>
      </p:grpSpPr>
      <p:sp>
        <p:nvSpPr>
          <p:cNvPr id="1074" name="Google Shape;1074;p35:notes"/>
          <p:cNvSpPr txBox="1">
            <a:spLocks noGrp="1"/>
          </p:cNvSpPr>
          <p:nvPr>
            <p:ph type="body" idx="1"/>
          </p:nvPr>
        </p:nvSpPr>
        <p:spPr>
          <a:xfrm>
            <a:off x="679450" y="4691063"/>
            <a:ext cx="5438775" cy="44434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75" name="Google Shape;1075;p35: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9"/>
        <p:cNvGrpSpPr/>
        <p:nvPr/>
      </p:nvGrpSpPr>
      <p:grpSpPr>
        <a:xfrm>
          <a:off x="0" y="0"/>
          <a:ext cx="0" cy="0"/>
          <a:chOff x="0" y="0"/>
          <a:chExt cx="0" cy="0"/>
        </a:xfrm>
      </p:grpSpPr>
      <p:sp>
        <p:nvSpPr>
          <p:cNvPr id="1140" name="Google Shape;1140;p36:notes"/>
          <p:cNvSpPr txBox="1">
            <a:spLocks noGrp="1"/>
          </p:cNvSpPr>
          <p:nvPr>
            <p:ph type="body" idx="1"/>
          </p:nvPr>
        </p:nvSpPr>
        <p:spPr>
          <a:xfrm>
            <a:off x="679450" y="4691063"/>
            <a:ext cx="5438775" cy="44434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1" name="Google Shape;1141;p36: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0"/>
        <p:cNvGrpSpPr/>
        <p:nvPr/>
      </p:nvGrpSpPr>
      <p:grpSpPr>
        <a:xfrm>
          <a:off x="0" y="0"/>
          <a:ext cx="0" cy="0"/>
          <a:chOff x="0" y="0"/>
          <a:chExt cx="0" cy="0"/>
        </a:xfrm>
      </p:grpSpPr>
      <p:sp>
        <p:nvSpPr>
          <p:cNvPr id="1221" name="Google Shape;1221;p37:notes"/>
          <p:cNvSpPr txBox="1">
            <a:spLocks noGrp="1"/>
          </p:cNvSpPr>
          <p:nvPr>
            <p:ph type="body" idx="1"/>
          </p:nvPr>
        </p:nvSpPr>
        <p:spPr>
          <a:xfrm>
            <a:off x="679450" y="4691063"/>
            <a:ext cx="5438775" cy="44434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22" name="Google Shape;1222;p37: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a:extLst>
            <a:ext uri="{FF2B5EF4-FFF2-40B4-BE49-F238E27FC236}">
              <a16:creationId xmlns:a16="http://schemas.microsoft.com/office/drawing/2014/main" id="{AC3195A2-E08D-9863-9EA0-50BEE51019FD}"/>
            </a:ext>
          </a:extLst>
        </p:cNvPr>
        <p:cNvGrpSpPr/>
        <p:nvPr/>
      </p:nvGrpSpPr>
      <p:grpSpPr>
        <a:xfrm>
          <a:off x="0" y="0"/>
          <a:ext cx="0" cy="0"/>
          <a:chOff x="0" y="0"/>
          <a:chExt cx="0" cy="0"/>
        </a:xfrm>
      </p:grpSpPr>
      <p:sp>
        <p:nvSpPr>
          <p:cNvPr id="162" name="Google Shape;162;p8:notes">
            <a:extLst>
              <a:ext uri="{FF2B5EF4-FFF2-40B4-BE49-F238E27FC236}">
                <a16:creationId xmlns:a16="http://schemas.microsoft.com/office/drawing/2014/main" id="{F272CDFF-408A-800F-D352-EC556D4488A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3" name="Google Shape;163;p8:notes">
            <a:extLst>
              <a:ext uri="{FF2B5EF4-FFF2-40B4-BE49-F238E27FC236}">
                <a16:creationId xmlns:a16="http://schemas.microsoft.com/office/drawing/2014/main" id="{D70DEBC7-78BD-5CF6-9FD3-549A8E00684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4" name="Google Shape;164;p8:notes">
            <a:extLst>
              <a:ext uri="{FF2B5EF4-FFF2-40B4-BE49-F238E27FC236}">
                <a16:creationId xmlns:a16="http://schemas.microsoft.com/office/drawing/2014/main" id="{49CD2FB5-3CA8-6EA4-C0BF-D0B43ACAB82E}"/>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55</a:t>
            </a:fld>
            <a:endParaRPr/>
          </a:p>
        </p:txBody>
      </p:sp>
    </p:spTree>
    <p:extLst>
      <p:ext uri="{BB962C8B-B14F-4D97-AF65-F5344CB8AC3E}">
        <p14:creationId xmlns:p14="http://schemas.microsoft.com/office/powerpoint/2010/main" val="209143919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a:extLst>
            <a:ext uri="{FF2B5EF4-FFF2-40B4-BE49-F238E27FC236}">
              <a16:creationId xmlns:a16="http://schemas.microsoft.com/office/drawing/2014/main" id="{DF2E3FC2-8688-DA21-A25D-339B6A71FB2C}"/>
            </a:ext>
          </a:extLst>
        </p:cNvPr>
        <p:cNvGrpSpPr/>
        <p:nvPr/>
      </p:nvGrpSpPr>
      <p:grpSpPr>
        <a:xfrm>
          <a:off x="0" y="0"/>
          <a:ext cx="0" cy="0"/>
          <a:chOff x="0" y="0"/>
          <a:chExt cx="0" cy="0"/>
        </a:xfrm>
      </p:grpSpPr>
      <p:sp>
        <p:nvSpPr>
          <p:cNvPr id="162" name="Google Shape;162;p8:notes">
            <a:extLst>
              <a:ext uri="{FF2B5EF4-FFF2-40B4-BE49-F238E27FC236}">
                <a16:creationId xmlns:a16="http://schemas.microsoft.com/office/drawing/2014/main" id="{27A572E7-AD67-8B9B-E665-BBFBDE86BF9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3" name="Google Shape;163;p8:notes">
            <a:extLst>
              <a:ext uri="{FF2B5EF4-FFF2-40B4-BE49-F238E27FC236}">
                <a16:creationId xmlns:a16="http://schemas.microsoft.com/office/drawing/2014/main" id="{2166D831-9939-CEEA-457E-DC8C2BA2A88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4" name="Google Shape;164;p8:notes">
            <a:extLst>
              <a:ext uri="{FF2B5EF4-FFF2-40B4-BE49-F238E27FC236}">
                <a16:creationId xmlns:a16="http://schemas.microsoft.com/office/drawing/2014/main" id="{AE719FBF-3F23-98D7-401F-3B7657D15261}"/>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56</a:t>
            </a:fld>
            <a:endParaRPr/>
          </a:p>
        </p:txBody>
      </p:sp>
    </p:spTree>
    <p:extLst>
      <p:ext uri="{BB962C8B-B14F-4D97-AF65-F5344CB8AC3E}">
        <p14:creationId xmlns:p14="http://schemas.microsoft.com/office/powerpoint/2010/main" val="17855508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con pie">
    <p:spTree>
      <p:nvGrpSpPr>
        <p:cNvPr id="1" name=""/>
        <p:cNvGrpSpPr/>
        <p:nvPr/>
      </p:nvGrpSpPr>
      <p:grpSpPr>
        <a:xfrm>
          <a:off x="0" y="0"/>
          <a:ext cx="0" cy="0"/>
          <a:chOff x="0" y="0"/>
          <a:chExt cx="0" cy="0"/>
        </a:xfrm>
      </p:grpSpPr>
      <p:sp>
        <p:nvSpPr>
          <p:cNvPr id="4" name="Rectangle 6">
            <a:extLst>
              <a:ext uri="{FF2B5EF4-FFF2-40B4-BE49-F238E27FC236}">
                <a16:creationId xmlns:a16="http://schemas.microsoft.com/office/drawing/2014/main" id="{ABB24072-61D9-4BA1-BEC5-1A7C8A105B2F}"/>
              </a:ext>
            </a:extLst>
          </p:cNvPr>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p:nvSpPr>
          <p:cNvPr id="5" name="Rectangle 7">
            <a:extLst>
              <a:ext uri="{FF2B5EF4-FFF2-40B4-BE49-F238E27FC236}">
                <a16:creationId xmlns:a16="http://schemas.microsoft.com/office/drawing/2014/main" id="{B08C031E-3A32-7C62-BE01-2CC930406026}"/>
              </a:ext>
            </a:extLst>
          </p:cNvPr>
          <p:cNvSpPr/>
          <p:nvPr/>
        </p:nvSpPr>
        <p:spPr>
          <a:xfrm>
            <a:off x="0" y="6334125"/>
            <a:ext cx="12188825"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cxnSp>
        <p:nvCxnSpPr>
          <p:cNvPr id="6" name="Straight Connector 8">
            <a:extLst>
              <a:ext uri="{FF2B5EF4-FFF2-40B4-BE49-F238E27FC236}">
                <a16:creationId xmlns:a16="http://schemas.microsoft.com/office/drawing/2014/main" id="{AFCD39ED-E669-7F34-07D1-E2F7BD82C095}"/>
              </a:ext>
            </a:extLst>
          </p:cNvPr>
          <p:cNvCxnSpPr/>
          <p:nvPr/>
        </p:nvCxnSpPr>
        <p:spPr>
          <a:xfrm>
            <a:off x="1208088" y="4343400"/>
            <a:ext cx="9875837"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ctrTitle"/>
          </p:nvPr>
        </p:nvSpPr>
        <p:spPr>
          <a:xfrm>
            <a:off x="1097280" y="758952"/>
            <a:ext cx="10058400" cy="3566160"/>
          </a:xfrm>
        </p:spPr>
        <p:txBody>
          <a:bodyPr>
            <a:normAutofit/>
          </a:bodyPr>
          <a:lstStyle>
            <a:lvl1pPr algn="l">
              <a:lnSpc>
                <a:spcPct val="85000"/>
              </a:lnSpc>
              <a:defRPr sz="7200" spc="-50" baseline="0">
                <a:solidFill>
                  <a:schemeClr val="tx1">
                    <a:lumMod val="85000"/>
                    <a:lumOff val="15000"/>
                  </a:schemeClr>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s-ES"/>
              <a:t>Haga clic para modificar el estilo de subtítulo del patrón</a:t>
            </a:r>
            <a:endParaRPr lang="en-US" dirty="0"/>
          </a:p>
        </p:txBody>
      </p:sp>
      <p:sp>
        <p:nvSpPr>
          <p:cNvPr id="7" name="Date Placeholder 3">
            <a:extLst>
              <a:ext uri="{FF2B5EF4-FFF2-40B4-BE49-F238E27FC236}">
                <a16:creationId xmlns:a16="http://schemas.microsoft.com/office/drawing/2014/main" id="{D573D8D9-5CE1-DD83-05E1-C33D78EC19D9}"/>
              </a:ext>
            </a:extLst>
          </p:cNvPr>
          <p:cNvSpPr>
            <a:spLocks noGrp="1"/>
          </p:cNvSpPr>
          <p:nvPr>
            <p:ph type="dt" sz="half" idx="10"/>
          </p:nvPr>
        </p:nvSpPr>
        <p:spPr/>
        <p:txBody>
          <a:bodyPr/>
          <a:lstStyle>
            <a:lvl1pPr>
              <a:defRPr/>
            </a:lvl1pPr>
          </a:lstStyle>
          <a:p>
            <a:pPr>
              <a:defRPr/>
            </a:pPr>
            <a:r>
              <a:rPr lang="es-ES"/>
              <a:t>2026</a:t>
            </a:r>
            <a:endParaRPr lang="es-ES" dirty="0"/>
          </a:p>
        </p:txBody>
      </p:sp>
      <p:sp>
        <p:nvSpPr>
          <p:cNvPr id="8" name="Footer Placeholder 4">
            <a:extLst>
              <a:ext uri="{FF2B5EF4-FFF2-40B4-BE49-F238E27FC236}">
                <a16:creationId xmlns:a16="http://schemas.microsoft.com/office/drawing/2014/main" id="{21C2EF67-3E69-431C-86D6-6603E348BE5B}"/>
              </a:ext>
            </a:extLst>
          </p:cNvPr>
          <p:cNvSpPr>
            <a:spLocks noGrp="1"/>
          </p:cNvSpPr>
          <p:nvPr>
            <p:ph type="ftr" sz="quarter" idx="11"/>
          </p:nvPr>
        </p:nvSpPr>
        <p:spPr/>
        <p:txBody>
          <a:bodyPr/>
          <a:lstStyle>
            <a:lvl1pPr>
              <a:defRPr/>
            </a:lvl1pPr>
          </a:lstStyle>
          <a:p>
            <a:pPr>
              <a:defRPr/>
            </a:pPr>
            <a:r>
              <a:rPr lang="es-ES"/>
              <a:t>Ingeniería de Software I</a:t>
            </a:r>
            <a:endParaRPr lang="es-ES" dirty="0"/>
          </a:p>
        </p:txBody>
      </p:sp>
      <p:sp>
        <p:nvSpPr>
          <p:cNvPr id="9" name="Slide Number Placeholder 5">
            <a:extLst>
              <a:ext uri="{FF2B5EF4-FFF2-40B4-BE49-F238E27FC236}">
                <a16:creationId xmlns:a16="http://schemas.microsoft.com/office/drawing/2014/main" id="{F18CB86D-4578-217C-6EDC-FF7A7F14C443}"/>
              </a:ext>
            </a:extLst>
          </p:cNvPr>
          <p:cNvSpPr>
            <a:spLocks noGrp="1"/>
          </p:cNvSpPr>
          <p:nvPr>
            <p:ph type="sldNum" sz="quarter" idx="12"/>
          </p:nvPr>
        </p:nvSpPr>
        <p:spPr/>
        <p:txBody>
          <a:bodyPr/>
          <a:lstStyle>
            <a:lvl1pPr>
              <a:defRPr/>
            </a:lvl1p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40572294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sz="4400"/>
            </a:lvl1p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a:extLst>
              <a:ext uri="{FF2B5EF4-FFF2-40B4-BE49-F238E27FC236}">
                <a16:creationId xmlns:a16="http://schemas.microsoft.com/office/drawing/2014/main" id="{B029AE6E-C22B-B675-AD74-8131E2B0C4DF}"/>
              </a:ext>
            </a:extLst>
          </p:cNvPr>
          <p:cNvSpPr>
            <a:spLocks noGrp="1"/>
          </p:cNvSpPr>
          <p:nvPr>
            <p:ph type="dt" sz="half" idx="10"/>
          </p:nvPr>
        </p:nvSpPr>
        <p:spPr/>
        <p:txBody>
          <a:bodyPr/>
          <a:lstStyle>
            <a:lvl1pPr>
              <a:defRPr/>
            </a:lvl1pPr>
          </a:lstStyle>
          <a:p>
            <a:r>
              <a:rPr lang="es-ES"/>
              <a:t>2026</a:t>
            </a:r>
            <a:endParaRPr lang="es-AR"/>
          </a:p>
        </p:txBody>
      </p:sp>
      <p:sp>
        <p:nvSpPr>
          <p:cNvPr id="5" name="Footer Placeholder 4">
            <a:extLst>
              <a:ext uri="{FF2B5EF4-FFF2-40B4-BE49-F238E27FC236}">
                <a16:creationId xmlns:a16="http://schemas.microsoft.com/office/drawing/2014/main" id="{4C1DFBFE-E12A-9CB3-099D-261D5A656B9F}"/>
              </a:ext>
            </a:extLst>
          </p:cNvPr>
          <p:cNvSpPr>
            <a:spLocks noGrp="1"/>
          </p:cNvSpPr>
          <p:nvPr>
            <p:ph type="ftr" sz="quarter" idx="11"/>
          </p:nvPr>
        </p:nvSpPr>
        <p:spPr/>
        <p:txBody>
          <a:bodyPr/>
          <a:lstStyle>
            <a:lvl1pPr>
              <a:defRPr/>
            </a:lvl1pPr>
          </a:lstStyle>
          <a:p>
            <a:r>
              <a:rPr lang="es-AR"/>
              <a:t>Ingeniería de Software I</a:t>
            </a:r>
          </a:p>
        </p:txBody>
      </p:sp>
      <p:sp>
        <p:nvSpPr>
          <p:cNvPr id="6" name="Slide Number Placeholder 5">
            <a:extLst>
              <a:ext uri="{FF2B5EF4-FFF2-40B4-BE49-F238E27FC236}">
                <a16:creationId xmlns:a16="http://schemas.microsoft.com/office/drawing/2014/main" id="{7D7A9810-A66F-8D7D-3984-9DB98C9F02CA}"/>
              </a:ext>
            </a:extLst>
          </p:cNvPr>
          <p:cNvSpPr>
            <a:spLocks noGrp="1"/>
          </p:cNvSpPr>
          <p:nvPr>
            <p:ph type="sldNum" sz="quarter" idx="12"/>
          </p:nvPr>
        </p:nvSpPr>
        <p:spPr/>
        <p:txBody>
          <a:bodyPr/>
          <a:lstStyle>
            <a:lvl1pPr>
              <a:defRPr/>
            </a:lvl1p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26024819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spTree>
      <p:nvGrpSpPr>
        <p:cNvPr id="1" name=""/>
        <p:cNvGrpSpPr/>
        <p:nvPr/>
      </p:nvGrpSpPr>
      <p:grpSpPr>
        <a:xfrm>
          <a:off x="0" y="0"/>
          <a:ext cx="0" cy="0"/>
          <a:chOff x="0" y="0"/>
          <a:chExt cx="0" cy="0"/>
        </a:xfrm>
      </p:grpSpPr>
      <p:sp>
        <p:nvSpPr>
          <p:cNvPr id="4" name="Rectangle 6">
            <a:extLst>
              <a:ext uri="{FF2B5EF4-FFF2-40B4-BE49-F238E27FC236}">
                <a16:creationId xmlns:a16="http://schemas.microsoft.com/office/drawing/2014/main" id="{77AE74EC-0D69-6DA0-3CB4-5F7959B9DEB6}"/>
              </a:ext>
            </a:extLst>
          </p:cNvPr>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 name="Rectangle 7">
            <a:extLst>
              <a:ext uri="{FF2B5EF4-FFF2-40B4-BE49-F238E27FC236}">
                <a16:creationId xmlns:a16="http://schemas.microsoft.com/office/drawing/2014/main" id="{8D0A0449-9064-D27A-C612-EF5906369147}"/>
              </a:ext>
            </a:extLst>
          </p:cNvPr>
          <p:cNvSpPr/>
          <p:nvPr/>
        </p:nvSpPr>
        <p:spPr>
          <a:xfrm>
            <a:off x="0" y="6334125"/>
            <a:ext cx="12188825"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6" name="Straight Connector 8">
            <a:extLst>
              <a:ext uri="{FF2B5EF4-FFF2-40B4-BE49-F238E27FC236}">
                <a16:creationId xmlns:a16="http://schemas.microsoft.com/office/drawing/2014/main" id="{E87C0FC5-37C1-2795-EFA9-BE04F521FB27}"/>
              </a:ext>
            </a:extLst>
          </p:cNvPr>
          <p:cNvCxnSpPr/>
          <p:nvPr/>
        </p:nvCxnSpPr>
        <p:spPr>
          <a:xfrm>
            <a:off x="1208088" y="4343400"/>
            <a:ext cx="9875837"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1097280" y="758952"/>
            <a:ext cx="10058400" cy="3566160"/>
          </a:xfrm>
        </p:spPr>
        <p:txBody>
          <a:bodyPr anchorCtr="0">
            <a:normAutofit/>
          </a:bodyPr>
          <a:lstStyle>
            <a:lvl1pPr>
              <a:lnSpc>
                <a:spcPct val="85000"/>
              </a:lnSpc>
              <a:defRPr sz="8000" b="0">
                <a:solidFill>
                  <a:schemeClr val="tx1">
                    <a:lumMod val="85000"/>
                    <a:lumOff val="15000"/>
                  </a:schemeClr>
                </a:solidFill>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097280" y="4453128"/>
            <a:ext cx="10058400" cy="1143000"/>
          </a:xfrm>
        </p:spPr>
        <p:txBody>
          <a:bodyPr lIns="91440" rIns="9144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7" name="Date Placeholder 3">
            <a:extLst>
              <a:ext uri="{FF2B5EF4-FFF2-40B4-BE49-F238E27FC236}">
                <a16:creationId xmlns:a16="http://schemas.microsoft.com/office/drawing/2014/main" id="{82789DDF-8A19-CD2F-FA27-EFC0F00EFAB0}"/>
              </a:ext>
            </a:extLst>
          </p:cNvPr>
          <p:cNvSpPr>
            <a:spLocks noGrp="1"/>
          </p:cNvSpPr>
          <p:nvPr>
            <p:ph type="dt" sz="half" idx="10"/>
          </p:nvPr>
        </p:nvSpPr>
        <p:spPr/>
        <p:txBody>
          <a:bodyPr/>
          <a:lstStyle>
            <a:lvl1pPr>
              <a:defRPr/>
            </a:lvl1pPr>
          </a:lstStyle>
          <a:p>
            <a:r>
              <a:rPr lang="es-ES"/>
              <a:t>2026</a:t>
            </a:r>
            <a:endParaRPr lang="es-AR"/>
          </a:p>
        </p:txBody>
      </p:sp>
      <p:sp>
        <p:nvSpPr>
          <p:cNvPr id="8" name="Footer Placeholder 4">
            <a:extLst>
              <a:ext uri="{FF2B5EF4-FFF2-40B4-BE49-F238E27FC236}">
                <a16:creationId xmlns:a16="http://schemas.microsoft.com/office/drawing/2014/main" id="{96364FFF-1D0D-18C8-E6B9-1F7B5A649AEA}"/>
              </a:ext>
            </a:extLst>
          </p:cNvPr>
          <p:cNvSpPr>
            <a:spLocks noGrp="1"/>
          </p:cNvSpPr>
          <p:nvPr>
            <p:ph type="ftr" sz="quarter" idx="11"/>
          </p:nvPr>
        </p:nvSpPr>
        <p:spPr/>
        <p:txBody>
          <a:bodyPr/>
          <a:lstStyle>
            <a:lvl1pPr>
              <a:defRPr/>
            </a:lvl1pPr>
          </a:lstStyle>
          <a:p>
            <a:r>
              <a:rPr lang="es-AR"/>
              <a:t>Ingeniería de Software I</a:t>
            </a:r>
          </a:p>
        </p:txBody>
      </p:sp>
      <p:sp>
        <p:nvSpPr>
          <p:cNvPr id="9" name="Slide Number Placeholder 5">
            <a:extLst>
              <a:ext uri="{FF2B5EF4-FFF2-40B4-BE49-F238E27FC236}">
                <a16:creationId xmlns:a16="http://schemas.microsoft.com/office/drawing/2014/main" id="{C6316947-01A6-6CE9-F15B-DB6AB0BB01B9}"/>
              </a:ext>
            </a:extLst>
          </p:cNvPr>
          <p:cNvSpPr>
            <a:spLocks noGrp="1"/>
          </p:cNvSpPr>
          <p:nvPr>
            <p:ph type="sldNum" sz="quarter" idx="12"/>
          </p:nvPr>
        </p:nvSpPr>
        <p:spPr/>
        <p:txBody>
          <a:bodyPr/>
          <a:lstStyle>
            <a:lvl1pPr>
              <a:defRPr/>
            </a:lvl1p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31066425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2" name="Date Placeholder 3">
            <a:extLst>
              <a:ext uri="{FF2B5EF4-FFF2-40B4-BE49-F238E27FC236}">
                <a16:creationId xmlns:a16="http://schemas.microsoft.com/office/drawing/2014/main" id="{E2B00AC5-3654-2515-8CEA-EBAB90FA526A}"/>
              </a:ext>
            </a:extLst>
          </p:cNvPr>
          <p:cNvSpPr>
            <a:spLocks noGrp="1"/>
          </p:cNvSpPr>
          <p:nvPr>
            <p:ph type="dt" sz="half" idx="10"/>
          </p:nvPr>
        </p:nvSpPr>
        <p:spPr/>
        <p:txBody>
          <a:bodyPr/>
          <a:lstStyle>
            <a:lvl1pPr>
              <a:defRPr/>
            </a:lvl1pPr>
          </a:lstStyle>
          <a:p>
            <a:r>
              <a:rPr lang="es-ES"/>
              <a:t>2026</a:t>
            </a:r>
            <a:endParaRPr lang="es-AR"/>
          </a:p>
        </p:txBody>
      </p:sp>
      <p:sp>
        <p:nvSpPr>
          <p:cNvPr id="5" name="Footer Placeholder 4">
            <a:extLst>
              <a:ext uri="{FF2B5EF4-FFF2-40B4-BE49-F238E27FC236}">
                <a16:creationId xmlns:a16="http://schemas.microsoft.com/office/drawing/2014/main" id="{74AD0E99-CEAF-9570-B9C9-B260619933E1}"/>
              </a:ext>
            </a:extLst>
          </p:cNvPr>
          <p:cNvSpPr>
            <a:spLocks noGrp="1"/>
          </p:cNvSpPr>
          <p:nvPr>
            <p:ph type="ftr" sz="quarter" idx="11"/>
          </p:nvPr>
        </p:nvSpPr>
        <p:spPr/>
        <p:txBody>
          <a:bodyPr/>
          <a:lstStyle>
            <a:lvl1pPr>
              <a:defRPr/>
            </a:lvl1pPr>
          </a:lstStyle>
          <a:p>
            <a:r>
              <a:rPr lang="es-AR"/>
              <a:t>Ingeniería de Software I</a:t>
            </a:r>
          </a:p>
        </p:txBody>
      </p:sp>
      <p:sp>
        <p:nvSpPr>
          <p:cNvPr id="6" name="Slide Number Placeholder 5">
            <a:extLst>
              <a:ext uri="{FF2B5EF4-FFF2-40B4-BE49-F238E27FC236}">
                <a16:creationId xmlns:a16="http://schemas.microsoft.com/office/drawing/2014/main" id="{5DB9978F-6422-59E6-19A9-99C41A9E2AC8}"/>
              </a:ext>
            </a:extLst>
          </p:cNvPr>
          <p:cNvSpPr>
            <a:spLocks noGrp="1"/>
          </p:cNvSpPr>
          <p:nvPr>
            <p:ph type="sldNum" sz="quarter" idx="12"/>
          </p:nvPr>
        </p:nvSpPr>
        <p:spPr/>
        <p:txBody>
          <a:bodyPr/>
          <a:lstStyle>
            <a:lvl1pPr>
              <a:defRPr/>
            </a:lvl1p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18706614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1097280" y="2582334"/>
            <a:ext cx="4937760" cy="337820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217920" y="2582334"/>
            <a:ext cx="4937760" cy="337820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2" name="Date Placeholder 3">
            <a:extLst>
              <a:ext uri="{FF2B5EF4-FFF2-40B4-BE49-F238E27FC236}">
                <a16:creationId xmlns:a16="http://schemas.microsoft.com/office/drawing/2014/main" id="{02FA1F0C-E49B-97E8-A82B-2F49761AC9FD}"/>
              </a:ext>
            </a:extLst>
          </p:cNvPr>
          <p:cNvSpPr>
            <a:spLocks noGrp="1"/>
          </p:cNvSpPr>
          <p:nvPr>
            <p:ph type="dt" sz="half" idx="10"/>
          </p:nvPr>
        </p:nvSpPr>
        <p:spPr/>
        <p:txBody>
          <a:bodyPr/>
          <a:lstStyle>
            <a:lvl1pPr>
              <a:defRPr/>
            </a:lvl1pPr>
          </a:lstStyle>
          <a:p>
            <a:r>
              <a:rPr lang="es-ES"/>
              <a:t>2026</a:t>
            </a:r>
            <a:endParaRPr lang="es-AR"/>
          </a:p>
        </p:txBody>
      </p:sp>
      <p:sp>
        <p:nvSpPr>
          <p:cNvPr id="7" name="Footer Placeholder 4">
            <a:extLst>
              <a:ext uri="{FF2B5EF4-FFF2-40B4-BE49-F238E27FC236}">
                <a16:creationId xmlns:a16="http://schemas.microsoft.com/office/drawing/2014/main" id="{3C81FB3B-68BD-51E4-7561-73FA0B7A02D2}"/>
              </a:ext>
            </a:extLst>
          </p:cNvPr>
          <p:cNvSpPr>
            <a:spLocks noGrp="1"/>
          </p:cNvSpPr>
          <p:nvPr>
            <p:ph type="ftr" sz="quarter" idx="11"/>
          </p:nvPr>
        </p:nvSpPr>
        <p:spPr/>
        <p:txBody>
          <a:bodyPr/>
          <a:lstStyle>
            <a:lvl1pPr>
              <a:defRPr/>
            </a:lvl1pPr>
          </a:lstStyle>
          <a:p>
            <a:r>
              <a:rPr lang="es-AR"/>
              <a:t>Ingeniería de Software I</a:t>
            </a:r>
          </a:p>
        </p:txBody>
      </p:sp>
      <p:sp>
        <p:nvSpPr>
          <p:cNvPr id="8" name="Slide Number Placeholder 5">
            <a:extLst>
              <a:ext uri="{FF2B5EF4-FFF2-40B4-BE49-F238E27FC236}">
                <a16:creationId xmlns:a16="http://schemas.microsoft.com/office/drawing/2014/main" id="{BA5D93B9-E0CE-8D53-6573-0DBB3AC7B190}"/>
              </a:ext>
            </a:extLst>
          </p:cNvPr>
          <p:cNvSpPr>
            <a:spLocks noGrp="1"/>
          </p:cNvSpPr>
          <p:nvPr>
            <p:ph type="sldNum" sz="quarter" idx="12"/>
          </p:nvPr>
        </p:nvSpPr>
        <p:spPr/>
        <p:txBody>
          <a:bodyPr/>
          <a:lstStyle>
            <a:lvl1pPr>
              <a:defRPr/>
            </a:lvl1p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41039071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3">
            <a:extLst>
              <a:ext uri="{FF2B5EF4-FFF2-40B4-BE49-F238E27FC236}">
                <a16:creationId xmlns:a16="http://schemas.microsoft.com/office/drawing/2014/main" id="{F98E55EA-3832-7073-FF30-6A0E5FCD9C20}"/>
              </a:ext>
            </a:extLst>
          </p:cNvPr>
          <p:cNvSpPr>
            <a:spLocks noGrp="1"/>
          </p:cNvSpPr>
          <p:nvPr>
            <p:ph type="dt" sz="half" idx="10"/>
          </p:nvPr>
        </p:nvSpPr>
        <p:spPr/>
        <p:txBody>
          <a:bodyPr/>
          <a:lstStyle>
            <a:lvl1pPr>
              <a:defRPr/>
            </a:lvl1pPr>
          </a:lstStyle>
          <a:p>
            <a:pPr>
              <a:defRPr/>
            </a:pPr>
            <a:r>
              <a:rPr lang="es-ES"/>
              <a:t>2026</a:t>
            </a:r>
            <a:endParaRPr lang="es-ES" dirty="0"/>
          </a:p>
        </p:txBody>
      </p:sp>
      <p:sp>
        <p:nvSpPr>
          <p:cNvPr id="4" name="Footer Placeholder 4">
            <a:extLst>
              <a:ext uri="{FF2B5EF4-FFF2-40B4-BE49-F238E27FC236}">
                <a16:creationId xmlns:a16="http://schemas.microsoft.com/office/drawing/2014/main" id="{E672818E-B008-6964-6D66-706CCADCAA7C}"/>
              </a:ext>
            </a:extLst>
          </p:cNvPr>
          <p:cNvSpPr>
            <a:spLocks noGrp="1"/>
          </p:cNvSpPr>
          <p:nvPr>
            <p:ph type="ftr" sz="quarter" idx="11"/>
          </p:nvPr>
        </p:nvSpPr>
        <p:spPr/>
        <p:txBody>
          <a:bodyPr/>
          <a:lstStyle>
            <a:lvl1pPr>
              <a:defRPr/>
            </a:lvl1pPr>
          </a:lstStyle>
          <a:p>
            <a:pPr>
              <a:defRPr/>
            </a:pPr>
            <a:r>
              <a:rPr lang="es-ES"/>
              <a:t>Ingeniería de Software I</a:t>
            </a:r>
            <a:endParaRPr lang="es-ES" dirty="0"/>
          </a:p>
        </p:txBody>
      </p:sp>
      <p:sp>
        <p:nvSpPr>
          <p:cNvPr id="5" name="Slide Number Placeholder 5">
            <a:extLst>
              <a:ext uri="{FF2B5EF4-FFF2-40B4-BE49-F238E27FC236}">
                <a16:creationId xmlns:a16="http://schemas.microsoft.com/office/drawing/2014/main" id="{25764FD9-B055-CC1A-4E7B-C32B71A22F44}"/>
              </a:ext>
            </a:extLst>
          </p:cNvPr>
          <p:cNvSpPr>
            <a:spLocks noGrp="1"/>
          </p:cNvSpPr>
          <p:nvPr>
            <p:ph type="sldNum" sz="quarter" idx="12"/>
          </p:nvPr>
        </p:nvSpPr>
        <p:spPr/>
        <p:txBody>
          <a:bodyPr/>
          <a:lstStyle>
            <a:lvl1pPr>
              <a:defRPr/>
            </a:lvl1p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26814437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En blanco">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242CBEB4-3DF8-B409-F712-E4FE81B7F289}"/>
              </a:ext>
            </a:extLst>
          </p:cNvPr>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Rectangle 5">
            <a:extLst>
              <a:ext uri="{FF2B5EF4-FFF2-40B4-BE49-F238E27FC236}">
                <a16:creationId xmlns:a16="http://schemas.microsoft.com/office/drawing/2014/main" id="{2A491E07-0275-3300-957C-F8EC98E73411}"/>
              </a:ext>
            </a:extLst>
          </p:cNvPr>
          <p:cNvSpPr/>
          <p:nvPr/>
        </p:nvSpPr>
        <p:spPr>
          <a:xfrm>
            <a:off x="0" y="6334125"/>
            <a:ext cx="12188825"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pic>
        <p:nvPicPr>
          <p:cNvPr id="4" name="Google Shape;67;p52">
            <a:extLst>
              <a:ext uri="{FF2B5EF4-FFF2-40B4-BE49-F238E27FC236}">
                <a16:creationId xmlns:a16="http://schemas.microsoft.com/office/drawing/2014/main" id="{79F376B5-01B4-6AFE-F06D-C6900D73B967}"/>
              </a:ext>
            </a:extLst>
          </p:cNvPr>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79125" y="177800"/>
            <a:ext cx="1206500" cy="1214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Date Placeholder 6">
            <a:extLst>
              <a:ext uri="{FF2B5EF4-FFF2-40B4-BE49-F238E27FC236}">
                <a16:creationId xmlns:a16="http://schemas.microsoft.com/office/drawing/2014/main" id="{AA91B38D-9CDC-5EEB-5507-6864FC4D9575}"/>
              </a:ext>
            </a:extLst>
          </p:cNvPr>
          <p:cNvSpPr>
            <a:spLocks noGrp="1"/>
          </p:cNvSpPr>
          <p:nvPr>
            <p:ph type="dt" sz="half" idx="10"/>
          </p:nvPr>
        </p:nvSpPr>
        <p:spPr/>
        <p:txBody>
          <a:bodyPr/>
          <a:lstStyle>
            <a:lvl1pPr>
              <a:defRPr/>
            </a:lvl1pPr>
          </a:lstStyle>
          <a:p>
            <a:r>
              <a:rPr lang="es-ES"/>
              <a:t>2026</a:t>
            </a:r>
            <a:endParaRPr lang="es-AR"/>
          </a:p>
        </p:txBody>
      </p:sp>
      <p:sp>
        <p:nvSpPr>
          <p:cNvPr id="6" name="Footer Placeholder 7">
            <a:extLst>
              <a:ext uri="{FF2B5EF4-FFF2-40B4-BE49-F238E27FC236}">
                <a16:creationId xmlns:a16="http://schemas.microsoft.com/office/drawing/2014/main" id="{9D2BB617-4C4B-FB7B-3908-471145818078}"/>
              </a:ext>
            </a:extLst>
          </p:cNvPr>
          <p:cNvSpPr>
            <a:spLocks noGrp="1"/>
          </p:cNvSpPr>
          <p:nvPr>
            <p:ph type="ftr" sz="quarter" idx="11"/>
          </p:nvPr>
        </p:nvSpPr>
        <p:spPr/>
        <p:txBody>
          <a:bodyPr/>
          <a:lstStyle>
            <a:lvl1pPr>
              <a:defRPr>
                <a:solidFill>
                  <a:srgbClr val="FFFFFF"/>
                </a:solidFill>
              </a:defRPr>
            </a:lvl1pPr>
          </a:lstStyle>
          <a:p>
            <a:r>
              <a:rPr lang="es-AR"/>
              <a:t>Ingeniería de Software I</a:t>
            </a:r>
          </a:p>
        </p:txBody>
      </p:sp>
      <p:sp>
        <p:nvSpPr>
          <p:cNvPr id="7" name="Slide Number Placeholder 8">
            <a:extLst>
              <a:ext uri="{FF2B5EF4-FFF2-40B4-BE49-F238E27FC236}">
                <a16:creationId xmlns:a16="http://schemas.microsoft.com/office/drawing/2014/main" id="{58F60621-5F01-AF04-52A1-5FC7DF5F51DC}"/>
              </a:ext>
            </a:extLst>
          </p:cNvPr>
          <p:cNvSpPr>
            <a:spLocks noGrp="1"/>
          </p:cNvSpPr>
          <p:nvPr>
            <p:ph type="sldNum" sz="quarter" idx="12"/>
          </p:nvPr>
        </p:nvSpPr>
        <p:spPr/>
        <p:txBody>
          <a:bodyPr/>
          <a:lstStyle>
            <a:lvl1pPr>
              <a:defRPr/>
            </a:lvl1p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38320607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012771B5-1F22-E3C2-0B39-1F656237E36F}"/>
              </a:ext>
            </a:extLst>
          </p:cNvPr>
          <p:cNvSpPr/>
          <p:nvPr/>
        </p:nvSpPr>
        <p:spPr>
          <a:xfrm>
            <a:off x="0" y="0"/>
            <a:ext cx="40513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8">
            <a:extLst>
              <a:ext uri="{FF2B5EF4-FFF2-40B4-BE49-F238E27FC236}">
                <a16:creationId xmlns:a16="http://schemas.microsoft.com/office/drawing/2014/main" id="{7C7CCC8F-0713-13B3-DCCB-1012AD64DD95}"/>
              </a:ext>
            </a:extLst>
          </p:cNvPr>
          <p:cNvSpPr/>
          <p:nvPr/>
        </p:nvSpPr>
        <p:spPr>
          <a:xfrm>
            <a:off x="4040188" y="0"/>
            <a:ext cx="635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ormAutofit/>
          </a:bodyPr>
          <a:lstStyle>
            <a:lvl1pPr>
              <a:defRPr sz="3600" b="0">
                <a:solidFill>
                  <a:srgbClr val="FFFFFF"/>
                </a:solidFill>
              </a:defRPr>
            </a:lvl1pPr>
          </a:lstStyle>
          <a:p>
            <a:r>
              <a:rPr lang="es-ES"/>
              <a:t>Haga clic para modificar el estilo de título del patrón</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7" name="Date Placeholder 4">
            <a:extLst>
              <a:ext uri="{FF2B5EF4-FFF2-40B4-BE49-F238E27FC236}">
                <a16:creationId xmlns:a16="http://schemas.microsoft.com/office/drawing/2014/main" id="{DA792463-77ED-20C1-9628-7795A6989AAA}"/>
              </a:ext>
            </a:extLst>
          </p:cNvPr>
          <p:cNvSpPr>
            <a:spLocks noGrp="1"/>
          </p:cNvSpPr>
          <p:nvPr>
            <p:ph type="dt" sz="half" idx="10"/>
          </p:nvPr>
        </p:nvSpPr>
        <p:spPr>
          <a:xfrm>
            <a:off x="465138" y="6459538"/>
            <a:ext cx="2619375" cy="365125"/>
          </a:xfrm>
        </p:spPr>
        <p:txBody>
          <a:bodyPr/>
          <a:lstStyle>
            <a:lvl1pPr algn="l">
              <a:defRPr/>
            </a:lvl1pPr>
          </a:lstStyle>
          <a:p>
            <a:r>
              <a:rPr lang="es-ES"/>
              <a:t>2026</a:t>
            </a:r>
            <a:endParaRPr lang="es-AR"/>
          </a:p>
        </p:txBody>
      </p:sp>
      <p:sp>
        <p:nvSpPr>
          <p:cNvPr id="8" name="Footer Placeholder 5">
            <a:extLst>
              <a:ext uri="{FF2B5EF4-FFF2-40B4-BE49-F238E27FC236}">
                <a16:creationId xmlns:a16="http://schemas.microsoft.com/office/drawing/2014/main" id="{7391D138-8AD3-7E75-46E8-56CC8957B72D}"/>
              </a:ext>
            </a:extLst>
          </p:cNvPr>
          <p:cNvSpPr>
            <a:spLocks noGrp="1"/>
          </p:cNvSpPr>
          <p:nvPr>
            <p:ph type="ftr" sz="quarter" idx="11"/>
          </p:nvPr>
        </p:nvSpPr>
        <p:spPr>
          <a:xfrm>
            <a:off x="4800600" y="6459538"/>
            <a:ext cx="4648200" cy="365125"/>
          </a:xfrm>
        </p:spPr>
        <p:txBody>
          <a:bodyPr/>
          <a:lstStyle>
            <a:lvl1pPr algn="l">
              <a:defRPr>
                <a:solidFill>
                  <a:schemeClr val="tx2"/>
                </a:solidFill>
              </a:defRPr>
            </a:lvl1pPr>
          </a:lstStyle>
          <a:p>
            <a:r>
              <a:rPr lang="es-AR"/>
              <a:t>Ingeniería de Software I</a:t>
            </a:r>
          </a:p>
        </p:txBody>
      </p:sp>
      <p:sp>
        <p:nvSpPr>
          <p:cNvPr id="9" name="Slide Number Placeholder 6">
            <a:extLst>
              <a:ext uri="{FF2B5EF4-FFF2-40B4-BE49-F238E27FC236}">
                <a16:creationId xmlns:a16="http://schemas.microsoft.com/office/drawing/2014/main" id="{95FCD55B-2025-A909-12D0-E0DE45A5058A}"/>
              </a:ext>
            </a:extLst>
          </p:cNvPr>
          <p:cNvSpPr>
            <a:spLocks noGrp="1"/>
          </p:cNvSpPr>
          <p:nvPr>
            <p:ph type="sldNum" sz="quarter" idx="12"/>
          </p:nvPr>
        </p:nvSpPr>
        <p:spPr/>
        <p:txBody>
          <a:bodyPr/>
          <a:lstStyle>
            <a:lvl1pPr>
              <a:defRPr smtClean="0">
                <a:solidFill>
                  <a:schemeClr val="tx2"/>
                </a:solidFill>
              </a:defRPr>
            </a:lvl1p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15774960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759C6BB2-319F-A10C-C0AB-406D2ADD3B1A}"/>
              </a:ext>
            </a:extLst>
          </p:cNvPr>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8">
            <a:extLst>
              <a:ext uri="{FF2B5EF4-FFF2-40B4-BE49-F238E27FC236}">
                <a16:creationId xmlns:a16="http://schemas.microsoft.com/office/drawing/2014/main" id="{824B1B43-E9CF-96CA-1DD4-5F02659A5BA4}"/>
              </a:ext>
            </a:extLst>
          </p:cNvPr>
          <p:cNvSpPr/>
          <p:nvPr/>
        </p:nvSpPr>
        <p:spPr>
          <a:xfrm>
            <a:off x="0" y="4914900"/>
            <a:ext cx="12188825"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tIns="0" bIns="0"/>
          <a:lstStyle>
            <a:lvl1pPr>
              <a:defRPr sz="3600" b="0">
                <a:solidFill>
                  <a:srgbClr val="FFFFFF"/>
                </a:solidFill>
              </a:defRPr>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rtlCol="0">
            <a:normAutofit/>
          </a:bodyPr>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s-ES" noProof="0"/>
              <a:t>Haga clic en el icono para agregar una imagen</a:t>
            </a:r>
            <a:endParaRPr lang="en-US" noProof="0"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7" name="Date Placeholder 4">
            <a:extLst>
              <a:ext uri="{FF2B5EF4-FFF2-40B4-BE49-F238E27FC236}">
                <a16:creationId xmlns:a16="http://schemas.microsoft.com/office/drawing/2014/main" id="{D9CF91DF-78EA-5575-33F8-679AA042D2A8}"/>
              </a:ext>
            </a:extLst>
          </p:cNvPr>
          <p:cNvSpPr>
            <a:spLocks noGrp="1"/>
          </p:cNvSpPr>
          <p:nvPr>
            <p:ph type="dt" sz="half" idx="10"/>
          </p:nvPr>
        </p:nvSpPr>
        <p:spPr/>
        <p:txBody>
          <a:bodyPr/>
          <a:lstStyle>
            <a:lvl1pPr>
              <a:defRPr/>
            </a:lvl1pPr>
          </a:lstStyle>
          <a:p>
            <a:pPr>
              <a:defRPr/>
            </a:pPr>
            <a:r>
              <a:rPr lang="es-ES"/>
              <a:t>2026</a:t>
            </a:r>
            <a:endParaRPr lang="es-ES" dirty="0"/>
          </a:p>
        </p:txBody>
      </p:sp>
      <p:sp>
        <p:nvSpPr>
          <p:cNvPr id="8" name="Footer Placeholder 5">
            <a:extLst>
              <a:ext uri="{FF2B5EF4-FFF2-40B4-BE49-F238E27FC236}">
                <a16:creationId xmlns:a16="http://schemas.microsoft.com/office/drawing/2014/main" id="{A3DA79B5-5C28-11FE-CD7D-4D6F83757407}"/>
              </a:ext>
            </a:extLst>
          </p:cNvPr>
          <p:cNvSpPr>
            <a:spLocks noGrp="1"/>
          </p:cNvSpPr>
          <p:nvPr>
            <p:ph type="ftr" sz="quarter" idx="11"/>
          </p:nvPr>
        </p:nvSpPr>
        <p:spPr/>
        <p:txBody>
          <a:bodyPr/>
          <a:lstStyle>
            <a:lvl1pPr>
              <a:defRPr/>
            </a:lvl1pPr>
          </a:lstStyle>
          <a:p>
            <a:pPr>
              <a:defRPr/>
            </a:pPr>
            <a:r>
              <a:rPr lang="es-ES"/>
              <a:t>Ingeniería de Software I</a:t>
            </a:r>
            <a:endParaRPr lang="es-ES" dirty="0"/>
          </a:p>
        </p:txBody>
      </p:sp>
      <p:sp>
        <p:nvSpPr>
          <p:cNvPr id="9" name="Slide Number Placeholder 6">
            <a:extLst>
              <a:ext uri="{FF2B5EF4-FFF2-40B4-BE49-F238E27FC236}">
                <a16:creationId xmlns:a16="http://schemas.microsoft.com/office/drawing/2014/main" id="{29D3C386-0D3B-E00D-E614-42732D697C35}"/>
              </a:ext>
            </a:extLst>
          </p:cNvPr>
          <p:cNvSpPr>
            <a:spLocks noGrp="1"/>
          </p:cNvSpPr>
          <p:nvPr>
            <p:ph type="sldNum" sz="quarter" idx="12"/>
          </p:nvPr>
        </p:nvSpPr>
        <p:spPr/>
        <p:txBody>
          <a:bodyPr/>
          <a:lstStyle>
            <a:lvl1pPr>
              <a:defRPr/>
            </a:lvl1p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8919149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a:extLst>
              <a:ext uri="{FF2B5EF4-FFF2-40B4-BE49-F238E27FC236}">
                <a16:creationId xmlns:a16="http://schemas.microsoft.com/office/drawing/2014/main" id="{4B1317F7-2F3D-9578-B9E8-EB786DF2D237}"/>
              </a:ext>
            </a:extLst>
          </p:cNvPr>
          <p:cNvSpPr>
            <a:spLocks noGrp="1"/>
          </p:cNvSpPr>
          <p:nvPr>
            <p:ph type="dt" sz="half" idx="10"/>
          </p:nvPr>
        </p:nvSpPr>
        <p:spPr/>
        <p:txBody>
          <a:bodyPr/>
          <a:lstStyle>
            <a:lvl1pPr>
              <a:defRPr/>
            </a:lvl1pPr>
          </a:lstStyle>
          <a:p>
            <a:r>
              <a:rPr lang="es-ES"/>
              <a:t>2026</a:t>
            </a:r>
            <a:endParaRPr lang="es-AR"/>
          </a:p>
        </p:txBody>
      </p:sp>
      <p:sp>
        <p:nvSpPr>
          <p:cNvPr id="5" name="Footer Placeholder 4">
            <a:extLst>
              <a:ext uri="{FF2B5EF4-FFF2-40B4-BE49-F238E27FC236}">
                <a16:creationId xmlns:a16="http://schemas.microsoft.com/office/drawing/2014/main" id="{0BC1DE48-E976-9B2F-8BB7-B0576B14CAE7}"/>
              </a:ext>
            </a:extLst>
          </p:cNvPr>
          <p:cNvSpPr>
            <a:spLocks noGrp="1"/>
          </p:cNvSpPr>
          <p:nvPr>
            <p:ph type="ftr" sz="quarter" idx="11"/>
          </p:nvPr>
        </p:nvSpPr>
        <p:spPr/>
        <p:txBody>
          <a:bodyPr/>
          <a:lstStyle>
            <a:lvl1pPr>
              <a:defRPr/>
            </a:lvl1pPr>
          </a:lstStyle>
          <a:p>
            <a:r>
              <a:rPr lang="es-AR"/>
              <a:t>Ingeniería de Software I</a:t>
            </a:r>
          </a:p>
        </p:txBody>
      </p:sp>
      <p:sp>
        <p:nvSpPr>
          <p:cNvPr id="6" name="Slide Number Placeholder 5">
            <a:extLst>
              <a:ext uri="{FF2B5EF4-FFF2-40B4-BE49-F238E27FC236}">
                <a16:creationId xmlns:a16="http://schemas.microsoft.com/office/drawing/2014/main" id="{6DD67A8F-4415-BB7A-7A35-16591D1C935D}"/>
              </a:ext>
            </a:extLst>
          </p:cNvPr>
          <p:cNvSpPr>
            <a:spLocks noGrp="1"/>
          </p:cNvSpPr>
          <p:nvPr>
            <p:ph type="sldNum" sz="quarter" idx="12"/>
          </p:nvPr>
        </p:nvSpPr>
        <p:spPr/>
        <p:txBody>
          <a:bodyPr/>
          <a:lstStyle>
            <a:lvl1pPr>
              <a:defRPr/>
            </a:lvl1p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33950352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ítulo vertical y texto">
    <p:spTree>
      <p:nvGrpSpPr>
        <p:cNvPr id="1" name=""/>
        <p:cNvGrpSpPr/>
        <p:nvPr/>
      </p:nvGrpSpPr>
      <p:grpSpPr>
        <a:xfrm>
          <a:off x="0" y="0"/>
          <a:ext cx="0" cy="0"/>
          <a:chOff x="0" y="0"/>
          <a:chExt cx="0" cy="0"/>
        </a:xfrm>
      </p:grpSpPr>
      <p:sp>
        <p:nvSpPr>
          <p:cNvPr id="4" name="Rectangle 6">
            <a:extLst>
              <a:ext uri="{FF2B5EF4-FFF2-40B4-BE49-F238E27FC236}">
                <a16:creationId xmlns:a16="http://schemas.microsoft.com/office/drawing/2014/main" id="{E4AC1F4E-E1A4-779F-2C27-39EA13C4CD18}"/>
              </a:ext>
            </a:extLst>
          </p:cNvPr>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 name="Rectangle 7">
            <a:extLst>
              <a:ext uri="{FF2B5EF4-FFF2-40B4-BE49-F238E27FC236}">
                <a16:creationId xmlns:a16="http://schemas.microsoft.com/office/drawing/2014/main" id="{FD989498-8655-ABD2-923F-D13E6984AA5D}"/>
              </a:ext>
            </a:extLst>
          </p:cNvPr>
          <p:cNvSpPr/>
          <p:nvPr/>
        </p:nvSpPr>
        <p:spPr>
          <a:xfrm>
            <a:off x="0" y="6334125"/>
            <a:ext cx="12188825"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6" name="Date Placeholder 3">
            <a:extLst>
              <a:ext uri="{FF2B5EF4-FFF2-40B4-BE49-F238E27FC236}">
                <a16:creationId xmlns:a16="http://schemas.microsoft.com/office/drawing/2014/main" id="{5B7AEBD3-12EF-3039-6BEE-5F7623A96158}"/>
              </a:ext>
            </a:extLst>
          </p:cNvPr>
          <p:cNvSpPr>
            <a:spLocks noGrp="1"/>
          </p:cNvSpPr>
          <p:nvPr>
            <p:ph type="dt" sz="half" idx="10"/>
          </p:nvPr>
        </p:nvSpPr>
        <p:spPr/>
        <p:txBody>
          <a:bodyPr/>
          <a:lstStyle>
            <a:lvl1pPr>
              <a:defRPr/>
            </a:lvl1pPr>
          </a:lstStyle>
          <a:p>
            <a:r>
              <a:rPr lang="es-ES"/>
              <a:t>2026</a:t>
            </a:r>
            <a:endParaRPr lang="es-AR"/>
          </a:p>
        </p:txBody>
      </p:sp>
      <p:sp>
        <p:nvSpPr>
          <p:cNvPr id="7" name="Footer Placeholder 4">
            <a:extLst>
              <a:ext uri="{FF2B5EF4-FFF2-40B4-BE49-F238E27FC236}">
                <a16:creationId xmlns:a16="http://schemas.microsoft.com/office/drawing/2014/main" id="{F0B176D8-EF14-E878-5A0B-48A9DD90B9A6}"/>
              </a:ext>
            </a:extLst>
          </p:cNvPr>
          <p:cNvSpPr>
            <a:spLocks noGrp="1"/>
          </p:cNvSpPr>
          <p:nvPr>
            <p:ph type="ftr" sz="quarter" idx="11"/>
          </p:nvPr>
        </p:nvSpPr>
        <p:spPr/>
        <p:txBody>
          <a:bodyPr/>
          <a:lstStyle>
            <a:lvl1pPr>
              <a:defRPr/>
            </a:lvl1pPr>
          </a:lstStyle>
          <a:p>
            <a:r>
              <a:rPr lang="es-AR"/>
              <a:t>Ingeniería de Software I</a:t>
            </a:r>
          </a:p>
        </p:txBody>
      </p:sp>
      <p:sp>
        <p:nvSpPr>
          <p:cNvPr id="8" name="Slide Number Placeholder 5">
            <a:extLst>
              <a:ext uri="{FF2B5EF4-FFF2-40B4-BE49-F238E27FC236}">
                <a16:creationId xmlns:a16="http://schemas.microsoft.com/office/drawing/2014/main" id="{54EF9FDB-6499-985C-43CE-9F284A28BC58}"/>
              </a:ext>
            </a:extLst>
          </p:cNvPr>
          <p:cNvSpPr>
            <a:spLocks noGrp="1"/>
          </p:cNvSpPr>
          <p:nvPr>
            <p:ph type="sldNum" sz="quarter" idx="12"/>
          </p:nvPr>
        </p:nvSpPr>
        <p:spPr/>
        <p:txBody>
          <a:bodyPr/>
          <a:lstStyle>
            <a:lvl1pPr>
              <a:defRPr/>
            </a:lvl1p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34972572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En blanco">
  <p:cSld name="1_En blanco">
    <p:spTree>
      <p:nvGrpSpPr>
        <p:cNvPr id="1" name="Shape 25"/>
        <p:cNvGrpSpPr/>
        <p:nvPr/>
      </p:nvGrpSpPr>
      <p:grpSpPr>
        <a:xfrm>
          <a:off x="0" y="0"/>
          <a:ext cx="0" cy="0"/>
          <a:chOff x="0" y="0"/>
          <a:chExt cx="0" cy="0"/>
        </a:xfrm>
      </p:grpSpPr>
      <p:sp>
        <p:nvSpPr>
          <p:cNvPr id="6" name="Título 5"/>
          <p:cNvSpPr>
            <a:spLocks noGrp="1"/>
          </p:cNvSpPr>
          <p:nvPr>
            <p:ph type="title"/>
          </p:nvPr>
        </p:nvSpPr>
        <p:spPr/>
        <p:txBody>
          <a:bodyPr/>
          <a:lstStyle>
            <a:lvl1pPr>
              <a:defRPr sz="4400"/>
            </a:lvl1pPr>
          </a:lstStyle>
          <a:p>
            <a:r>
              <a:rPr lang="es-ES"/>
              <a:t>Haga clic para modificar el estilo de título del patrón</a:t>
            </a:r>
            <a:endParaRPr lang="es-ES" dirty="0"/>
          </a:p>
        </p:txBody>
      </p:sp>
      <p:sp>
        <p:nvSpPr>
          <p:cNvPr id="2" name="Date Placeholder 3">
            <a:extLst>
              <a:ext uri="{FF2B5EF4-FFF2-40B4-BE49-F238E27FC236}">
                <a16:creationId xmlns:a16="http://schemas.microsoft.com/office/drawing/2014/main" id="{C48680A6-0F6A-8392-CD37-021AF06925CB}"/>
              </a:ext>
            </a:extLst>
          </p:cNvPr>
          <p:cNvSpPr>
            <a:spLocks noGrp="1"/>
          </p:cNvSpPr>
          <p:nvPr>
            <p:ph type="dt" sz="half" idx="10"/>
          </p:nvPr>
        </p:nvSpPr>
        <p:spPr/>
        <p:txBody>
          <a:bodyPr/>
          <a:lstStyle>
            <a:lvl1pPr>
              <a:defRPr/>
            </a:lvl1pPr>
          </a:lstStyle>
          <a:p>
            <a:pPr>
              <a:defRPr/>
            </a:pPr>
            <a:r>
              <a:rPr lang="es-ES"/>
              <a:t>2026</a:t>
            </a:r>
            <a:endParaRPr lang="es-ES" dirty="0"/>
          </a:p>
        </p:txBody>
      </p:sp>
      <p:sp>
        <p:nvSpPr>
          <p:cNvPr id="3" name="Footer Placeholder 4">
            <a:extLst>
              <a:ext uri="{FF2B5EF4-FFF2-40B4-BE49-F238E27FC236}">
                <a16:creationId xmlns:a16="http://schemas.microsoft.com/office/drawing/2014/main" id="{0B1BE5DC-EFEC-6BDB-6DF9-2AF886896B25}"/>
              </a:ext>
            </a:extLst>
          </p:cNvPr>
          <p:cNvSpPr>
            <a:spLocks noGrp="1"/>
          </p:cNvSpPr>
          <p:nvPr>
            <p:ph type="ftr" sz="quarter" idx="11"/>
          </p:nvPr>
        </p:nvSpPr>
        <p:spPr/>
        <p:txBody>
          <a:bodyPr/>
          <a:lstStyle>
            <a:lvl1pPr>
              <a:defRPr/>
            </a:lvl1pPr>
          </a:lstStyle>
          <a:p>
            <a:pPr>
              <a:defRPr/>
            </a:pPr>
            <a:r>
              <a:rPr lang="es-ES"/>
              <a:t>Ingeniería de Software I</a:t>
            </a:r>
            <a:endParaRPr lang="es-ES" dirty="0"/>
          </a:p>
        </p:txBody>
      </p:sp>
      <p:sp>
        <p:nvSpPr>
          <p:cNvPr id="4" name="Slide Number Placeholder 5">
            <a:extLst>
              <a:ext uri="{FF2B5EF4-FFF2-40B4-BE49-F238E27FC236}">
                <a16:creationId xmlns:a16="http://schemas.microsoft.com/office/drawing/2014/main" id="{15E19CD5-F4F9-9337-0E64-625CDE90D944}"/>
              </a:ext>
            </a:extLst>
          </p:cNvPr>
          <p:cNvSpPr>
            <a:spLocks noGrp="1"/>
          </p:cNvSpPr>
          <p:nvPr>
            <p:ph type="sldNum" sz="quarter" idx="12"/>
          </p:nvPr>
        </p:nvSpPr>
        <p:spPr/>
        <p:txBody>
          <a:bodyPr/>
          <a:lstStyle>
            <a:lvl1pPr>
              <a:defRPr/>
            </a:lvl1p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13750529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Imagen con título">
  <p:cSld name="1_Imagen con título">
    <p:spTree>
      <p:nvGrpSpPr>
        <p:cNvPr id="1" name="Shape 18"/>
        <p:cNvGrpSpPr/>
        <p:nvPr/>
      </p:nvGrpSpPr>
      <p:grpSpPr>
        <a:xfrm>
          <a:off x="0" y="0"/>
          <a:ext cx="0" cy="0"/>
          <a:chOff x="0" y="0"/>
          <a:chExt cx="0" cy="0"/>
        </a:xfrm>
      </p:grpSpPr>
      <p:sp>
        <p:nvSpPr>
          <p:cNvPr id="2" name="Date Placeholder 3">
            <a:extLst>
              <a:ext uri="{FF2B5EF4-FFF2-40B4-BE49-F238E27FC236}">
                <a16:creationId xmlns:a16="http://schemas.microsoft.com/office/drawing/2014/main" id="{16FF2D75-B27E-1242-E6C1-6AD7BC473316}"/>
              </a:ext>
            </a:extLst>
          </p:cNvPr>
          <p:cNvSpPr>
            <a:spLocks noGrp="1"/>
          </p:cNvSpPr>
          <p:nvPr>
            <p:ph type="dt" sz="half" idx="10"/>
          </p:nvPr>
        </p:nvSpPr>
        <p:spPr/>
        <p:txBody>
          <a:bodyPr/>
          <a:lstStyle>
            <a:lvl1pPr>
              <a:defRPr/>
            </a:lvl1pPr>
          </a:lstStyle>
          <a:p>
            <a:pPr>
              <a:defRPr/>
            </a:pPr>
            <a:r>
              <a:rPr lang="es-ES"/>
              <a:t>2026</a:t>
            </a:r>
            <a:endParaRPr lang="es-ES" dirty="0"/>
          </a:p>
        </p:txBody>
      </p:sp>
      <p:sp>
        <p:nvSpPr>
          <p:cNvPr id="3" name="Footer Placeholder 4">
            <a:extLst>
              <a:ext uri="{FF2B5EF4-FFF2-40B4-BE49-F238E27FC236}">
                <a16:creationId xmlns:a16="http://schemas.microsoft.com/office/drawing/2014/main" id="{25382D3B-1DB2-356E-52C9-A3C29A65A4F5}"/>
              </a:ext>
            </a:extLst>
          </p:cNvPr>
          <p:cNvSpPr>
            <a:spLocks noGrp="1"/>
          </p:cNvSpPr>
          <p:nvPr>
            <p:ph type="ftr" sz="quarter" idx="11"/>
          </p:nvPr>
        </p:nvSpPr>
        <p:spPr/>
        <p:txBody>
          <a:bodyPr/>
          <a:lstStyle>
            <a:lvl1pPr>
              <a:defRPr/>
            </a:lvl1pPr>
          </a:lstStyle>
          <a:p>
            <a:pPr>
              <a:defRPr/>
            </a:pPr>
            <a:r>
              <a:rPr lang="es-ES"/>
              <a:t>Ingeniería de Software I</a:t>
            </a:r>
            <a:endParaRPr lang="es-ES" dirty="0"/>
          </a:p>
        </p:txBody>
      </p:sp>
      <p:sp>
        <p:nvSpPr>
          <p:cNvPr id="4" name="Slide Number Placeholder 5">
            <a:extLst>
              <a:ext uri="{FF2B5EF4-FFF2-40B4-BE49-F238E27FC236}">
                <a16:creationId xmlns:a16="http://schemas.microsoft.com/office/drawing/2014/main" id="{3CB84EE2-3356-1238-AF94-3D7F4756AAD2}"/>
              </a:ext>
            </a:extLst>
          </p:cNvPr>
          <p:cNvSpPr>
            <a:spLocks noGrp="1"/>
          </p:cNvSpPr>
          <p:nvPr>
            <p:ph type="sldNum" sz="quarter" idx="12"/>
          </p:nvPr>
        </p:nvSpPr>
        <p:spPr/>
        <p:txBody>
          <a:bodyPr/>
          <a:lstStyle>
            <a:lvl1pPr>
              <a:defRPr/>
            </a:lvl1p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18521605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Normal con fuente ">
  <p:cSld name="Normal con fuente ">
    <p:spTree>
      <p:nvGrpSpPr>
        <p:cNvPr id="1" name="Shape 28"/>
        <p:cNvGrpSpPr/>
        <p:nvPr/>
      </p:nvGrpSpPr>
      <p:grpSpPr>
        <a:xfrm>
          <a:off x="0" y="0"/>
          <a:ext cx="0" cy="0"/>
          <a:chOff x="0" y="0"/>
          <a:chExt cx="0" cy="0"/>
        </a:xfrm>
      </p:grpSpPr>
      <p:sp>
        <p:nvSpPr>
          <p:cNvPr id="2" name="Date Placeholder 4">
            <a:extLst>
              <a:ext uri="{FF2B5EF4-FFF2-40B4-BE49-F238E27FC236}">
                <a16:creationId xmlns:a16="http://schemas.microsoft.com/office/drawing/2014/main" id="{8F13A26E-4E20-D375-8CC5-C05D2FFF1BC8}"/>
              </a:ext>
            </a:extLst>
          </p:cNvPr>
          <p:cNvSpPr>
            <a:spLocks noGrp="1"/>
          </p:cNvSpPr>
          <p:nvPr>
            <p:ph type="dt" sz="half" idx="10"/>
          </p:nvPr>
        </p:nvSpPr>
        <p:spPr/>
        <p:txBody>
          <a:bodyPr/>
          <a:lstStyle>
            <a:lvl1pPr>
              <a:defRPr/>
            </a:lvl1pPr>
          </a:lstStyle>
          <a:p>
            <a:pPr>
              <a:defRPr/>
            </a:pPr>
            <a:r>
              <a:rPr lang="es-ES"/>
              <a:t>2026</a:t>
            </a:r>
            <a:endParaRPr lang="es-ES" dirty="0"/>
          </a:p>
        </p:txBody>
      </p:sp>
      <p:sp>
        <p:nvSpPr>
          <p:cNvPr id="3" name="Footer Placeholder 5">
            <a:extLst>
              <a:ext uri="{FF2B5EF4-FFF2-40B4-BE49-F238E27FC236}">
                <a16:creationId xmlns:a16="http://schemas.microsoft.com/office/drawing/2014/main" id="{332EDF65-A6EF-8962-6606-0D7F08BDA20F}"/>
              </a:ext>
            </a:extLst>
          </p:cNvPr>
          <p:cNvSpPr>
            <a:spLocks noGrp="1"/>
          </p:cNvSpPr>
          <p:nvPr>
            <p:ph type="ftr" sz="quarter" idx="11"/>
          </p:nvPr>
        </p:nvSpPr>
        <p:spPr/>
        <p:txBody>
          <a:bodyPr/>
          <a:lstStyle>
            <a:lvl1pPr>
              <a:defRPr/>
            </a:lvl1pPr>
          </a:lstStyle>
          <a:p>
            <a:pPr>
              <a:defRPr/>
            </a:pPr>
            <a:r>
              <a:rPr lang="es-ES"/>
              <a:t>Ingeniería de Software I</a:t>
            </a:r>
            <a:endParaRPr lang="es-ES" dirty="0"/>
          </a:p>
        </p:txBody>
      </p:sp>
      <p:sp>
        <p:nvSpPr>
          <p:cNvPr id="4" name="Slide Number Placeholder 6">
            <a:extLst>
              <a:ext uri="{FF2B5EF4-FFF2-40B4-BE49-F238E27FC236}">
                <a16:creationId xmlns:a16="http://schemas.microsoft.com/office/drawing/2014/main" id="{E8C52701-A5FD-DED1-B73E-940304B11E14}"/>
              </a:ext>
            </a:extLst>
          </p:cNvPr>
          <p:cNvSpPr>
            <a:spLocks noGrp="1"/>
          </p:cNvSpPr>
          <p:nvPr>
            <p:ph type="sldNum" sz="quarter" idx="12"/>
          </p:nvPr>
        </p:nvSpPr>
        <p:spPr/>
        <p:txBody>
          <a:bodyPr/>
          <a:lstStyle>
            <a:lvl1pPr>
              <a:defRPr/>
            </a:lvl1p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87251663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_Imagen con título">
  <p:cSld name="2_Imagen con título">
    <p:spTree>
      <p:nvGrpSpPr>
        <p:cNvPr id="1" name="Shape 17"/>
        <p:cNvGrpSpPr/>
        <p:nvPr/>
      </p:nvGrpSpPr>
      <p:grpSpPr>
        <a:xfrm>
          <a:off x="0" y="0"/>
          <a:ext cx="0" cy="0"/>
          <a:chOff x="0" y="0"/>
          <a:chExt cx="0" cy="0"/>
        </a:xfrm>
      </p:grpSpPr>
      <p:sp>
        <p:nvSpPr>
          <p:cNvPr id="18" name="Google Shape;18;p32"/>
          <p:cNvSpPr txBox="1">
            <a:spLocks noGrp="1"/>
          </p:cNvSpPr>
          <p:nvPr>
            <p:ph type="title"/>
          </p:nvPr>
        </p:nvSpPr>
        <p:spPr>
          <a:xfrm>
            <a:off x="653977" y="4737548"/>
            <a:ext cx="10780776" cy="613283"/>
          </a:xfrm>
          <a:prstGeom prst="rect">
            <a:avLst/>
          </a:prstGeom>
          <a:noFill/>
          <a:ln>
            <a:noFill/>
          </a:ln>
        </p:spPr>
        <p:txBody>
          <a:bodyPr spcFirstLastPara="1" wrap="square" lIns="91425" tIns="45700" rIns="91425" bIns="45700" anchor="b" anchorCtr="0">
            <a:noAutofit/>
          </a:bodyPr>
          <a:lstStyle>
            <a:lvl1pPr lvl="0" algn="l">
              <a:lnSpc>
                <a:spcPct val="85000"/>
              </a:lnSpc>
              <a:spcBef>
                <a:spcPts val="0"/>
              </a:spcBef>
              <a:spcAft>
                <a:spcPts val="0"/>
              </a:spcAft>
              <a:buClr>
                <a:srgbClr val="C00000"/>
              </a:buClr>
              <a:buSzPts val="3300"/>
              <a:buFont typeface="Calibri"/>
              <a:buNone/>
              <a:defRPr sz="3287" b="0">
                <a:solidFill>
                  <a:srgbClr val="C0000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ES"/>
              <a:t>Haga clic para modificar el estilo de título del patrón</a:t>
            </a:r>
            <a:endParaRPr/>
          </a:p>
        </p:txBody>
      </p:sp>
      <p:sp>
        <p:nvSpPr>
          <p:cNvPr id="19" name="Google Shape;19;p32"/>
          <p:cNvSpPr txBox="1">
            <a:spLocks noGrp="1"/>
          </p:cNvSpPr>
          <p:nvPr>
            <p:ph type="body" idx="1"/>
          </p:nvPr>
        </p:nvSpPr>
        <p:spPr>
          <a:xfrm>
            <a:off x="653976" y="5487888"/>
            <a:ext cx="9229344" cy="533400"/>
          </a:xfrm>
          <a:prstGeom prst="rect">
            <a:avLst/>
          </a:prstGeom>
          <a:noFill/>
          <a:ln>
            <a:noFill/>
          </a:ln>
        </p:spPr>
        <p:txBody>
          <a:bodyPr spcFirstLastPara="1" wrap="square" lIns="0" tIns="45700" rIns="0" bIns="45700" anchor="t" anchorCtr="0">
            <a:normAutofit/>
          </a:bodyPr>
          <a:lstStyle>
            <a:lvl1pPr marL="455371" lvl="0" indent="-227686" algn="l">
              <a:lnSpc>
                <a:spcPct val="90000"/>
              </a:lnSpc>
              <a:spcBef>
                <a:spcPts val="1195"/>
              </a:spcBef>
              <a:spcAft>
                <a:spcPts val="0"/>
              </a:spcAft>
              <a:buSzPts val="1800"/>
              <a:buNone/>
              <a:defRPr sz="1793">
                <a:solidFill>
                  <a:srgbClr val="C00000"/>
                </a:solidFill>
              </a:defRPr>
            </a:lvl1pPr>
            <a:lvl2pPr marL="910742" lvl="1" indent="-227686" algn="l">
              <a:lnSpc>
                <a:spcPct val="90000"/>
              </a:lnSpc>
              <a:spcBef>
                <a:spcPts val="199"/>
              </a:spcBef>
              <a:spcAft>
                <a:spcPts val="0"/>
              </a:spcAft>
              <a:buSzPts val="900"/>
              <a:buNone/>
              <a:defRPr sz="896"/>
            </a:lvl2pPr>
            <a:lvl3pPr marL="1366114" lvl="2" indent="-227686" algn="l">
              <a:lnSpc>
                <a:spcPct val="90000"/>
              </a:lnSpc>
              <a:spcBef>
                <a:spcPts val="398"/>
              </a:spcBef>
              <a:spcAft>
                <a:spcPts val="0"/>
              </a:spcAft>
              <a:buSzPts val="750"/>
              <a:buNone/>
              <a:defRPr sz="747"/>
            </a:lvl3pPr>
            <a:lvl4pPr marL="1821485" lvl="3" indent="-227686" algn="l">
              <a:lnSpc>
                <a:spcPct val="90000"/>
              </a:lnSpc>
              <a:spcBef>
                <a:spcPts val="398"/>
              </a:spcBef>
              <a:spcAft>
                <a:spcPts val="0"/>
              </a:spcAft>
              <a:buSzPts val="675"/>
              <a:buNone/>
              <a:defRPr sz="672"/>
            </a:lvl4pPr>
            <a:lvl5pPr marL="2276856" lvl="4" indent="-227686" algn="l">
              <a:lnSpc>
                <a:spcPct val="90000"/>
              </a:lnSpc>
              <a:spcBef>
                <a:spcPts val="398"/>
              </a:spcBef>
              <a:spcAft>
                <a:spcPts val="0"/>
              </a:spcAft>
              <a:buSzPts val="675"/>
              <a:buNone/>
              <a:defRPr sz="672"/>
            </a:lvl5pPr>
            <a:lvl6pPr marL="2732227" lvl="5" indent="-227686" algn="l">
              <a:lnSpc>
                <a:spcPct val="90000"/>
              </a:lnSpc>
              <a:spcBef>
                <a:spcPts val="398"/>
              </a:spcBef>
              <a:spcAft>
                <a:spcPts val="0"/>
              </a:spcAft>
              <a:buSzPts val="675"/>
              <a:buNone/>
              <a:defRPr sz="672"/>
            </a:lvl6pPr>
            <a:lvl7pPr marL="3187598" lvl="6" indent="-227686" algn="l">
              <a:lnSpc>
                <a:spcPct val="90000"/>
              </a:lnSpc>
              <a:spcBef>
                <a:spcPts val="398"/>
              </a:spcBef>
              <a:spcAft>
                <a:spcPts val="0"/>
              </a:spcAft>
              <a:buSzPts val="675"/>
              <a:buNone/>
              <a:defRPr sz="672"/>
            </a:lvl7pPr>
            <a:lvl8pPr marL="3642970" lvl="7" indent="-227686" algn="l">
              <a:lnSpc>
                <a:spcPct val="90000"/>
              </a:lnSpc>
              <a:spcBef>
                <a:spcPts val="398"/>
              </a:spcBef>
              <a:spcAft>
                <a:spcPts val="0"/>
              </a:spcAft>
              <a:buSzPts val="675"/>
              <a:buNone/>
              <a:defRPr sz="672"/>
            </a:lvl8pPr>
            <a:lvl9pPr marL="4098341" lvl="8" indent="-227686" algn="l">
              <a:lnSpc>
                <a:spcPct val="90000"/>
              </a:lnSpc>
              <a:spcBef>
                <a:spcPts val="398"/>
              </a:spcBef>
              <a:spcAft>
                <a:spcPts val="398"/>
              </a:spcAft>
              <a:buSzPts val="675"/>
              <a:buNone/>
              <a:defRPr sz="672"/>
            </a:lvl9pPr>
          </a:lstStyle>
          <a:p>
            <a:pPr lvl="0"/>
            <a:r>
              <a:rPr lang="es-ES"/>
              <a:t>Haga clic para modificar los estilos de texto del patrón</a:t>
            </a:r>
          </a:p>
        </p:txBody>
      </p:sp>
      <p:sp>
        <p:nvSpPr>
          <p:cNvPr id="20" name="Google Shape;20;p32"/>
          <p:cNvSpPr txBox="1">
            <a:spLocks noGrp="1"/>
          </p:cNvSpPr>
          <p:nvPr>
            <p:ph type="dt" idx="10"/>
          </p:nvPr>
        </p:nvSpPr>
        <p:spPr>
          <a:xfrm>
            <a:off x="3211248" y="6481096"/>
            <a:ext cx="4114800" cy="2286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394" b="0" i="0" u="none" strike="noStrike" cap="none">
                <a:solidFill>
                  <a:srgbClr val="C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9pPr>
          </a:lstStyle>
          <a:p>
            <a:r>
              <a:rPr lang="es-ES"/>
              <a:t>2026</a:t>
            </a:r>
            <a:endParaRPr lang="es-AR"/>
          </a:p>
        </p:txBody>
      </p:sp>
      <p:sp>
        <p:nvSpPr>
          <p:cNvPr id="22" name="Google Shape;22;p32"/>
          <p:cNvSpPr txBox="1">
            <a:spLocks noGrp="1"/>
          </p:cNvSpPr>
          <p:nvPr>
            <p:ph type="sldNum" idx="12"/>
          </p:nvPr>
        </p:nvSpPr>
        <p:spPr>
          <a:xfrm>
            <a:off x="9900459" y="6459787"/>
            <a:ext cx="131202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46" b="0" i="0" u="none" strike="noStrike" cap="none">
                <a:solidFill>
                  <a:schemeClr val="accent6"/>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46" b="0" i="0" u="none" strike="noStrike" cap="none">
                <a:solidFill>
                  <a:schemeClr val="accent6"/>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46" b="0" i="0" u="none" strike="noStrike" cap="none">
                <a:solidFill>
                  <a:schemeClr val="accent6"/>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46" b="0" i="0" u="none" strike="noStrike" cap="none">
                <a:solidFill>
                  <a:schemeClr val="accent6"/>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46" b="0" i="0" u="none" strike="noStrike" cap="none">
                <a:solidFill>
                  <a:schemeClr val="accent6"/>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46" b="0" i="0" u="none" strike="noStrike" cap="none">
                <a:solidFill>
                  <a:schemeClr val="accent6"/>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46" b="0" i="0" u="none" strike="noStrike" cap="none">
                <a:solidFill>
                  <a:schemeClr val="accent6"/>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46" b="0" i="0" u="none" strike="noStrike" cap="none">
                <a:solidFill>
                  <a:schemeClr val="accent6"/>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46" b="0" i="0" u="none" strike="noStrike" cap="none">
                <a:solidFill>
                  <a:schemeClr val="accent6"/>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39403143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1D14690-452C-2EA9-7DC1-7860669AD66B}"/>
              </a:ext>
            </a:extLst>
          </p:cNvPr>
          <p:cNvSpPr/>
          <p:nvPr/>
        </p:nvSpPr>
        <p:spPr>
          <a:xfrm>
            <a:off x="0"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p:nvSpPr>
          <p:cNvPr id="9" name="Rectangle 8">
            <a:extLst>
              <a:ext uri="{FF2B5EF4-FFF2-40B4-BE49-F238E27FC236}">
                <a16:creationId xmlns:a16="http://schemas.microsoft.com/office/drawing/2014/main" id="{D573B14F-14D5-EDEA-6BE9-D9F96DE32BFF}"/>
              </a:ext>
            </a:extLst>
          </p:cNvPr>
          <p:cNvSpPr/>
          <p:nvPr/>
        </p:nvSpPr>
        <p:spPr>
          <a:xfrm>
            <a:off x="0" y="6334125"/>
            <a:ext cx="12192000" cy="666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p:nvSpPr>
          <p:cNvPr id="2" name="Title Placeholder 1">
            <a:extLst>
              <a:ext uri="{FF2B5EF4-FFF2-40B4-BE49-F238E27FC236}">
                <a16:creationId xmlns:a16="http://schemas.microsoft.com/office/drawing/2014/main" id="{4292C7BE-4690-DB4F-E226-292D370F8B73}"/>
              </a:ext>
            </a:extLst>
          </p:cNvPr>
          <p:cNvSpPr>
            <a:spLocks noGrp="1"/>
          </p:cNvSpPr>
          <p:nvPr>
            <p:ph type="title"/>
          </p:nvPr>
        </p:nvSpPr>
        <p:spPr>
          <a:xfrm>
            <a:off x="1096963" y="287338"/>
            <a:ext cx="10058400" cy="1449387"/>
          </a:xfrm>
          <a:prstGeom prst="rect">
            <a:avLst/>
          </a:prstGeom>
        </p:spPr>
        <p:txBody>
          <a:bodyPr vert="horz" lIns="91440" tIns="45720" rIns="91440" bIns="45720" rtlCol="0" anchor="b">
            <a:noAutofit/>
          </a:bodyPr>
          <a:lstStyle/>
          <a:p>
            <a:r>
              <a:rPr lang="es-ES" dirty="0"/>
              <a:t>Haga clic para modificar el estilo de título del patrón</a:t>
            </a:r>
            <a:endParaRPr lang="en-US" dirty="0"/>
          </a:p>
        </p:txBody>
      </p:sp>
      <p:sp>
        <p:nvSpPr>
          <p:cNvPr id="1029" name="Text Placeholder 2">
            <a:extLst>
              <a:ext uri="{FF2B5EF4-FFF2-40B4-BE49-F238E27FC236}">
                <a16:creationId xmlns:a16="http://schemas.microsoft.com/office/drawing/2014/main" id="{01A741C2-16C9-34D3-12D1-63342D9C1EDC}"/>
              </a:ext>
            </a:extLst>
          </p:cNvPr>
          <p:cNvSpPr>
            <a:spLocks noGrp="1" noChangeArrowheads="1"/>
          </p:cNvSpPr>
          <p:nvPr>
            <p:ph type="body" idx="1"/>
          </p:nvPr>
        </p:nvSpPr>
        <p:spPr bwMode="auto">
          <a:xfrm>
            <a:off x="1096963" y="1846263"/>
            <a:ext cx="10058400" cy="402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p>
            <a:pPr lvl="0"/>
            <a:r>
              <a:rPr lang="es-ES" altLang="es-ES"/>
              <a:t>Haga clic para modificar los estilos de texto del patrón</a:t>
            </a:r>
          </a:p>
          <a:p>
            <a:pPr lvl="1"/>
            <a:r>
              <a:rPr lang="es-ES" altLang="es-ES"/>
              <a:t>Segundo nivel</a:t>
            </a:r>
          </a:p>
          <a:p>
            <a:pPr lvl="2"/>
            <a:r>
              <a:rPr lang="es-ES" altLang="es-ES"/>
              <a:t>Tercer nivel</a:t>
            </a:r>
          </a:p>
          <a:p>
            <a:pPr lvl="3"/>
            <a:r>
              <a:rPr lang="es-ES" altLang="es-ES"/>
              <a:t>Cuarto nivel</a:t>
            </a:r>
          </a:p>
          <a:p>
            <a:pPr lvl="4"/>
            <a:r>
              <a:rPr lang="es-ES" altLang="es-ES"/>
              <a:t>Quinto nivel</a:t>
            </a:r>
            <a:endParaRPr lang="en-US" altLang="es-ES"/>
          </a:p>
        </p:txBody>
      </p:sp>
      <p:sp>
        <p:nvSpPr>
          <p:cNvPr id="4" name="Date Placeholder 3">
            <a:extLst>
              <a:ext uri="{FF2B5EF4-FFF2-40B4-BE49-F238E27FC236}">
                <a16:creationId xmlns:a16="http://schemas.microsoft.com/office/drawing/2014/main" id="{9BA0E0D3-3397-8A36-F54C-3173C2C5768B}"/>
              </a:ext>
            </a:extLst>
          </p:cNvPr>
          <p:cNvSpPr>
            <a:spLocks noGrp="1"/>
          </p:cNvSpPr>
          <p:nvPr>
            <p:ph type="dt" sz="half" idx="2"/>
          </p:nvPr>
        </p:nvSpPr>
        <p:spPr>
          <a:xfrm>
            <a:off x="1096963" y="6459538"/>
            <a:ext cx="2473325" cy="365125"/>
          </a:xfrm>
          <a:prstGeom prst="rect">
            <a:avLst/>
          </a:prstGeom>
        </p:spPr>
        <p:txBody>
          <a:bodyPr vert="horz" lIns="91440" tIns="45720" rIns="91440" bIns="45720" rtlCol="0" anchor="ctr"/>
          <a:lstStyle>
            <a:lvl1pPr algn="l" eaLnBrk="1" fontAlgn="auto" hangingPunct="1">
              <a:spcBef>
                <a:spcPts val="0"/>
              </a:spcBef>
              <a:spcAft>
                <a:spcPts val="0"/>
              </a:spcAft>
              <a:defRPr sz="900">
                <a:solidFill>
                  <a:srgbClr val="FFFFFF"/>
                </a:solidFill>
                <a:latin typeface="+mn-lt"/>
              </a:defRPr>
            </a:lvl1pPr>
          </a:lstStyle>
          <a:p>
            <a:pPr>
              <a:defRPr/>
            </a:pPr>
            <a:r>
              <a:rPr lang="es-ES"/>
              <a:t>2026</a:t>
            </a:r>
            <a:endParaRPr lang="es-ES" dirty="0"/>
          </a:p>
        </p:txBody>
      </p:sp>
      <p:sp>
        <p:nvSpPr>
          <p:cNvPr id="5" name="Footer Placeholder 4">
            <a:extLst>
              <a:ext uri="{FF2B5EF4-FFF2-40B4-BE49-F238E27FC236}">
                <a16:creationId xmlns:a16="http://schemas.microsoft.com/office/drawing/2014/main" id="{08645977-F708-B0A1-9668-F4267D58D7E7}"/>
              </a:ext>
            </a:extLst>
          </p:cNvPr>
          <p:cNvSpPr>
            <a:spLocks noGrp="1"/>
          </p:cNvSpPr>
          <p:nvPr>
            <p:ph type="ftr" sz="quarter" idx="3"/>
          </p:nvPr>
        </p:nvSpPr>
        <p:spPr>
          <a:xfrm>
            <a:off x="3714750" y="6448425"/>
            <a:ext cx="4822825" cy="365125"/>
          </a:xfrm>
          <a:prstGeom prst="rect">
            <a:avLst/>
          </a:prstGeom>
        </p:spPr>
        <p:txBody>
          <a:bodyPr vert="horz" lIns="91440" tIns="45720" rIns="91440" bIns="45720" rtlCol="0" anchor="ctr"/>
          <a:lstStyle>
            <a:lvl1pPr algn="ctr" eaLnBrk="1" fontAlgn="auto" hangingPunct="1">
              <a:spcBef>
                <a:spcPts val="0"/>
              </a:spcBef>
              <a:spcAft>
                <a:spcPts val="0"/>
              </a:spcAft>
              <a:defRPr sz="900" cap="all" baseline="0">
                <a:solidFill>
                  <a:srgbClr val="FFFFFF"/>
                </a:solidFill>
                <a:latin typeface="+mn-lt"/>
              </a:defRPr>
            </a:lvl1pPr>
          </a:lstStyle>
          <a:p>
            <a:pPr>
              <a:defRPr/>
            </a:pPr>
            <a:r>
              <a:rPr lang="es-ES"/>
              <a:t>Ingeniería de Software I</a:t>
            </a:r>
            <a:endParaRPr lang="es-ES" dirty="0"/>
          </a:p>
        </p:txBody>
      </p:sp>
      <p:sp>
        <p:nvSpPr>
          <p:cNvPr id="6" name="Slide Number Placeholder 5">
            <a:extLst>
              <a:ext uri="{FF2B5EF4-FFF2-40B4-BE49-F238E27FC236}">
                <a16:creationId xmlns:a16="http://schemas.microsoft.com/office/drawing/2014/main" id="{33F90B9A-E1F7-945B-F233-93584823D6B5}"/>
              </a:ext>
            </a:extLst>
          </p:cNvPr>
          <p:cNvSpPr>
            <a:spLocks noGrp="1"/>
          </p:cNvSpPr>
          <p:nvPr>
            <p:ph type="sldNum" sz="quarter" idx="4"/>
          </p:nvPr>
        </p:nvSpPr>
        <p:spPr>
          <a:xfrm>
            <a:off x="9901238" y="6459538"/>
            <a:ext cx="1311275" cy="365125"/>
          </a:xfrm>
          <a:prstGeom prst="rect">
            <a:avLst/>
          </a:prstGeom>
        </p:spPr>
        <p:txBody>
          <a:bodyPr vert="horz" lIns="91440" tIns="45720" rIns="91440" bIns="45720" rtlCol="0" anchor="ctr"/>
          <a:lstStyle>
            <a:lvl1pPr algn="r" eaLnBrk="1" fontAlgn="auto" hangingPunct="1">
              <a:spcBef>
                <a:spcPts val="0"/>
              </a:spcBef>
              <a:spcAft>
                <a:spcPts val="0"/>
              </a:spcAft>
              <a:defRPr sz="1050" smtClean="0">
                <a:solidFill>
                  <a:srgbClr val="FFFFFF"/>
                </a:solidFill>
                <a:latin typeface="+mn-lt"/>
              </a:defRPr>
            </a:lvl1pPr>
          </a:lstStyle>
          <a:p>
            <a:pPr marL="0" lvl="0" indent="0" algn="r" rtl="0">
              <a:spcBef>
                <a:spcPts val="0"/>
              </a:spcBef>
              <a:spcAft>
                <a:spcPts val="0"/>
              </a:spcAft>
              <a:buNone/>
            </a:pPr>
            <a:fld id="{00000000-1234-1234-1234-123412341234}" type="slidenum">
              <a:rPr lang="es-ES" smtClean="0"/>
              <a:t>‹Nº›</a:t>
            </a:fld>
            <a:endParaRPr lang="es-ES"/>
          </a:p>
        </p:txBody>
      </p:sp>
      <p:cxnSp>
        <p:nvCxnSpPr>
          <p:cNvPr id="10" name="Straight Connector 9">
            <a:extLst>
              <a:ext uri="{FF2B5EF4-FFF2-40B4-BE49-F238E27FC236}">
                <a16:creationId xmlns:a16="http://schemas.microsoft.com/office/drawing/2014/main" id="{2D0E3FF9-6A37-F4DC-E370-023669DBF1F2}"/>
              </a:ext>
            </a:extLst>
          </p:cNvPr>
          <p:cNvCxnSpPr/>
          <p:nvPr/>
        </p:nvCxnSpPr>
        <p:spPr>
          <a:xfrm>
            <a:off x="1193800" y="1738313"/>
            <a:ext cx="9966325"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1034" name="Google Shape;67;p52">
            <a:extLst>
              <a:ext uri="{FF2B5EF4-FFF2-40B4-BE49-F238E27FC236}">
                <a16:creationId xmlns:a16="http://schemas.microsoft.com/office/drawing/2014/main" id="{7FB2FB0C-D139-1068-3BF4-2B1ECB8462CB}"/>
              </a:ext>
            </a:extLst>
          </p:cNvPr>
          <p:cNvPicPr preferRelativeResize="0">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0779125" y="177800"/>
            <a:ext cx="1206500" cy="1214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25428186"/>
      </p:ext>
    </p:extLst>
  </p:cSld>
  <p:clrMap bg1="lt1" tx1="dk1" bg2="lt2" tx2="dk2" accent1="accent1" accent2="accent2" accent3="accent3" accent4="accent4" accent5="accent5" accent6="accent6" hlink="hlink" folHlink="folHlink"/>
  <p:sldLayoutIdLst>
    <p:sldLayoutId id="2147483723" r:id="rId1"/>
    <p:sldLayoutId id="2147483724" r:id="rId2"/>
    <p:sldLayoutId id="2147483725" r:id="rId3"/>
    <p:sldLayoutId id="2147483726" r:id="rId4"/>
    <p:sldLayoutId id="2147483727" r:id="rId5"/>
    <p:sldLayoutId id="2147483728" r:id="rId6"/>
    <p:sldLayoutId id="2147483729" r:id="rId7"/>
    <p:sldLayoutId id="2147483730" r:id="rId8"/>
    <p:sldLayoutId id="2147483731" r:id="rId9"/>
    <p:sldLayoutId id="2147483732" r:id="rId10"/>
    <p:sldLayoutId id="2147483733" r:id="rId11"/>
    <p:sldLayoutId id="2147483734" r:id="rId12"/>
    <p:sldLayoutId id="2147483735" r:id="rId13"/>
    <p:sldLayoutId id="2147483736" r:id="rId14"/>
    <p:sldLayoutId id="2147483737" r:id="rId15"/>
  </p:sldLayoutIdLst>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hf hdr="0"/>
  <p:txStyles>
    <p:titleStyle>
      <a:lvl1pPr algn="l" rtl="0" eaLnBrk="1" fontAlgn="base" hangingPunct="1">
        <a:lnSpc>
          <a:spcPct val="85000"/>
        </a:lnSpc>
        <a:spcBef>
          <a:spcPct val="0"/>
        </a:spcBef>
        <a:spcAft>
          <a:spcPct val="0"/>
        </a:spcAft>
        <a:defRPr sz="5400" kern="1200" spc="-50">
          <a:solidFill>
            <a:schemeClr val="tx1"/>
          </a:solidFill>
          <a:latin typeface="+mn-lt"/>
          <a:ea typeface="+mj-ea"/>
          <a:cs typeface="+mj-cs"/>
        </a:defRPr>
      </a:lvl1pPr>
      <a:lvl2pPr algn="l" rtl="0" eaLnBrk="1" fontAlgn="base" hangingPunct="1">
        <a:lnSpc>
          <a:spcPct val="85000"/>
        </a:lnSpc>
        <a:spcBef>
          <a:spcPct val="0"/>
        </a:spcBef>
        <a:spcAft>
          <a:spcPct val="0"/>
        </a:spcAft>
        <a:defRPr sz="5400">
          <a:solidFill>
            <a:schemeClr val="tx1"/>
          </a:solidFill>
          <a:latin typeface="Calibri" panose="020F0502020204030204" pitchFamily="34" charset="0"/>
        </a:defRPr>
      </a:lvl2pPr>
      <a:lvl3pPr algn="l" rtl="0" eaLnBrk="1" fontAlgn="base" hangingPunct="1">
        <a:lnSpc>
          <a:spcPct val="85000"/>
        </a:lnSpc>
        <a:spcBef>
          <a:spcPct val="0"/>
        </a:spcBef>
        <a:spcAft>
          <a:spcPct val="0"/>
        </a:spcAft>
        <a:defRPr sz="5400">
          <a:solidFill>
            <a:schemeClr val="tx1"/>
          </a:solidFill>
          <a:latin typeface="Calibri" panose="020F0502020204030204" pitchFamily="34" charset="0"/>
        </a:defRPr>
      </a:lvl3pPr>
      <a:lvl4pPr algn="l" rtl="0" eaLnBrk="1" fontAlgn="base" hangingPunct="1">
        <a:lnSpc>
          <a:spcPct val="85000"/>
        </a:lnSpc>
        <a:spcBef>
          <a:spcPct val="0"/>
        </a:spcBef>
        <a:spcAft>
          <a:spcPct val="0"/>
        </a:spcAft>
        <a:defRPr sz="5400">
          <a:solidFill>
            <a:schemeClr val="tx1"/>
          </a:solidFill>
          <a:latin typeface="Calibri" panose="020F0502020204030204" pitchFamily="34" charset="0"/>
        </a:defRPr>
      </a:lvl4pPr>
      <a:lvl5pPr algn="l" rtl="0" eaLnBrk="1" fontAlgn="base" hangingPunct="1">
        <a:lnSpc>
          <a:spcPct val="85000"/>
        </a:lnSpc>
        <a:spcBef>
          <a:spcPct val="0"/>
        </a:spcBef>
        <a:spcAft>
          <a:spcPct val="0"/>
        </a:spcAft>
        <a:defRPr sz="5400">
          <a:solidFill>
            <a:schemeClr val="tx1"/>
          </a:solidFill>
          <a:latin typeface="Calibri" panose="020F0502020204030204" pitchFamily="34" charset="0"/>
        </a:defRPr>
      </a:lvl5pPr>
      <a:lvl6pPr marL="457200" algn="l" rtl="0" eaLnBrk="1" fontAlgn="base" hangingPunct="1">
        <a:lnSpc>
          <a:spcPct val="85000"/>
        </a:lnSpc>
        <a:spcBef>
          <a:spcPct val="0"/>
        </a:spcBef>
        <a:spcAft>
          <a:spcPct val="0"/>
        </a:spcAft>
        <a:defRPr sz="5400">
          <a:solidFill>
            <a:schemeClr val="tx1"/>
          </a:solidFill>
          <a:latin typeface="Calibri" panose="020F0502020204030204" pitchFamily="34" charset="0"/>
        </a:defRPr>
      </a:lvl6pPr>
      <a:lvl7pPr marL="914400" algn="l" rtl="0" eaLnBrk="1" fontAlgn="base" hangingPunct="1">
        <a:lnSpc>
          <a:spcPct val="85000"/>
        </a:lnSpc>
        <a:spcBef>
          <a:spcPct val="0"/>
        </a:spcBef>
        <a:spcAft>
          <a:spcPct val="0"/>
        </a:spcAft>
        <a:defRPr sz="5400">
          <a:solidFill>
            <a:schemeClr val="tx1"/>
          </a:solidFill>
          <a:latin typeface="Calibri" panose="020F0502020204030204" pitchFamily="34" charset="0"/>
        </a:defRPr>
      </a:lvl7pPr>
      <a:lvl8pPr marL="1371600" algn="l" rtl="0" eaLnBrk="1" fontAlgn="base" hangingPunct="1">
        <a:lnSpc>
          <a:spcPct val="85000"/>
        </a:lnSpc>
        <a:spcBef>
          <a:spcPct val="0"/>
        </a:spcBef>
        <a:spcAft>
          <a:spcPct val="0"/>
        </a:spcAft>
        <a:defRPr sz="5400">
          <a:solidFill>
            <a:schemeClr val="tx1"/>
          </a:solidFill>
          <a:latin typeface="Calibri" panose="020F0502020204030204" pitchFamily="34" charset="0"/>
        </a:defRPr>
      </a:lvl8pPr>
      <a:lvl9pPr marL="1828800" algn="l" rtl="0" eaLnBrk="1" fontAlgn="base" hangingPunct="1">
        <a:lnSpc>
          <a:spcPct val="85000"/>
        </a:lnSpc>
        <a:spcBef>
          <a:spcPct val="0"/>
        </a:spcBef>
        <a:spcAft>
          <a:spcPct val="0"/>
        </a:spcAft>
        <a:defRPr sz="5400">
          <a:solidFill>
            <a:schemeClr val="tx1"/>
          </a:solidFill>
          <a:latin typeface="Calibri" panose="020F0502020204030204" pitchFamily="34" charset="0"/>
        </a:defRPr>
      </a:lvl9pPr>
    </p:titleStyle>
    <p:bodyStyle>
      <a:lvl1pPr marL="90488" indent="-90488" algn="l" rtl="0" eaLnBrk="1" fontAlgn="base"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58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673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1863"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24.xml"/><Relationship Id="rId1" Type="http://schemas.openxmlformats.org/officeDocument/2006/relationships/slideLayout" Target="../slideLayouts/slideLayout6.xml"/><Relationship Id="rId4" Type="http://schemas.openxmlformats.org/officeDocument/2006/relationships/image" Target="../media/image11.jp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9.xml"/><Relationship Id="rId1" Type="http://schemas.openxmlformats.org/officeDocument/2006/relationships/slideLayout" Target="../slideLayouts/slideLayout6.xml"/><Relationship Id="rId4" Type="http://schemas.openxmlformats.org/officeDocument/2006/relationships/image" Target="../media/image12.png"/></Relationships>
</file>

<file path=ppt/slides/_rels/slide3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42.xml"/><Relationship Id="rId1" Type="http://schemas.openxmlformats.org/officeDocument/2006/relationships/slideLayout" Target="../slideLayouts/slideLayout6.xml"/><Relationship Id="rId4" Type="http://schemas.openxmlformats.org/officeDocument/2006/relationships/image" Target="../media/image18.jpg"/></Relationships>
</file>

<file path=ppt/slides/_rels/slide44.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44.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45.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7.xml"/><Relationship Id="rId1" Type="http://schemas.openxmlformats.org/officeDocument/2006/relationships/slideLayout" Target="../slideLayouts/slideLayout7.xml"/><Relationship Id="rId5" Type="http://schemas.openxmlformats.org/officeDocument/2006/relationships/image" Target="../media/image22.png"/><Relationship Id="rId4" Type="http://schemas.openxmlformats.org/officeDocument/2006/relationships/image" Target="../media/image21.jpg"/></Relationships>
</file>

<file path=ppt/slides/_rels/slide4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8.xml"/><Relationship Id="rId1" Type="http://schemas.openxmlformats.org/officeDocument/2006/relationships/slideLayout" Target="../slideLayouts/slideLayout7.xml"/><Relationship Id="rId5" Type="http://schemas.openxmlformats.org/officeDocument/2006/relationships/image" Target="../media/image22.png"/><Relationship Id="rId4" Type="http://schemas.openxmlformats.org/officeDocument/2006/relationships/image" Target="../media/image21.jpg"/></Relationships>
</file>

<file path=ppt/slides/_rels/slide5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9.xml"/><Relationship Id="rId1" Type="http://schemas.openxmlformats.org/officeDocument/2006/relationships/slideLayout" Target="../slideLayouts/slideLayout7.xml"/><Relationship Id="rId5" Type="http://schemas.openxmlformats.org/officeDocument/2006/relationships/image" Target="../media/image22.png"/><Relationship Id="rId4" Type="http://schemas.openxmlformats.org/officeDocument/2006/relationships/image" Target="../media/image21.jpg"/></Relationships>
</file>

<file path=ppt/slides/_rels/slide5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0.xml"/><Relationship Id="rId1" Type="http://schemas.openxmlformats.org/officeDocument/2006/relationships/slideLayout" Target="../slideLayouts/slideLayout7.xml"/><Relationship Id="rId5" Type="http://schemas.openxmlformats.org/officeDocument/2006/relationships/image" Target="../media/image22.png"/><Relationship Id="rId4" Type="http://schemas.openxmlformats.org/officeDocument/2006/relationships/image" Target="../media/image21.jpg"/></Relationships>
</file>

<file path=ppt/slides/_rels/slide5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1.xml"/><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5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2.xml"/><Relationship Id="rId1" Type="http://schemas.openxmlformats.org/officeDocument/2006/relationships/slideLayout" Target="../slideLayouts/slideLayout7.xml"/><Relationship Id="rId5" Type="http://schemas.openxmlformats.org/officeDocument/2006/relationships/image" Target="../media/image22.png"/><Relationship Id="rId4" Type="http://schemas.openxmlformats.org/officeDocument/2006/relationships/image" Target="../media/image21.jpg"/></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3" Type="http://schemas.openxmlformats.org/officeDocument/2006/relationships/hyperlink" Target="http://163.10.22.82/OAS/petri/como_comenzar_la_red.html" TargetMode="External"/><Relationship Id="rId2" Type="http://schemas.openxmlformats.org/officeDocument/2006/relationships/notesSlide" Target="../notesSlides/notesSlide55.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125"/>
          <p:cNvSpPr txBox="1">
            <a:spLocks noGrp="1"/>
          </p:cNvSpPr>
          <p:nvPr>
            <p:ph type="ctrTitle"/>
          </p:nvPr>
        </p:nvSpPr>
        <p:spPr>
          <a:xfrm>
            <a:off x="1097280" y="758952"/>
            <a:ext cx="10058400" cy="3566160"/>
          </a:xfrm>
          <a:prstGeom prst="rect">
            <a:avLst/>
          </a:prstGeom>
          <a:noFill/>
          <a:ln>
            <a:noFill/>
          </a:ln>
        </p:spPr>
        <p:txBody>
          <a:bodyPr spcFirstLastPara="1" wrap="square" lIns="91050" tIns="45500" rIns="91050" bIns="45500" anchor="b" anchorCtr="0">
            <a:noAutofit/>
          </a:bodyPr>
          <a:lstStyle/>
          <a:p>
            <a:pPr marL="0" lvl="0" indent="0" algn="l" rtl="0">
              <a:lnSpc>
                <a:spcPct val="85000"/>
              </a:lnSpc>
              <a:spcBef>
                <a:spcPts val="0"/>
              </a:spcBef>
              <a:spcAft>
                <a:spcPts val="0"/>
              </a:spcAft>
              <a:buClr>
                <a:srgbClr val="C00000"/>
              </a:buClr>
              <a:buSzPts val="3300"/>
              <a:buFont typeface="Calibri"/>
              <a:buNone/>
            </a:pPr>
            <a:r>
              <a:rPr lang="es-ES" dirty="0"/>
              <a:t>Ingeniería de Software I</a:t>
            </a:r>
            <a:endParaRPr dirty="0"/>
          </a:p>
        </p:txBody>
      </p:sp>
      <p:sp>
        <p:nvSpPr>
          <p:cNvPr id="129" name="Google Shape;129;p125"/>
          <p:cNvSpPr txBox="1">
            <a:spLocks noGrp="1"/>
          </p:cNvSpPr>
          <p:nvPr>
            <p:ph type="subTitle" idx="1"/>
          </p:nvPr>
        </p:nvSpPr>
        <p:spPr>
          <a:xfrm>
            <a:off x="1100051" y="4455620"/>
            <a:ext cx="10058400" cy="11430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2400"/>
              <a:buNone/>
            </a:pPr>
            <a:r>
              <a:rPr lang="es-ES" dirty="0"/>
              <a:t>2026 – CLASE 3</a:t>
            </a:r>
            <a:endParaRPr dirty="0"/>
          </a:p>
        </p:txBody>
      </p:sp>
      <p:sp>
        <p:nvSpPr>
          <p:cNvPr id="130" name="Google Shape;130;p125"/>
          <p:cNvSpPr txBox="1">
            <a:spLocks noGrp="1"/>
          </p:cNvSpPr>
          <p:nvPr>
            <p:ph type="sldNum" idx="12"/>
          </p:nvPr>
        </p:nvSpPr>
        <p:spPr>
          <a:xfrm>
            <a:off x="9901238" y="6459538"/>
            <a:ext cx="1311275" cy="365125"/>
          </a:xfrm>
          <a:prstGeom prst="rect">
            <a:avLst/>
          </a:prstGeom>
          <a:noFill/>
          <a:ln>
            <a:noFill/>
          </a:ln>
        </p:spPr>
        <p:txBody>
          <a:bodyPr spcFirstLastPara="1" wrap="square" lIns="91050" tIns="45500" rIns="91050" bIns="45500" anchor="ctr" anchorCtr="0">
            <a:noAutofit/>
          </a:bodyPr>
          <a:lstStyle/>
          <a:p>
            <a:pPr marL="0" lvl="0" indent="0" algn="r" rtl="0">
              <a:lnSpc>
                <a:spcPct val="100000"/>
              </a:lnSpc>
              <a:spcBef>
                <a:spcPts val="0"/>
              </a:spcBef>
              <a:spcAft>
                <a:spcPts val="0"/>
              </a:spcAft>
              <a:buClr>
                <a:srgbClr val="758085"/>
              </a:buClr>
              <a:buSzPts val="1000"/>
              <a:buFont typeface="Calibri"/>
              <a:buNone/>
            </a:pPr>
            <a:fld id="{00000000-1234-1234-1234-123412341234}" type="slidenum">
              <a:rPr lang="es-ES">
                <a:solidFill>
                  <a:srgbClr val="758085"/>
                </a:solidFill>
              </a:rPr>
              <a:t>1</a:t>
            </a:fld>
            <a:endParaRPr>
              <a:solidFill>
                <a:srgbClr val="758085"/>
              </a:solidFill>
            </a:endParaRPr>
          </a:p>
        </p:txBody>
      </p:sp>
      <p:pic>
        <p:nvPicPr>
          <p:cNvPr id="131" name="Google Shape;131;p125"/>
          <p:cNvPicPr preferRelativeResize="0"/>
          <p:nvPr/>
        </p:nvPicPr>
        <p:blipFill rotWithShape="1">
          <a:blip r:embed="rId3">
            <a:alphaModFix/>
          </a:blip>
          <a:srcRect/>
          <a:stretch/>
        </p:blipFill>
        <p:spPr>
          <a:xfrm>
            <a:off x="10758413" y="4968816"/>
            <a:ext cx="1147495" cy="1147495"/>
          </a:xfrm>
          <a:prstGeom prst="rect">
            <a:avLst/>
          </a:prstGeom>
          <a:noFill/>
          <a:ln>
            <a:noFill/>
          </a:ln>
        </p:spPr>
      </p:pic>
      <p:sp>
        <p:nvSpPr>
          <p:cNvPr id="132" name="Google Shape;132;p125"/>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s-ES"/>
              <a:t>2026</a:t>
            </a:r>
            <a:endParaRPr/>
          </a:p>
        </p:txBody>
      </p:sp>
      <p:sp>
        <p:nvSpPr>
          <p:cNvPr id="133" name="Google Shape;133;p125"/>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s-ES"/>
              <a:t>INGENIERÍA DE SOFTWARE I</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1"/>
          <p:cNvSpPr/>
          <p:nvPr/>
        </p:nvSpPr>
        <p:spPr>
          <a:xfrm>
            <a:off x="9170372" y="2852665"/>
            <a:ext cx="2851962" cy="1047817"/>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89275" tIns="44625" rIns="89275" bIns="44625" anchor="t" anchorCtr="0">
            <a:noAutofit/>
          </a:bodyPr>
          <a:lstStyle/>
          <a:p>
            <a:pPr marL="0" marR="0" lvl="0" indent="0" algn="l" rtl="0">
              <a:spcBef>
                <a:spcPts val="0"/>
              </a:spcBef>
              <a:spcAft>
                <a:spcPts val="0"/>
              </a:spcAft>
              <a:buNone/>
            </a:pPr>
            <a:endParaRPr sz="1367">
              <a:solidFill>
                <a:srgbClr val="000000"/>
              </a:solidFill>
              <a:latin typeface="Arial"/>
              <a:ea typeface="Arial"/>
              <a:cs typeface="Arial"/>
              <a:sym typeface="Arial"/>
            </a:endParaRPr>
          </a:p>
        </p:txBody>
      </p:sp>
      <p:sp>
        <p:nvSpPr>
          <p:cNvPr id="141" name="Google Shape;141;p1"/>
          <p:cNvSpPr/>
          <p:nvPr/>
        </p:nvSpPr>
        <p:spPr>
          <a:xfrm>
            <a:off x="5955542" y="6509477"/>
            <a:ext cx="2107590" cy="304852"/>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89275" tIns="44625" rIns="89275" bIns="44625" anchor="t" anchorCtr="0">
            <a:noAutofit/>
          </a:bodyPr>
          <a:lstStyle/>
          <a:p>
            <a:pPr marL="0" marR="0" lvl="0" indent="0" algn="l" rtl="0">
              <a:spcBef>
                <a:spcPts val="0"/>
              </a:spcBef>
              <a:spcAft>
                <a:spcPts val="0"/>
              </a:spcAft>
              <a:buNone/>
            </a:pPr>
            <a:endParaRPr sz="1367">
              <a:solidFill>
                <a:srgbClr val="000000"/>
              </a:solidFill>
              <a:latin typeface="Arial"/>
              <a:ea typeface="Arial"/>
              <a:cs typeface="Arial"/>
              <a:sym typeface="Arial"/>
            </a:endParaRPr>
          </a:p>
        </p:txBody>
      </p:sp>
      <p:sp>
        <p:nvSpPr>
          <p:cNvPr id="142" name="Google Shape;142;p1"/>
          <p:cNvSpPr/>
          <p:nvPr/>
        </p:nvSpPr>
        <p:spPr>
          <a:xfrm>
            <a:off x="1222279" y="1859038"/>
            <a:ext cx="9902083" cy="4478188"/>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115325" tIns="57650" rIns="115325" bIns="57650" anchor="t" anchorCtr="0">
            <a:noAutofit/>
          </a:bodyPr>
          <a:lstStyle/>
          <a:p>
            <a:pPr marL="558360" marR="0" lvl="0" indent="-558360" algn="l" rtl="0">
              <a:lnSpc>
                <a:spcPct val="85000"/>
              </a:lnSpc>
              <a:spcBef>
                <a:spcPts val="0"/>
              </a:spcBef>
              <a:spcAft>
                <a:spcPts val="0"/>
              </a:spcAft>
              <a:buClr>
                <a:srgbClr val="C00000"/>
              </a:buClr>
              <a:buSzPts val="3516"/>
              <a:buFont typeface="Noto Sans Symbols"/>
              <a:buChar char="❖"/>
            </a:pPr>
            <a:r>
              <a:rPr lang="es-ES" sz="3516" dirty="0">
                <a:solidFill>
                  <a:srgbClr val="000000"/>
                </a:solidFill>
                <a:latin typeface="Calibri"/>
                <a:ea typeface="Calibri"/>
                <a:cs typeface="Calibri"/>
                <a:sym typeface="Calibri"/>
              </a:rPr>
              <a:t>Tipos de Requerimientos </a:t>
            </a:r>
            <a:endParaRPr sz="3516" dirty="0">
              <a:solidFill>
                <a:srgbClr val="000000"/>
              </a:solidFill>
              <a:latin typeface="Arial"/>
              <a:ea typeface="Arial"/>
              <a:cs typeface="Arial"/>
              <a:sym typeface="Arial"/>
            </a:endParaRPr>
          </a:p>
          <a:p>
            <a:pPr marL="558360" marR="0" lvl="0" indent="-558360" algn="l" rtl="0">
              <a:lnSpc>
                <a:spcPct val="85000"/>
              </a:lnSpc>
              <a:spcBef>
                <a:spcPts val="1642"/>
              </a:spcBef>
              <a:spcAft>
                <a:spcPts val="0"/>
              </a:spcAft>
              <a:buClr>
                <a:srgbClr val="C00000"/>
              </a:buClr>
              <a:buSzPts val="3516"/>
              <a:buFont typeface="Noto Sans Symbols"/>
              <a:buChar char="❖"/>
            </a:pPr>
            <a:r>
              <a:rPr lang="es-ES" sz="3516" dirty="0">
                <a:solidFill>
                  <a:srgbClr val="000000"/>
                </a:solidFill>
                <a:latin typeface="Calibri"/>
                <a:ea typeface="Calibri"/>
                <a:cs typeface="Calibri"/>
                <a:sym typeface="Calibri"/>
              </a:rPr>
              <a:t>Ingeniería de Requerimientos</a:t>
            </a:r>
          </a:p>
          <a:p>
            <a:pPr marL="558360" marR="0" lvl="0" indent="-558360" algn="l" rtl="0">
              <a:lnSpc>
                <a:spcPct val="85000"/>
              </a:lnSpc>
              <a:spcBef>
                <a:spcPts val="1642"/>
              </a:spcBef>
              <a:spcAft>
                <a:spcPts val="0"/>
              </a:spcAft>
              <a:buClr>
                <a:srgbClr val="C00000"/>
              </a:buClr>
              <a:buSzPts val="3516"/>
              <a:buFont typeface="Noto Sans Symbols"/>
              <a:buChar char="❖"/>
            </a:pPr>
            <a:r>
              <a:rPr lang="es-ES" sz="3516" dirty="0">
                <a:solidFill>
                  <a:srgbClr val="000000"/>
                </a:solidFill>
                <a:latin typeface="Calibri"/>
                <a:ea typeface="Calibri"/>
                <a:cs typeface="Calibri"/>
                <a:sym typeface="Calibri"/>
              </a:rPr>
              <a:t>Especificación de requerimientos</a:t>
            </a:r>
            <a:endParaRPr sz="3516" dirty="0">
              <a:solidFill>
                <a:srgbClr val="000000"/>
              </a:solidFill>
              <a:latin typeface="Arial"/>
              <a:ea typeface="Arial"/>
              <a:cs typeface="Arial"/>
              <a:sym typeface="Arial"/>
            </a:endParaRPr>
          </a:p>
          <a:p>
            <a:pPr marL="1451454" marR="0" lvl="3" indent="-558360" algn="l" rtl="0">
              <a:lnSpc>
                <a:spcPct val="85000"/>
              </a:lnSpc>
              <a:spcBef>
                <a:spcPts val="756"/>
              </a:spcBef>
              <a:spcAft>
                <a:spcPts val="0"/>
              </a:spcAft>
              <a:buClr>
                <a:srgbClr val="000000"/>
              </a:buClr>
              <a:buSzPts val="3600"/>
              <a:buFont typeface="Arial"/>
              <a:buChar char="•"/>
            </a:pPr>
            <a:r>
              <a:rPr lang="es-ES" sz="3516" b="0" i="0" u="none" strike="noStrike" cap="none" dirty="0">
                <a:solidFill>
                  <a:srgbClr val="000000"/>
                </a:solidFill>
                <a:latin typeface="Calibri"/>
                <a:ea typeface="Calibri"/>
                <a:cs typeface="Calibri"/>
                <a:sym typeface="Calibri"/>
              </a:rPr>
              <a:t>Redes de Petri (RP)</a:t>
            </a:r>
            <a:endParaRPr sz="3516" b="0" i="0" u="none" strike="noStrike" cap="none" dirty="0">
              <a:solidFill>
                <a:srgbClr val="000000"/>
              </a:solidFill>
              <a:latin typeface="Arial"/>
              <a:ea typeface="Arial"/>
              <a:cs typeface="Arial"/>
              <a:sym typeface="Arial"/>
            </a:endParaRPr>
          </a:p>
          <a:p>
            <a:pPr marL="0" marR="0" lvl="0" indent="0" algn="l" rtl="0">
              <a:lnSpc>
                <a:spcPct val="85000"/>
              </a:lnSpc>
              <a:spcBef>
                <a:spcPts val="1642"/>
              </a:spcBef>
              <a:spcAft>
                <a:spcPts val="0"/>
              </a:spcAft>
              <a:buNone/>
            </a:pPr>
            <a:endParaRPr sz="3516" dirty="0">
              <a:solidFill>
                <a:srgbClr val="000000"/>
              </a:solidFill>
              <a:latin typeface="Arial"/>
              <a:ea typeface="Arial"/>
              <a:cs typeface="Arial"/>
              <a:sym typeface="Arial"/>
            </a:endParaRPr>
          </a:p>
        </p:txBody>
      </p:sp>
      <p:sp>
        <p:nvSpPr>
          <p:cNvPr id="143" name="Google Shape;143;p1"/>
          <p:cNvSpPr txBox="1">
            <a:spLocks noGrp="1"/>
          </p:cNvSpPr>
          <p:nvPr>
            <p:ph type="title"/>
          </p:nvPr>
        </p:nvSpPr>
        <p:spPr>
          <a:xfrm>
            <a:off x="1222279" y="287339"/>
            <a:ext cx="9806257" cy="1449387"/>
          </a:xfrm>
          <a:prstGeom prst="rect">
            <a:avLst/>
          </a:prstGeom>
          <a:noFill/>
          <a:ln>
            <a:noFill/>
          </a:ln>
        </p:spPr>
        <p:txBody>
          <a:bodyPr spcFirstLastPara="1" wrap="square" lIns="89275" tIns="44625" rIns="89275" bIns="44625" anchor="b" anchorCtr="0">
            <a:noAutofit/>
          </a:bodyPr>
          <a:lstStyle/>
          <a:p>
            <a:pPr marL="0" lvl="0" indent="0" algn="l" rtl="0">
              <a:lnSpc>
                <a:spcPct val="85000"/>
              </a:lnSpc>
              <a:spcBef>
                <a:spcPts val="0"/>
              </a:spcBef>
              <a:spcAft>
                <a:spcPts val="0"/>
              </a:spcAft>
              <a:buNone/>
            </a:pPr>
            <a:r>
              <a:rPr lang="es-ES"/>
              <a:t>Contenidos</a:t>
            </a:r>
            <a:endParaRPr/>
          </a:p>
        </p:txBody>
      </p:sp>
      <p:sp>
        <p:nvSpPr>
          <p:cNvPr id="144" name="Google Shape;144;p1"/>
          <p:cNvSpPr txBox="1">
            <a:spLocks noGrp="1"/>
          </p:cNvSpPr>
          <p:nvPr>
            <p:ph type="dt" idx="10"/>
          </p:nvPr>
        </p:nvSpPr>
        <p:spPr>
          <a:xfrm>
            <a:off x="1222279" y="6459540"/>
            <a:ext cx="2411324" cy="365125"/>
          </a:xfrm>
          <a:prstGeom prst="rect">
            <a:avLst/>
          </a:prstGeom>
          <a:noFill/>
          <a:ln>
            <a:noFill/>
          </a:ln>
        </p:spPr>
        <p:txBody>
          <a:bodyPr spcFirstLastPara="1" wrap="square" lIns="89275" tIns="44625" rIns="89275" bIns="44625" anchor="ctr" anchorCtr="0">
            <a:noAutofit/>
          </a:bodyPr>
          <a:lstStyle/>
          <a:p>
            <a:pPr marL="0" lvl="0" indent="0" algn="l" rtl="0">
              <a:spcBef>
                <a:spcPts val="0"/>
              </a:spcBef>
              <a:spcAft>
                <a:spcPts val="0"/>
              </a:spcAft>
              <a:buNone/>
            </a:pPr>
            <a:r>
              <a:rPr lang="es-ES"/>
              <a:t>2026</a:t>
            </a:r>
            <a:endParaRPr/>
          </a:p>
        </p:txBody>
      </p:sp>
      <p:sp>
        <p:nvSpPr>
          <p:cNvPr id="145" name="Google Shape;145;p1"/>
          <p:cNvSpPr txBox="1">
            <a:spLocks noGrp="1"/>
          </p:cNvSpPr>
          <p:nvPr>
            <p:ph type="ftr" idx="11"/>
          </p:nvPr>
        </p:nvSpPr>
        <p:spPr>
          <a:xfrm>
            <a:off x="3746586" y="6459540"/>
            <a:ext cx="4701927" cy="365125"/>
          </a:xfrm>
          <a:prstGeom prst="rect">
            <a:avLst/>
          </a:prstGeom>
          <a:noFill/>
          <a:ln>
            <a:noFill/>
          </a:ln>
        </p:spPr>
        <p:txBody>
          <a:bodyPr spcFirstLastPara="1" wrap="square" lIns="89275" tIns="44625" rIns="89275" bIns="44625" anchor="ctr" anchorCtr="0">
            <a:noAutofit/>
          </a:bodyPr>
          <a:lstStyle/>
          <a:p>
            <a:pPr marL="0" lvl="0" indent="0" algn="ctr" rtl="0">
              <a:spcBef>
                <a:spcPts val="0"/>
              </a:spcBef>
              <a:spcAft>
                <a:spcPts val="0"/>
              </a:spcAft>
              <a:buNone/>
            </a:pPr>
            <a:r>
              <a:rPr lang="es-ES" dirty="0"/>
              <a:t>INGENIERÍA DE SOFTWARE I</a:t>
            </a:r>
            <a:endParaRPr dirty="0"/>
          </a:p>
        </p:txBody>
      </p:sp>
      <p:sp>
        <p:nvSpPr>
          <p:cNvPr id="146" name="Google Shape;146;p1"/>
          <p:cNvSpPr txBox="1">
            <a:spLocks noGrp="1"/>
          </p:cNvSpPr>
          <p:nvPr>
            <p:ph type="sldNum" idx="12"/>
          </p:nvPr>
        </p:nvSpPr>
        <p:spPr>
          <a:xfrm>
            <a:off x="9805850" y="6459540"/>
            <a:ext cx="1278405" cy="365125"/>
          </a:xfrm>
          <a:prstGeom prst="rect">
            <a:avLst/>
          </a:prstGeom>
          <a:noFill/>
          <a:ln>
            <a:noFill/>
          </a:ln>
        </p:spPr>
        <p:txBody>
          <a:bodyPr spcFirstLastPara="1" wrap="square" lIns="89275" tIns="44625" rIns="89275" bIns="44625" anchor="ctr" anchorCtr="0">
            <a:noAutofit/>
          </a:bodyPr>
          <a:lstStyle/>
          <a:p>
            <a:pPr marL="0" lvl="0" indent="0" algn="r" rtl="0">
              <a:spcBef>
                <a:spcPts val="0"/>
              </a:spcBef>
              <a:spcAft>
                <a:spcPts val="0"/>
              </a:spcAft>
              <a:buNone/>
            </a:pPr>
            <a:fld id="{00000000-1234-1234-1234-123412341234}" type="slidenum">
              <a:rPr lang="es-ES"/>
              <a:t>2</a:t>
            </a:fld>
            <a:endParaRPr>
              <a:solidFill>
                <a:srgbClr val="000000"/>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10"/>
          <p:cNvSpPr txBox="1">
            <a:spLocks noGrp="1"/>
          </p:cNvSpPr>
          <p:nvPr>
            <p:ph type="title"/>
          </p:nvPr>
        </p:nvSpPr>
        <p:spPr>
          <a:xfrm>
            <a:off x="457200" y="1518833"/>
            <a:ext cx="3200400" cy="1361525"/>
          </a:xfrm>
          <a:prstGeom prst="rect">
            <a:avLst/>
          </a:prstGeom>
          <a:noFill/>
          <a:ln>
            <a:noFill/>
          </a:ln>
        </p:spPr>
        <p:txBody>
          <a:bodyPr spcFirstLastPara="1" wrap="square" lIns="91425" tIns="45700" rIns="91425" bIns="45700" anchor="ctr" anchorCtr="0">
            <a:noAutofit/>
          </a:bodyPr>
          <a:lstStyle/>
          <a:p>
            <a:pPr marL="0" lvl="0" indent="0" algn="l" rtl="0">
              <a:lnSpc>
                <a:spcPct val="85000"/>
              </a:lnSpc>
              <a:spcBef>
                <a:spcPts val="0"/>
              </a:spcBef>
              <a:spcAft>
                <a:spcPts val="0"/>
              </a:spcAft>
              <a:buClr>
                <a:srgbClr val="3F3F3F"/>
              </a:buClr>
              <a:buSzPts val="4400"/>
              <a:buFont typeface="Calibri"/>
              <a:buNone/>
            </a:pPr>
            <a:r>
              <a:rPr lang="es-ES" dirty="0"/>
              <a:t>Tipos de Requerimientos</a:t>
            </a:r>
            <a:endParaRPr dirty="0"/>
          </a:p>
        </p:txBody>
      </p:sp>
      <p:sp>
        <p:nvSpPr>
          <p:cNvPr id="263" name="Google Shape;263;p10"/>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260604" lvl="1" indent="-142875" algn="l" rtl="0">
              <a:lnSpc>
                <a:spcPct val="90000"/>
              </a:lnSpc>
              <a:spcBef>
                <a:spcPts val="0"/>
              </a:spcBef>
              <a:spcAft>
                <a:spcPts val="0"/>
              </a:spcAft>
              <a:buSzPts val="1800"/>
              <a:buNone/>
            </a:pPr>
            <a:endParaRPr/>
          </a:p>
          <a:p>
            <a:pPr marL="68580" lvl="0" indent="0" algn="l" rtl="0">
              <a:lnSpc>
                <a:spcPct val="90000"/>
              </a:lnSpc>
              <a:spcBef>
                <a:spcPts val="1600"/>
              </a:spcBef>
              <a:spcAft>
                <a:spcPts val="200"/>
              </a:spcAft>
              <a:buSzPts val="2000"/>
              <a:buNone/>
            </a:pPr>
            <a:endParaRPr/>
          </a:p>
        </p:txBody>
      </p:sp>
      <p:sp>
        <p:nvSpPr>
          <p:cNvPr id="2" name="Marcador de fecha 1">
            <a:extLst>
              <a:ext uri="{FF2B5EF4-FFF2-40B4-BE49-F238E27FC236}">
                <a16:creationId xmlns:a16="http://schemas.microsoft.com/office/drawing/2014/main" id="{D568E004-411E-A567-0138-FB4C9824ED17}"/>
              </a:ext>
            </a:extLst>
          </p:cNvPr>
          <p:cNvSpPr>
            <a:spLocks noGrp="1"/>
          </p:cNvSpPr>
          <p:nvPr>
            <p:ph type="dt" sz="half" idx="10"/>
          </p:nvPr>
        </p:nvSpPr>
        <p:spPr/>
        <p:txBody>
          <a:bodyPr/>
          <a:lstStyle/>
          <a:p>
            <a:r>
              <a:rPr lang="es-ES"/>
              <a:t>2026</a:t>
            </a:r>
            <a:endParaRPr lang="es-AR"/>
          </a:p>
        </p:txBody>
      </p:sp>
      <p:sp>
        <p:nvSpPr>
          <p:cNvPr id="3" name="Marcador de pie de página 2">
            <a:extLst>
              <a:ext uri="{FF2B5EF4-FFF2-40B4-BE49-F238E27FC236}">
                <a16:creationId xmlns:a16="http://schemas.microsoft.com/office/drawing/2014/main" id="{7155AC96-369F-0F8D-706A-3587D4BAEE97}"/>
              </a:ext>
            </a:extLst>
          </p:cNvPr>
          <p:cNvSpPr>
            <a:spLocks noGrp="1"/>
          </p:cNvSpPr>
          <p:nvPr>
            <p:ph type="ftr" sz="quarter" idx="11"/>
          </p:nvPr>
        </p:nvSpPr>
        <p:spPr/>
        <p:txBody>
          <a:bodyPr/>
          <a:lstStyle/>
          <a:p>
            <a:r>
              <a:rPr lang="es-AR"/>
              <a:t>Ingeniería de Software I</a:t>
            </a:r>
          </a:p>
        </p:txBody>
      </p:sp>
      <p:sp>
        <p:nvSpPr>
          <p:cNvPr id="264" name="Google Shape;264;p10"/>
          <p:cNvSpPr txBox="1">
            <a:spLocks noGrp="1"/>
          </p:cNvSpPr>
          <p:nvPr>
            <p:ph type="sldNum" sz="quarter" idx="12"/>
          </p:nvPr>
        </p:nvSpPr>
        <p:spPr>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050"/>
              <a:buNone/>
            </a:pPr>
            <a:fld id="{00000000-1234-1234-1234-123412341234}" type="slidenum">
              <a:rPr lang="es-ES"/>
              <a:t>3</a:t>
            </a:fld>
            <a:endParaRPr/>
          </a:p>
        </p:txBody>
      </p:sp>
      <p:sp>
        <p:nvSpPr>
          <p:cNvPr id="4" name="Google Shape;153;p2">
            <a:extLst>
              <a:ext uri="{FF2B5EF4-FFF2-40B4-BE49-F238E27FC236}">
                <a16:creationId xmlns:a16="http://schemas.microsoft.com/office/drawing/2014/main" id="{3716516D-7790-9BA8-F945-01C3124B8494}"/>
              </a:ext>
            </a:extLst>
          </p:cNvPr>
          <p:cNvSpPr txBox="1">
            <a:spLocks/>
          </p:cNvSpPr>
          <p:nvPr/>
        </p:nvSpPr>
        <p:spPr bwMode="auto">
          <a:xfrm>
            <a:off x="4953000" y="883920"/>
            <a:ext cx="6492240" cy="525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0" tIns="45700" rIns="0" bIns="45700" numCol="1" anchor="t" anchorCtr="0" compatLnSpc="1">
            <a:prstTxWarp prst="textNoShape">
              <a:avLst/>
            </a:prstTxWarp>
            <a:noAutofit/>
          </a:bodyPr>
          <a:lstStyle>
            <a:lvl1pPr marL="90488" indent="-90488" algn="l" rtl="0" eaLnBrk="1" fontAlgn="base"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58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673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1863"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447466" indent="-447466" algn="just" defTabSz="914400">
              <a:spcBef>
                <a:spcPts val="0"/>
              </a:spcBef>
              <a:spcAft>
                <a:spcPts val="600"/>
              </a:spcAft>
              <a:buClr>
                <a:srgbClr val="C00000"/>
              </a:buClr>
              <a:buSzPts val="2400"/>
              <a:buFont typeface="Noto Sans Symbols"/>
              <a:buChar char="❖"/>
            </a:pPr>
            <a:r>
              <a:rPr lang="es-ES" sz="2400" b="1" dirty="0">
                <a:solidFill>
                  <a:schemeClr val="dk1"/>
                </a:solidFill>
              </a:rPr>
              <a:t>Requerimientos funcionales</a:t>
            </a:r>
            <a:endParaRPr lang="es-ES" sz="2400" dirty="0">
              <a:solidFill>
                <a:schemeClr val="dk1"/>
              </a:solidFill>
            </a:endParaRPr>
          </a:p>
          <a:p>
            <a:pPr marL="618230" indent="-262471" algn="just" defTabSz="914400">
              <a:lnSpc>
                <a:spcPct val="100000"/>
              </a:lnSpc>
              <a:spcBef>
                <a:spcPts val="0"/>
              </a:spcBef>
              <a:spcAft>
                <a:spcPts val="0"/>
              </a:spcAft>
              <a:buClr>
                <a:srgbClr val="C00000"/>
              </a:buClr>
              <a:buSzPts val="2200"/>
              <a:buFont typeface="Noto Sans Symbols"/>
              <a:buChar char="»"/>
            </a:pPr>
            <a:r>
              <a:rPr lang="es-ES" dirty="0">
                <a:solidFill>
                  <a:schemeClr val="dk1"/>
                </a:solidFill>
              </a:rPr>
              <a:t>Describen una interacción entre el sistema y su ambiente. Cómo debe comportarse el sistema ante determinado estímulo. </a:t>
            </a:r>
          </a:p>
          <a:p>
            <a:pPr marL="618230" indent="-262471" algn="just" defTabSz="914400">
              <a:lnSpc>
                <a:spcPct val="100000"/>
              </a:lnSpc>
              <a:spcBef>
                <a:spcPts val="0"/>
              </a:spcBef>
              <a:spcAft>
                <a:spcPts val="0"/>
              </a:spcAft>
              <a:buClr>
                <a:srgbClr val="C00000"/>
              </a:buClr>
              <a:buSzPts val="2200"/>
              <a:buFont typeface="Noto Sans Symbols"/>
              <a:buChar char="»"/>
            </a:pPr>
            <a:r>
              <a:rPr lang="es-ES" dirty="0">
                <a:solidFill>
                  <a:schemeClr val="dk1"/>
                </a:solidFill>
              </a:rPr>
              <a:t>Describen lo que el sistema debe hacer, o incluso cómo NO debe comportarse.</a:t>
            </a:r>
          </a:p>
          <a:p>
            <a:pPr marL="618230" indent="-262471" algn="just" defTabSz="914400">
              <a:lnSpc>
                <a:spcPct val="100000"/>
              </a:lnSpc>
              <a:spcBef>
                <a:spcPts val="0"/>
              </a:spcBef>
              <a:spcAft>
                <a:spcPts val="0"/>
              </a:spcAft>
              <a:buClr>
                <a:srgbClr val="C00000"/>
              </a:buClr>
              <a:buSzPts val="2200"/>
              <a:buFont typeface="Noto Sans Symbols"/>
              <a:buChar char="»"/>
            </a:pPr>
            <a:r>
              <a:rPr lang="es-ES" dirty="0">
                <a:solidFill>
                  <a:schemeClr val="dk1"/>
                </a:solidFill>
              </a:rPr>
              <a:t>Describen con detalle la funcionalidad de este.</a:t>
            </a:r>
          </a:p>
          <a:p>
            <a:pPr marL="618230" indent="-262471" algn="just" defTabSz="914400">
              <a:lnSpc>
                <a:spcPct val="100000"/>
              </a:lnSpc>
              <a:spcBef>
                <a:spcPts val="0"/>
              </a:spcBef>
              <a:spcAft>
                <a:spcPts val="0"/>
              </a:spcAft>
              <a:buClr>
                <a:srgbClr val="C00000"/>
              </a:buClr>
              <a:buSzPts val="2200"/>
              <a:buFont typeface="Noto Sans Symbols"/>
              <a:buChar char="»"/>
            </a:pPr>
            <a:r>
              <a:rPr lang="es-ES" dirty="0">
                <a:solidFill>
                  <a:schemeClr val="dk1"/>
                </a:solidFill>
              </a:rPr>
              <a:t>Son independientes de la implementación de la solución.</a:t>
            </a:r>
          </a:p>
          <a:p>
            <a:pPr marL="618230" indent="-262471" algn="just" defTabSz="914400">
              <a:lnSpc>
                <a:spcPct val="100000"/>
              </a:lnSpc>
              <a:spcBef>
                <a:spcPts val="0"/>
              </a:spcBef>
              <a:spcAft>
                <a:spcPts val="0"/>
              </a:spcAft>
              <a:buClr>
                <a:srgbClr val="C00000"/>
              </a:buClr>
              <a:buSzPts val="2200"/>
              <a:buFont typeface="Noto Sans Symbols"/>
              <a:buChar char="»"/>
            </a:pPr>
            <a:r>
              <a:rPr lang="es-ES" dirty="0">
                <a:solidFill>
                  <a:schemeClr val="dk1"/>
                </a:solidFill>
              </a:rPr>
              <a:t>Se pueden expresar de distintas formas.</a:t>
            </a:r>
          </a:p>
          <a:p>
            <a:pPr marL="618230" indent="-262471" algn="just" defTabSz="914400">
              <a:lnSpc>
                <a:spcPct val="100000"/>
              </a:lnSpc>
              <a:spcBef>
                <a:spcPts val="0"/>
              </a:spcBef>
              <a:spcAft>
                <a:spcPts val="0"/>
              </a:spcAft>
              <a:buClr>
                <a:srgbClr val="C00000"/>
              </a:buClr>
              <a:buSzPts val="2200"/>
              <a:buFont typeface="Noto Sans Symbols"/>
              <a:buChar char="»"/>
            </a:pPr>
            <a:endParaRPr lang="es-ES" dirty="0">
              <a:solidFill>
                <a:schemeClr val="dk1"/>
              </a:solidFill>
            </a:endParaRPr>
          </a:p>
          <a:p>
            <a:pPr marL="447466" indent="-447466" algn="just" defTabSz="914400">
              <a:spcBef>
                <a:spcPts val="0"/>
              </a:spcBef>
              <a:spcAft>
                <a:spcPts val="600"/>
              </a:spcAft>
              <a:buClr>
                <a:srgbClr val="C00000"/>
              </a:buClr>
              <a:buSzPts val="2400"/>
              <a:buFont typeface="Noto Sans Symbols"/>
              <a:buChar char="❖"/>
            </a:pPr>
            <a:r>
              <a:rPr lang="es-ES" sz="2400" b="1" dirty="0">
                <a:solidFill>
                  <a:schemeClr val="dk1"/>
                </a:solidFill>
              </a:rPr>
              <a:t>Requerimientos no funcionales</a:t>
            </a:r>
            <a:endParaRPr lang="es-ES" sz="2400" dirty="0">
              <a:solidFill>
                <a:schemeClr val="dk1"/>
              </a:solidFill>
            </a:endParaRPr>
          </a:p>
          <a:p>
            <a:pPr marL="618230" indent="-262471" algn="just" defTabSz="914400">
              <a:lnSpc>
                <a:spcPct val="100000"/>
              </a:lnSpc>
              <a:spcBef>
                <a:spcPts val="0"/>
              </a:spcBef>
              <a:spcAft>
                <a:spcPts val="0"/>
              </a:spcAft>
              <a:buClr>
                <a:srgbClr val="C00000"/>
              </a:buClr>
              <a:buSzPts val="2200"/>
              <a:buFont typeface="Noto Sans Symbols"/>
              <a:buChar char="»"/>
            </a:pPr>
            <a:r>
              <a:rPr lang="es-ES" dirty="0">
                <a:solidFill>
                  <a:schemeClr val="dk1"/>
                </a:solidFill>
              </a:rPr>
              <a:t>Describen una </a:t>
            </a:r>
            <a:r>
              <a:rPr lang="es-ES" u="sng" dirty="0">
                <a:solidFill>
                  <a:schemeClr val="dk1"/>
                </a:solidFill>
              </a:rPr>
              <a:t>restricción</a:t>
            </a:r>
            <a:r>
              <a:rPr lang="es-ES" dirty="0">
                <a:solidFill>
                  <a:schemeClr val="dk1"/>
                </a:solidFill>
              </a:rPr>
              <a:t> sobre el sistema que limita nuestras elecciones en la construcción de una solución al problema.</a:t>
            </a:r>
          </a:p>
          <a:p>
            <a:pPr indent="0" defTabSz="914400">
              <a:spcAft>
                <a:spcPts val="0"/>
              </a:spcAft>
              <a:buSzPts val="2000"/>
              <a:buFont typeface="Calibri" panose="020F0502020204030204" pitchFamily="34" charset="0"/>
              <a:buNone/>
            </a:pPr>
            <a:endParaRPr lang="es-ES" dirty="0">
              <a:solidFill>
                <a:schemeClr val="dk1"/>
              </a:solidFill>
            </a:endParaRPr>
          </a:p>
        </p:txBody>
      </p:sp>
      <p:sp>
        <p:nvSpPr>
          <p:cNvPr id="5" name="Marcador de texto 4">
            <a:extLst>
              <a:ext uri="{FF2B5EF4-FFF2-40B4-BE49-F238E27FC236}">
                <a16:creationId xmlns:a16="http://schemas.microsoft.com/office/drawing/2014/main" id="{AF1EABD0-02DD-D53C-E2A1-81EC2D9462D7}"/>
              </a:ext>
            </a:extLst>
          </p:cNvPr>
          <p:cNvSpPr>
            <a:spLocks noGrp="1"/>
          </p:cNvSpPr>
          <p:nvPr>
            <p:ph type="body" sz="half" idx="2"/>
          </p:nvPr>
        </p:nvSpPr>
        <p:spPr/>
        <p:txBody>
          <a:bodyPr/>
          <a:lstStyle/>
          <a:p>
            <a:endParaRPr lang="es-E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8"/>
          <p:cNvSpPr txBox="1">
            <a:spLocks noGrp="1"/>
          </p:cNvSpPr>
          <p:nvPr>
            <p:ph type="title"/>
          </p:nvPr>
        </p:nvSpPr>
        <p:spPr>
          <a:xfrm>
            <a:off x="1086866" y="1140614"/>
            <a:ext cx="10258593" cy="632876"/>
          </a:xfrm>
          <a:prstGeom prst="rect">
            <a:avLst/>
          </a:prstGeom>
          <a:noFill/>
          <a:ln>
            <a:noFill/>
          </a:ln>
        </p:spPr>
        <p:txBody>
          <a:bodyPr spcFirstLastPara="1" wrap="square" lIns="71675" tIns="35825" rIns="71675" bIns="35825" anchor="t" anchorCtr="0">
            <a:normAutofit/>
          </a:bodyPr>
          <a:lstStyle/>
          <a:p>
            <a:pPr marL="0" lvl="0" indent="0" algn="l" rtl="0">
              <a:lnSpc>
                <a:spcPct val="84000"/>
              </a:lnSpc>
              <a:spcBef>
                <a:spcPts val="0"/>
              </a:spcBef>
              <a:spcAft>
                <a:spcPts val="0"/>
              </a:spcAft>
              <a:buNone/>
            </a:pPr>
            <a:r>
              <a:rPr lang="es-ES" sz="4382" dirty="0">
                <a:solidFill>
                  <a:schemeClr val="dk1"/>
                </a:solidFill>
                <a:latin typeface="Calibri"/>
                <a:ea typeface="Calibri"/>
                <a:cs typeface="Calibri"/>
                <a:sym typeface="Calibri"/>
              </a:rPr>
              <a:t>Requerimientos no funcionales</a:t>
            </a:r>
            <a:endParaRPr sz="4382" dirty="0">
              <a:solidFill>
                <a:schemeClr val="dk1"/>
              </a:solidFill>
              <a:latin typeface="Calibri"/>
              <a:ea typeface="Calibri"/>
              <a:cs typeface="Calibri"/>
              <a:sym typeface="Calibri"/>
            </a:endParaRPr>
          </a:p>
        </p:txBody>
      </p:sp>
      <p:sp>
        <p:nvSpPr>
          <p:cNvPr id="167" name="Google Shape;167;p8"/>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s-ES"/>
              <a:t>2026</a:t>
            </a:r>
            <a:endParaRPr/>
          </a:p>
        </p:txBody>
      </p:sp>
      <p:sp>
        <p:nvSpPr>
          <p:cNvPr id="168" name="Google Shape;168;p8"/>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s-ES"/>
              <a:t>INGENIERÍA DE SOFTWARE I</a:t>
            </a:r>
            <a:endParaRPr/>
          </a:p>
        </p:txBody>
      </p:sp>
      <p:sp>
        <p:nvSpPr>
          <p:cNvPr id="169" name="Google Shape;169;p8"/>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4</a:t>
            </a:fld>
            <a:endParaRPr/>
          </a:p>
        </p:txBody>
      </p:sp>
      <p:sp>
        <p:nvSpPr>
          <p:cNvPr id="170" name="Google Shape;170;p8"/>
          <p:cNvSpPr/>
          <p:nvPr/>
        </p:nvSpPr>
        <p:spPr>
          <a:xfrm>
            <a:off x="1151584" y="1886309"/>
            <a:ext cx="10129156" cy="4460410"/>
          </a:xfrm>
          <a:prstGeom prst="rect">
            <a:avLst/>
          </a:prstGeom>
          <a:noFill/>
          <a:ln>
            <a:noFill/>
          </a:ln>
        </p:spPr>
        <p:txBody>
          <a:bodyPr spcFirstLastPara="1" wrap="square" lIns="89625" tIns="44800" rIns="89625" bIns="44800" anchor="t" anchorCtr="0">
            <a:noAutofit/>
          </a:bodyPr>
          <a:lstStyle/>
          <a:p>
            <a:pPr marL="447466" marR="0" lvl="0" indent="-447466" algn="just" rtl="0">
              <a:spcBef>
                <a:spcPts val="0"/>
              </a:spcBef>
              <a:spcAft>
                <a:spcPts val="0"/>
              </a:spcAft>
              <a:buClr>
                <a:srgbClr val="C00000"/>
              </a:buClr>
              <a:buSzPts val="2789"/>
              <a:buFont typeface="Noto Sans Symbols"/>
              <a:buChar char="❖"/>
            </a:pPr>
            <a:r>
              <a:rPr lang="es-ES" sz="2789" dirty="0">
                <a:solidFill>
                  <a:schemeClr val="dk1"/>
                </a:solidFill>
                <a:latin typeface="Calibri"/>
                <a:ea typeface="Calibri"/>
                <a:cs typeface="Calibri"/>
                <a:sym typeface="Calibri"/>
              </a:rPr>
              <a:t>Requerimientos del producto</a:t>
            </a:r>
          </a:p>
          <a:p>
            <a:pPr marL="914400" lvl="1" indent="-457200" algn="just">
              <a:spcBef>
                <a:spcPts val="0"/>
              </a:spcBef>
              <a:spcAft>
                <a:spcPts val="0"/>
              </a:spcAft>
              <a:buClr>
                <a:srgbClr val="C00000"/>
              </a:buClr>
              <a:buSzPts val="2789"/>
              <a:buFont typeface="Noto Sans Symbols2" panose="020B0502040504020204" pitchFamily="34" charset="0"/>
              <a:buChar char="»"/>
            </a:pPr>
            <a:r>
              <a:rPr lang="es-ES" sz="2400" dirty="0">
                <a:solidFill>
                  <a:schemeClr val="dk1"/>
                </a:solidFill>
                <a:latin typeface="Calibri"/>
                <a:ea typeface="Calibri"/>
                <a:cs typeface="Calibri"/>
                <a:sym typeface="Calibri"/>
              </a:rPr>
              <a:t>Especifican el comportamiento del producto (usabilidad, eficiencia, rendimiento, espacio, fiabilidad, portabilidad).</a:t>
            </a:r>
          </a:p>
          <a:p>
            <a:pPr marL="914400" lvl="1" indent="-457200" algn="just">
              <a:spcBef>
                <a:spcPts val="0"/>
              </a:spcBef>
              <a:spcAft>
                <a:spcPts val="0"/>
              </a:spcAft>
              <a:buClr>
                <a:srgbClr val="C00000"/>
              </a:buClr>
              <a:buSzPts val="2789"/>
              <a:buFont typeface="Noto Sans Symbols2" panose="020B0502040504020204" pitchFamily="34" charset="0"/>
              <a:buChar char="»"/>
            </a:pPr>
            <a:endParaRPr lang="es-ES" sz="1200" dirty="0">
              <a:solidFill>
                <a:schemeClr val="dk1"/>
              </a:solidFill>
              <a:latin typeface="Calibri"/>
              <a:ea typeface="Calibri"/>
              <a:cs typeface="Calibri"/>
              <a:sym typeface="Calibri"/>
            </a:endParaRPr>
          </a:p>
          <a:p>
            <a:pPr marL="447466" marR="0" lvl="0" indent="-447466" algn="just" rtl="0">
              <a:spcBef>
                <a:spcPts val="0"/>
              </a:spcBef>
              <a:spcAft>
                <a:spcPts val="0"/>
              </a:spcAft>
              <a:buClr>
                <a:srgbClr val="C00000"/>
              </a:buClr>
              <a:buSzPts val="2789"/>
              <a:buFont typeface="Noto Sans Symbols"/>
              <a:buChar char="❖"/>
            </a:pPr>
            <a:r>
              <a:rPr lang="es-ES" sz="2789" dirty="0">
                <a:solidFill>
                  <a:schemeClr val="dk1"/>
                </a:solidFill>
                <a:latin typeface="Calibri"/>
                <a:ea typeface="Calibri"/>
                <a:cs typeface="Calibri"/>
                <a:sym typeface="Calibri"/>
              </a:rPr>
              <a:t>Requerimientos organizacionales</a:t>
            </a:r>
          </a:p>
          <a:p>
            <a:pPr marL="914400" marR="0" lvl="1" indent="-457200" algn="just">
              <a:spcBef>
                <a:spcPts val="0"/>
              </a:spcBef>
              <a:spcAft>
                <a:spcPts val="0"/>
              </a:spcAft>
              <a:buClr>
                <a:srgbClr val="C00000"/>
              </a:buClr>
              <a:buSzPts val="2789"/>
              <a:buFont typeface="Noto Sans Symbols2" panose="020B0502040504020204" pitchFamily="34" charset="0"/>
              <a:buChar char="»"/>
            </a:pPr>
            <a:r>
              <a:rPr lang="es-ES" sz="2400" dirty="0">
                <a:solidFill>
                  <a:schemeClr val="dk1"/>
                </a:solidFill>
                <a:latin typeface="Calibri"/>
                <a:cs typeface="Calibri"/>
                <a:sym typeface="Calibri"/>
              </a:rPr>
              <a:t>Se derivan de las políticas y procedimientos existentes en la organización del cliente y en la del desarrollador (entrega, implementación, estándares).</a:t>
            </a:r>
          </a:p>
          <a:p>
            <a:pPr marL="914400" marR="0" lvl="1" indent="-457200" algn="just">
              <a:spcBef>
                <a:spcPts val="0"/>
              </a:spcBef>
              <a:spcAft>
                <a:spcPts val="0"/>
              </a:spcAft>
              <a:buClr>
                <a:srgbClr val="C00000"/>
              </a:buClr>
              <a:buSzPts val="2789"/>
              <a:buFont typeface="Noto Sans Symbols2" panose="020B0502040504020204" pitchFamily="34" charset="0"/>
              <a:buChar char="»"/>
            </a:pPr>
            <a:endParaRPr lang="es-ES" sz="1200" dirty="0">
              <a:solidFill>
                <a:schemeClr val="dk1"/>
              </a:solidFill>
              <a:latin typeface="Calibri"/>
              <a:cs typeface="Calibri"/>
              <a:sym typeface="Calibri"/>
            </a:endParaRPr>
          </a:p>
          <a:p>
            <a:pPr marL="447466" marR="0" lvl="0" indent="-447466" algn="just" rtl="0">
              <a:spcBef>
                <a:spcPts val="0"/>
              </a:spcBef>
              <a:spcAft>
                <a:spcPts val="0"/>
              </a:spcAft>
              <a:buClr>
                <a:srgbClr val="C00000"/>
              </a:buClr>
              <a:buSzPts val="2789"/>
              <a:buFont typeface="Noto Sans Symbols"/>
              <a:buChar char="❖"/>
            </a:pPr>
            <a:r>
              <a:rPr lang="es-ES" sz="2789" dirty="0">
                <a:solidFill>
                  <a:schemeClr val="dk1"/>
                </a:solidFill>
                <a:latin typeface="Calibri"/>
                <a:ea typeface="Calibri"/>
                <a:cs typeface="Calibri"/>
                <a:sym typeface="Calibri"/>
              </a:rPr>
              <a:t>Requerimientos externos</a:t>
            </a:r>
          </a:p>
          <a:p>
            <a:pPr marL="914400" lvl="1" indent="-457200" algn="just">
              <a:spcBef>
                <a:spcPts val="0"/>
              </a:spcBef>
              <a:spcAft>
                <a:spcPts val="0"/>
              </a:spcAft>
              <a:buClr>
                <a:srgbClr val="C00000"/>
              </a:buClr>
              <a:buSzPts val="2789"/>
              <a:buFont typeface="Noto Sans Symbols2" panose="020B0502040504020204" pitchFamily="34" charset="0"/>
              <a:buChar char="»"/>
            </a:pPr>
            <a:r>
              <a:rPr lang="es-ES" sz="2400" dirty="0">
                <a:solidFill>
                  <a:schemeClr val="dk1"/>
                </a:solidFill>
                <a:latin typeface="Calibri"/>
                <a:cs typeface="Calibri"/>
                <a:sym typeface="Calibri"/>
              </a:rPr>
              <a:t>Interoperabilidad, legales, privacidad, seguridad, éticos.</a:t>
            </a:r>
          </a:p>
          <a:p>
            <a:pPr marL="447466" marR="0" lvl="0" indent="-295701" algn="just" rtl="0">
              <a:spcBef>
                <a:spcPts val="0"/>
              </a:spcBef>
              <a:spcAft>
                <a:spcPts val="0"/>
              </a:spcAft>
              <a:buClr>
                <a:srgbClr val="C00000"/>
              </a:buClr>
              <a:buSzPts val="2390"/>
              <a:buFont typeface="Noto Sans Symbols"/>
              <a:buNone/>
            </a:pPr>
            <a:endParaRPr sz="2390" dirty="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5">
          <a:extLst>
            <a:ext uri="{FF2B5EF4-FFF2-40B4-BE49-F238E27FC236}">
              <a16:creationId xmlns:a16="http://schemas.microsoft.com/office/drawing/2014/main" id="{5A1916BB-0FA2-33B5-ADD3-F25F5929BFB5}"/>
            </a:ext>
          </a:extLst>
        </p:cNvPr>
        <p:cNvGrpSpPr/>
        <p:nvPr/>
      </p:nvGrpSpPr>
      <p:grpSpPr>
        <a:xfrm>
          <a:off x="0" y="0"/>
          <a:ext cx="0" cy="0"/>
          <a:chOff x="0" y="0"/>
          <a:chExt cx="0" cy="0"/>
        </a:xfrm>
      </p:grpSpPr>
      <p:sp>
        <p:nvSpPr>
          <p:cNvPr id="166" name="Google Shape;166;p8">
            <a:extLst>
              <a:ext uri="{FF2B5EF4-FFF2-40B4-BE49-F238E27FC236}">
                <a16:creationId xmlns:a16="http://schemas.microsoft.com/office/drawing/2014/main" id="{2C2427F3-E0FF-A39D-6C72-947F0AAF5378}"/>
              </a:ext>
            </a:extLst>
          </p:cNvPr>
          <p:cNvSpPr txBox="1">
            <a:spLocks noGrp="1"/>
          </p:cNvSpPr>
          <p:nvPr>
            <p:ph type="title"/>
          </p:nvPr>
        </p:nvSpPr>
        <p:spPr>
          <a:xfrm>
            <a:off x="1086866" y="1140614"/>
            <a:ext cx="10258593" cy="632876"/>
          </a:xfrm>
          <a:prstGeom prst="rect">
            <a:avLst/>
          </a:prstGeom>
          <a:noFill/>
          <a:ln>
            <a:noFill/>
          </a:ln>
        </p:spPr>
        <p:txBody>
          <a:bodyPr spcFirstLastPara="1" wrap="square" lIns="71675" tIns="35825" rIns="71675" bIns="35825" anchor="t" anchorCtr="0">
            <a:normAutofit/>
          </a:bodyPr>
          <a:lstStyle/>
          <a:p>
            <a:pPr marL="0" lvl="0" indent="0" algn="l" rtl="0">
              <a:lnSpc>
                <a:spcPct val="84000"/>
              </a:lnSpc>
              <a:spcBef>
                <a:spcPts val="0"/>
              </a:spcBef>
              <a:spcAft>
                <a:spcPts val="0"/>
              </a:spcAft>
              <a:buNone/>
            </a:pPr>
            <a:r>
              <a:rPr lang="es-ES" sz="4382" dirty="0">
                <a:solidFill>
                  <a:schemeClr val="dk1"/>
                </a:solidFill>
                <a:latin typeface="Calibri"/>
                <a:ea typeface="Calibri"/>
                <a:cs typeface="Calibri"/>
                <a:sym typeface="Calibri"/>
              </a:rPr>
              <a:t>Requerimientos no funcionales</a:t>
            </a:r>
            <a:endParaRPr sz="4382" dirty="0">
              <a:solidFill>
                <a:schemeClr val="dk1"/>
              </a:solidFill>
              <a:latin typeface="Calibri"/>
              <a:ea typeface="Calibri"/>
              <a:cs typeface="Calibri"/>
              <a:sym typeface="Calibri"/>
            </a:endParaRPr>
          </a:p>
        </p:txBody>
      </p:sp>
      <p:sp>
        <p:nvSpPr>
          <p:cNvPr id="167" name="Google Shape;167;p8">
            <a:extLst>
              <a:ext uri="{FF2B5EF4-FFF2-40B4-BE49-F238E27FC236}">
                <a16:creationId xmlns:a16="http://schemas.microsoft.com/office/drawing/2014/main" id="{D64E1F45-EB5D-948B-A9CF-D2E9313E79F2}"/>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s-ES"/>
              <a:t>2026</a:t>
            </a:r>
            <a:endParaRPr/>
          </a:p>
        </p:txBody>
      </p:sp>
      <p:sp>
        <p:nvSpPr>
          <p:cNvPr id="168" name="Google Shape;168;p8">
            <a:extLst>
              <a:ext uri="{FF2B5EF4-FFF2-40B4-BE49-F238E27FC236}">
                <a16:creationId xmlns:a16="http://schemas.microsoft.com/office/drawing/2014/main" id="{3A098203-0CDF-6341-DA06-4D77752F370A}"/>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s-ES"/>
              <a:t>INGENIERÍA DE SOFTWARE I</a:t>
            </a:r>
            <a:endParaRPr/>
          </a:p>
        </p:txBody>
      </p:sp>
      <p:sp>
        <p:nvSpPr>
          <p:cNvPr id="169" name="Google Shape;169;p8">
            <a:extLst>
              <a:ext uri="{FF2B5EF4-FFF2-40B4-BE49-F238E27FC236}">
                <a16:creationId xmlns:a16="http://schemas.microsoft.com/office/drawing/2014/main" id="{72535BE9-CAC6-333A-53D7-493278A375F5}"/>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5</a:t>
            </a:fld>
            <a:endParaRPr/>
          </a:p>
        </p:txBody>
      </p:sp>
      <p:pic>
        <p:nvPicPr>
          <p:cNvPr id="2" name="Google Shape;278;p12">
            <a:extLst>
              <a:ext uri="{FF2B5EF4-FFF2-40B4-BE49-F238E27FC236}">
                <a16:creationId xmlns:a16="http://schemas.microsoft.com/office/drawing/2014/main" id="{54C7F75C-A8DC-CA78-3853-1090B9CE3CFE}"/>
              </a:ext>
            </a:extLst>
          </p:cNvPr>
          <p:cNvPicPr preferRelativeResize="0">
            <a:picLocks/>
          </p:cNvPicPr>
          <p:nvPr/>
        </p:nvPicPr>
        <p:blipFill rotWithShape="1">
          <a:blip r:embed="rId3">
            <a:alphaModFix/>
          </a:blip>
          <a:stretch/>
        </p:blipFill>
        <p:spPr>
          <a:xfrm>
            <a:off x="1824924" y="2254609"/>
            <a:ext cx="6866667" cy="3723809"/>
          </a:xfrm>
          <a:prstGeom prst="rect">
            <a:avLst/>
          </a:prstGeom>
          <a:noFill/>
          <a:ln>
            <a:noFill/>
          </a:ln>
        </p:spPr>
      </p:pic>
      <p:sp>
        <p:nvSpPr>
          <p:cNvPr id="3" name="Google Shape;281;p12" descr="Papel reciclado">
            <a:extLst>
              <a:ext uri="{FF2B5EF4-FFF2-40B4-BE49-F238E27FC236}">
                <a16:creationId xmlns:a16="http://schemas.microsoft.com/office/drawing/2014/main" id="{27177211-62A7-8E0B-AEC0-E6B7664CA595}"/>
              </a:ext>
            </a:extLst>
          </p:cNvPr>
          <p:cNvSpPr/>
          <p:nvPr/>
        </p:nvSpPr>
        <p:spPr>
          <a:xfrm>
            <a:off x="730699" y="2676650"/>
            <a:ext cx="3918793" cy="1439863"/>
          </a:xfrm>
          <a:prstGeom prst="borderCallout2">
            <a:avLst>
              <a:gd name="adj1" fmla="val 99478"/>
              <a:gd name="adj2" fmla="val 3136"/>
              <a:gd name="adj3" fmla="val 126387"/>
              <a:gd name="adj4" fmla="val 3107"/>
              <a:gd name="adj5" fmla="val 151249"/>
              <a:gd name="adj6" fmla="val 36385"/>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spcFirstLastPara="1" wrap="square" lIns="91425" tIns="45700" rIns="91425" bIns="45700" anchor="ctr" anchorCtr="0">
            <a:noAutofit/>
          </a:bodyPr>
          <a:lstStyle/>
          <a:p>
            <a:pPr marL="457200" marR="0" lvl="0" indent="-457200" algn="l" rtl="0">
              <a:lnSpc>
                <a:spcPct val="70000"/>
              </a:lnSpc>
              <a:spcBef>
                <a:spcPts val="0"/>
              </a:spcBef>
              <a:spcAft>
                <a:spcPts val="0"/>
              </a:spcAft>
              <a:buClr>
                <a:srgbClr val="000000"/>
              </a:buClr>
              <a:buSzPts val="1600"/>
              <a:buFont typeface="Arial"/>
              <a:buNone/>
            </a:pPr>
            <a:r>
              <a:rPr lang="es-ES" sz="1600" i="0" u="none" strike="noStrike" cap="none" dirty="0">
                <a:latin typeface="+mn-lt"/>
                <a:ea typeface="Calibri"/>
                <a:cs typeface="Calibri"/>
                <a:sym typeface="Calibri"/>
              </a:rPr>
              <a:t>• Estética</a:t>
            </a:r>
            <a:endParaRPr sz="1600" i="0" u="none" strike="noStrike" cap="none" dirty="0">
              <a:latin typeface="+mn-lt"/>
              <a:ea typeface="Arial"/>
              <a:cs typeface="Arial"/>
              <a:sym typeface="Arial"/>
            </a:endParaRPr>
          </a:p>
          <a:p>
            <a:pPr marL="457200" marR="0" lvl="0" indent="-457200" algn="l" rtl="0">
              <a:lnSpc>
                <a:spcPct val="70000"/>
              </a:lnSpc>
              <a:spcBef>
                <a:spcPts val="600"/>
              </a:spcBef>
              <a:spcAft>
                <a:spcPts val="0"/>
              </a:spcAft>
              <a:buClr>
                <a:srgbClr val="000000"/>
              </a:buClr>
              <a:buSzPts val="1600"/>
              <a:buFont typeface="Arial"/>
              <a:buNone/>
            </a:pPr>
            <a:r>
              <a:rPr lang="es-ES" sz="1600" i="0" u="none" strike="noStrike" cap="none" dirty="0">
                <a:latin typeface="+mn-lt"/>
                <a:ea typeface="Calibri"/>
                <a:cs typeface="Calibri"/>
                <a:sym typeface="Calibri"/>
              </a:rPr>
              <a:t>• Consistencia de Interfaz de Usuario</a:t>
            </a:r>
            <a:endParaRPr sz="1600" i="0" u="none" strike="noStrike" cap="none" dirty="0">
              <a:latin typeface="+mn-lt"/>
              <a:ea typeface="Arial"/>
              <a:cs typeface="Arial"/>
              <a:sym typeface="Arial"/>
            </a:endParaRPr>
          </a:p>
          <a:p>
            <a:pPr marL="457200" marR="0" lvl="0" indent="-457200" algn="l" rtl="0">
              <a:lnSpc>
                <a:spcPct val="70000"/>
              </a:lnSpc>
              <a:spcBef>
                <a:spcPts val="600"/>
              </a:spcBef>
              <a:spcAft>
                <a:spcPts val="0"/>
              </a:spcAft>
              <a:buClr>
                <a:srgbClr val="000000"/>
              </a:buClr>
              <a:buSzPts val="1600"/>
              <a:buFont typeface="Arial"/>
              <a:buNone/>
            </a:pPr>
            <a:r>
              <a:rPr lang="es-ES" sz="1600" i="0" u="none" strike="noStrike" cap="none" dirty="0">
                <a:latin typeface="+mn-lt"/>
                <a:ea typeface="Calibri"/>
                <a:cs typeface="Calibri"/>
                <a:sym typeface="Calibri"/>
              </a:rPr>
              <a:t>• Ayuda en línea o “</a:t>
            </a:r>
            <a:r>
              <a:rPr lang="es-ES" sz="1600" i="0" u="none" strike="noStrike" cap="none" dirty="0" err="1">
                <a:latin typeface="+mn-lt"/>
                <a:ea typeface="Calibri"/>
                <a:cs typeface="Calibri"/>
                <a:sym typeface="Calibri"/>
              </a:rPr>
              <a:t>context</a:t>
            </a:r>
            <a:r>
              <a:rPr lang="es-ES" sz="1600" i="0" u="none" strike="noStrike" cap="none" dirty="0">
                <a:latin typeface="+mn-lt"/>
                <a:ea typeface="Calibri"/>
                <a:cs typeface="Calibri"/>
                <a:sym typeface="Calibri"/>
              </a:rPr>
              <a:t>-sensitive”</a:t>
            </a:r>
            <a:endParaRPr sz="1600" i="0" u="none" strike="noStrike" cap="none" dirty="0">
              <a:latin typeface="+mn-lt"/>
              <a:ea typeface="Arial"/>
              <a:cs typeface="Arial"/>
              <a:sym typeface="Arial"/>
            </a:endParaRPr>
          </a:p>
          <a:p>
            <a:pPr marL="457200" marR="0" lvl="0" indent="-457200" algn="l" rtl="0">
              <a:lnSpc>
                <a:spcPct val="70000"/>
              </a:lnSpc>
              <a:spcBef>
                <a:spcPts val="600"/>
              </a:spcBef>
              <a:spcAft>
                <a:spcPts val="0"/>
              </a:spcAft>
              <a:buClr>
                <a:srgbClr val="000000"/>
              </a:buClr>
              <a:buSzPts val="1600"/>
              <a:buFont typeface="Arial"/>
              <a:buNone/>
            </a:pPr>
            <a:r>
              <a:rPr lang="es-ES" sz="1600" i="0" u="none" strike="noStrike" cap="none" dirty="0">
                <a:latin typeface="+mn-lt"/>
                <a:ea typeface="Calibri"/>
                <a:cs typeface="Calibri"/>
                <a:sym typeface="Calibri"/>
              </a:rPr>
              <a:t>• Documentación de Usuario</a:t>
            </a:r>
            <a:endParaRPr sz="1600" i="0" u="none" strike="noStrike" cap="none" dirty="0">
              <a:latin typeface="+mn-lt"/>
              <a:ea typeface="Arial"/>
              <a:cs typeface="Arial"/>
              <a:sym typeface="Arial"/>
            </a:endParaRPr>
          </a:p>
          <a:p>
            <a:pPr marL="457200" marR="0" lvl="0" indent="-457200" algn="l" rtl="0">
              <a:lnSpc>
                <a:spcPct val="70000"/>
              </a:lnSpc>
              <a:spcBef>
                <a:spcPts val="600"/>
              </a:spcBef>
              <a:spcAft>
                <a:spcPts val="0"/>
              </a:spcAft>
              <a:buClr>
                <a:srgbClr val="000000"/>
              </a:buClr>
              <a:buSzPts val="1600"/>
              <a:buFont typeface="Arial"/>
              <a:buNone/>
            </a:pPr>
            <a:r>
              <a:rPr lang="es-ES" sz="1600" i="0" u="none" strike="noStrike" cap="none" dirty="0">
                <a:latin typeface="+mn-lt"/>
                <a:ea typeface="Calibri"/>
                <a:cs typeface="Calibri"/>
                <a:sym typeface="Calibri"/>
              </a:rPr>
              <a:t>• Materiales de Capacitación/Entrenamiento</a:t>
            </a:r>
            <a:endParaRPr sz="1600" i="0" u="none" strike="noStrike" cap="none" dirty="0">
              <a:latin typeface="+mn-lt"/>
              <a:ea typeface="Calibri"/>
              <a:cs typeface="Calibri"/>
              <a:sym typeface="Calibri"/>
            </a:endParaRPr>
          </a:p>
        </p:txBody>
      </p:sp>
      <p:sp>
        <p:nvSpPr>
          <p:cNvPr id="5" name="Google Shape;282;p12" descr="Papel reciclado">
            <a:extLst>
              <a:ext uri="{FF2B5EF4-FFF2-40B4-BE49-F238E27FC236}">
                <a16:creationId xmlns:a16="http://schemas.microsoft.com/office/drawing/2014/main" id="{D7BB43CF-BCD8-971E-2448-AF3551A85318}"/>
              </a:ext>
            </a:extLst>
          </p:cNvPr>
          <p:cNvSpPr/>
          <p:nvPr/>
        </p:nvSpPr>
        <p:spPr>
          <a:xfrm>
            <a:off x="5110667" y="5234765"/>
            <a:ext cx="3041441" cy="965241"/>
          </a:xfrm>
          <a:prstGeom prst="borderCallout2">
            <a:avLst>
              <a:gd name="adj1" fmla="val 18750"/>
              <a:gd name="adj2" fmla="val 839"/>
              <a:gd name="adj3" fmla="val 18750"/>
              <a:gd name="adj4" fmla="val -16667"/>
              <a:gd name="adj5" fmla="val -105867"/>
              <a:gd name="adj6" fmla="val -34437"/>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spcFirstLastPara="1" wrap="square" lIns="91425" tIns="45700" rIns="91425" bIns="45700" anchor="ctr" anchorCtr="0">
            <a:noAutofit/>
          </a:bodyPr>
          <a:lstStyle/>
          <a:p>
            <a:pPr marL="457200" indent="-457200">
              <a:spcBef>
                <a:spcPts val="0"/>
              </a:spcBef>
              <a:spcAft>
                <a:spcPts val="0"/>
              </a:spcAft>
              <a:buClr>
                <a:srgbClr val="000000"/>
              </a:buClr>
              <a:buSzPts val="1600"/>
            </a:pPr>
            <a:r>
              <a:rPr lang="es-ES" sz="1600" dirty="0">
                <a:solidFill>
                  <a:schemeClr val="dk1"/>
                </a:solidFill>
                <a:latin typeface="+mn-lt"/>
                <a:cs typeface="Calibri"/>
                <a:sym typeface="Calibri"/>
              </a:rPr>
              <a:t>• Frecuencia y severidad de fallas</a:t>
            </a:r>
            <a:endParaRPr sz="1600" dirty="0">
              <a:solidFill>
                <a:schemeClr val="dk1"/>
              </a:solidFill>
              <a:latin typeface="+mn-lt"/>
              <a:cs typeface="Calibri"/>
              <a:sym typeface="Arial"/>
            </a:endParaRPr>
          </a:p>
          <a:p>
            <a:pPr marL="457200" indent="-457200">
              <a:spcBef>
                <a:spcPts val="0"/>
              </a:spcBef>
              <a:spcAft>
                <a:spcPts val="0"/>
              </a:spcAft>
              <a:buClr>
                <a:srgbClr val="000000"/>
              </a:buClr>
              <a:buSzPts val="1600"/>
            </a:pPr>
            <a:r>
              <a:rPr lang="es-ES" sz="1600" dirty="0">
                <a:solidFill>
                  <a:schemeClr val="dk1"/>
                </a:solidFill>
                <a:latin typeface="+mn-lt"/>
                <a:cs typeface="Calibri"/>
                <a:sym typeface="Calibri"/>
              </a:rPr>
              <a:t>• Facilidades de recuperación</a:t>
            </a:r>
            <a:endParaRPr sz="1600" dirty="0">
              <a:solidFill>
                <a:schemeClr val="dk1"/>
              </a:solidFill>
              <a:latin typeface="+mn-lt"/>
              <a:cs typeface="Calibri"/>
              <a:sym typeface="Arial"/>
            </a:endParaRPr>
          </a:p>
          <a:p>
            <a:pPr marL="457200" indent="-457200">
              <a:spcBef>
                <a:spcPts val="0"/>
              </a:spcBef>
              <a:spcAft>
                <a:spcPts val="0"/>
              </a:spcAft>
              <a:buClr>
                <a:srgbClr val="000000"/>
              </a:buClr>
              <a:buSzPts val="1600"/>
            </a:pPr>
            <a:r>
              <a:rPr lang="es-ES" sz="1600" dirty="0">
                <a:solidFill>
                  <a:schemeClr val="dk1"/>
                </a:solidFill>
                <a:latin typeface="+mn-lt"/>
                <a:cs typeface="Calibri"/>
                <a:sym typeface="Calibri"/>
              </a:rPr>
              <a:t>• Posibilidades de predicción</a:t>
            </a:r>
            <a:endParaRPr sz="1600" dirty="0">
              <a:solidFill>
                <a:schemeClr val="dk1"/>
              </a:solidFill>
              <a:latin typeface="+mn-lt"/>
              <a:cs typeface="Calibri"/>
              <a:sym typeface="Arial"/>
            </a:endParaRPr>
          </a:p>
        </p:txBody>
      </p:sp>
      <p:sp>
        <p:nvSpPr>
          <p:cNvPr id="6" name="Google Shape;283;p12" descr="Papel reciclado">
            <a:extLst>
              <a:ext uri="{FF2B5EF4-FFF2-40B4-BE49-F238E27FC236}">
                <a16:creationId xmlns:a16="http://schemas.microsoft.com/office/drawing/2014/main" id="{08293034-AC34-4BDA-DE76-972D9BF27898}"/>
              </a:ext>
            </a:extLst>
          </p:cNvPr>
          <p:cNvSpPr/>
          <p:nvPr/>
        </p:nvSpPr>
        <p:spPr>
          <a:xfrm>
            <a:off x="7122895" y="1823055"/>
            <a:ext cx="2778343" cy="1439863"/>
          </a:xfrm>
          <a:prstGeom prst="borderCallout2">
            <a:avLst>
              <a:gd name="adj1" fmla="val 18750"/>
              <a:gd name="adj2" fmla="val 592"/>
              <a:gd name="adj3" fmla="val 18750"/>
              <a:gd name="adj4" fmla="val -16667"/>
              <a:gd name="adj5" fmla="val 164166"/>
              <a:gd name="adj6" fmla="val -124763"/>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spcFirstLastPara="1" wrap="square" lIns="91425" tIns="45700" rIns="91425" bIns="45700" anchor="ctr" anchorCtr="0">
            <a:noAutofit/>
          </a:bodyPr>
          <a:lstStyle/>
          <a:p>
            <a:pPr marL="457200" indent="-457200">
              <a:spcBef>
                <a:spcPts val="0"/>
              </a:spcBef>
              <a:spcAft>
                <a:spcPts val="0"/>
              </a:spcAft>
              <a:buClr>
                <a:srgbClr val="000000"/>
              </a:buClr>
              <a:buSzPts val="1600"/>
            </a:pPr>
            <a:r>
              <a:rPr lang="es-ES" sz="1600" dirty="0">
                <a:solidFill>
                  <a:schemeClr val="dk1"/>
                </a:solidFill>
                <a:latin typeface="+mn-lt"/>
                <a:cs typeface="Calibri"/>
                <a:sym typeface="Calibri"/>
              </a:rPr>
              <a:t>• Eficiencia</a:t>
            </a:r>
            <a:endParaRPr sz="1600" dirty="0">
              <a:solidFill>
                <a:schemeClr val="dk1"/>
              </a:solidFill>
              <a:latin typeface="+mn-lt"/>
              <a:cs typeface="Calibri"/>
              <a:sym typeface="Arial"/>
            </a:endParaRPr>
          </a:p>
          <a:p>
            <a:pPr marL="457200" indent="-457200">
              <a:spcBef>
                <a:spcPts val="0"/>
              </a:spcBef>
              <a:spcAft>
                <a:spcPts val="0"/>
              </a:spcAft>
              <a:buClr>
                <a:srgbClr val="000000"/>
              </a:buClr>
              <a:buSzPts val="1600"/>
            </a:pPr>
            <a:r>
              <a:rPr lang="es-ES" sz="1600" dirty="0">
                <a:solidFill>
                  <a:schemeClr val="dk1"/>
                </a:solidFill>
                <a:latin typeface="+mn-lt"/>
                <a:cs typeface="Calibri"/>
                <a:sym typeface="Calibri"/>
              </a:rPr>
              <a:t>• Disponibilidad</a:t>
            </a:r>
            <a:endParaRPr sz="1600" dirty="0">
              <a:solidFill>
                <a:schemeClr val="dk1"/>
              </a:solidFill>
              <a:latin typeface="+mn-lt"/>
              <a:cs typeface="Calibri"/>
              <a:sym typeface="Arial"/>
            </a:endParaRPr>
          </a:p>
          <a:p>
            <a:pPr marL="457200" indent="-457200">
              <a:spcBef>
                <a:spcPts val="0"/>
              </a:spcBef>
              <a:spcAft>
                <a:spcPts val="0"/>
              </a:spcAft>
              <a:buClr>
                <a:srgbClr val="000000"/>
              </a:buClr>
              <a:buSzPts val="1600"/>
            </a:pPr>
            <a:r>
              <a:rPr lang="es-ES" sz="1600" dirty="0">
                <a:solidFill>
                  <a:schemeClr val="dk1"/>
                </a:solidFill>
                <a:latin typeface="+mn-lt"/>
                <a:cs typeface="Calibri"/>
                <a:sym typeface="Calibri"/>
              </a:rPr>
              <a:t>• Tiempo de Respuesta</a:t>
            </a:r>
            <a:endParaRPr sz="1600" dirty="0">
              <a:solidFill>
                <a:schemeClr val="dk1"/>
              </a:solidFill>
              <a:latin typeface="+mn-lt"/>
              <a:cs typeface="Calibri"/>
              <a:sym typeface="Arial"/>
            </a:endParaRPr>
          </a:p>
          <a:p>
            <a:pPr marL="457200" indent="-457200">
              <a:spcBef>
                <a:spcPts val="0"/>
              </a:spcBef>
              <a:spcAft>
                <a:spcPts val="0"/>
              </a:spcAft>
              <a:buClr>
                <a:srgbClr val="000000"/>
              </a:buClr>
              <a:buSzPts val="1600"/>
            </a:pPr>
            <a:r>
              <a:rPr lang="es-ES" sz="1600" dirty="0">
                <a:solidFill>
                  <a:schemeClr val="dk1"/>
                </a:solidFill>
                <a:latin typeface="+mn-lt"/>
                <a:cs typeface="Calibri"/>
                <a:sym typeface="Calibri"/>
              </a:rPr>
              <a:t>• Tiempo de Recuperación</a:t>
            </a:r>
            <a:endParaRPr sz="1600" dirty="0">
              <a:solidFill>
                <a:schemeClr val="dk1"/>
              </a:solidFill>
              <a:latin typeface="+mn-lt"/>
              <a:cs typeface="Calibri"/>
              <a:sym typeface="Arial"/>
            </a:endParaRPr>
          </a:p>
          <a:p>
            <a:pPr marL="457200" indent="-457200">
              <a:spcBef>
                <a:spcPts val="0"/>
              </a:spcBef>
              <a:spcAft>
                <a:spcPts val="0"/>
              </a:spcAft>
              <a:buClr>
                <a:srgbClr val="000000"/>
              </a:buClr>
              <a:buSzPts val="1600"/>
            </a:pPr>
            <a:r>
              <a:rPr lang="es-ES" sz="1600" dirty="0">
                <a:solidFill>
                  <a:schemeClr val="dk1"/>
                </a:solidFill>
                <a:latin typeface="+mn-lt"/>
                <a:cs typeface="Calibri"/>
                <a:sym typeface="Calibri"/>
              </a:rPr>
              <a:t>• Uso de recursos</a:t>
            </a:r>
            <a:endParaRPr sz="1600" dirty="0">
              <a:solidFill>
                <a:schemeClr val="dk1"/>
              </a:solidFill>
              <a:latin typeface="+mn-lt"/>
              <a:cs typeface="Calibri"/>
              <a:sym typeface="Arial"/>
            </a:endParaRPr>
          </a:p>
        </p:txBody>
      </p:sp>
    </p:spTree>
    <p:extLst>
      <p:ext uri="{BB962C8B-B14F-4D97-AF65-F5344CB8AC3E}">
        <p14:creationId xmlns:p14="http://schemas.microsoft.com/office/powerpoint/2010/main" val="407416312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3"/>
                                        </p:tgtEl>
                                        <p:attrNameLst>
                                          <p:attrName>style.visibility</p:attrName>
                                        </p:attrNameLst>
                                      </p:cBhvr>
                                      <p:to>
                                        <p:strVal val="hidden"/>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nodeType="clickEffect">
                                  <p:stCondLst>
                                    <p:cond delay="0"/>
                                  </p:stCondLst>
                                  <p:childTnLst>
                                    <p:set>
                                      <p:cBhvr>
                                        <p:cTn id="16" dur="1" fill="hold">
                                          <p:stCondLst>
                                            <p:cond delay="0"/>
                                          </p:stCondLst>
                                        </p:cTn>
                                        <p:tgtEl>
                                          <p:spTgt spid="5"/>
                                        </p:tgtEl>
                                        <p:attrNameLst>
                                          <p:attrName>style.visibility</p:attrName>
                                        </p:attrNameLst>
                                      </p:cBhvr>
                                      <p:to>
                                        <p:strVal val="hidden"/>
                                      </p:to>
                                    </p:set>
                                  </p:childTnLst>
                                </p:cTn>
                              </p:par>
                              <p:par>
                                <p:cTn id="17" presetID="1" presetClass="entr" presetSubtype="0" fill="hold" nodeType="with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5">
          <a:extLst>
            <a:ext uri="{FF2B5EF4-FFF2-40B4-BE49-F238E27FC236}">
              <a16:creationId xmlns:a16="http://schemas.microsoft.com/office/drawing/2014/main" id="{18DFFC14-C82F-0E3D-82D9-F7529D870B4A}"/>
            </a:ext>
          </a:extLst>
        </p:cNvPr>
        <p:cNvGrpSpPr/>
        <p:nvPr/>
      </p:nvGrpSpPr>
      <p:grpSpPr>
        <a:xfrm>
          <a:off x="0" y="0"/>
          <a:ext cx="0" cy="0"/>
          <a:chOff x="0" y="0"/>
          <a:chExt cx="0" cy="0"/>
        </a:xfrm>
      </p:grpSpPr>
      <p:sp>
        <p:nvSpPr>
          <p:cNvPr id="166" name="Google Shape;166;p8">
            <a:extLst>
              <a:ext uri="{FF2B5EF4-FFF2-40B4-BE49-F238E27FC236}">
                <a16:creationId xmlns:a16="http://schemas.microsoft.com/office/drawing/2014/main" id="{7E3CB150-2CA4-0DFD-EC0C-CB6B85AFC7B5}"/>
              </a:ext>
            </a:extLst>
          </p:cNvPr>
          <p:cNvSpPr txBox="1">
            <a:spLocks noGrp="1"/>
          </p:cNvSpPr>
          <p:nvPr>
            <p:ph type="title"/>
          </p:nvPr>
        </p:nvSpPr>
        <p:spPr>
          <a:xfrm>
            <a:off x="1086866" y="1140614"/>
            <a:ext cx="10258593" cy="632876"/>
          </a:xfrm>
          <a:prstGeom prst="rect">
            <a:avLst/>
          </a:prstGeom>
          <a:noFill/>
          <a:ln>
            <a:noFill/>
          </a:ln>
        </p:spPr>
        <p:txBody>
          <a:bodyPr spcFirstLastPara="1" wrap="square" lIns="71675" tIns="35825" rIns="71675" bIns="35825" anchor="t" anchorCtr="0">
            <a:normAutofit/>
          </a:bodyPr>
          <a:lstStyle/>
          <a:p>
            <a:pPr marL="0" lvl="0" indent="0" algn="l" rtl="0">
              <a:lnSpc>
                <a:spcPct val="84000"/>
              </a:lnSpc>
              <a:spcBef>
                <a:spcPts val="0"/>
              </a:spcBef>
              <a:spcAft>
                <a:spcPts val="0"/>
              </a:spcAft>
              <a:buNone/>
            </a:pPr>
            <a:r>
              <a:rPr lang="es-ES" sz="4382" dirty="0">
                <a:solidFill>
                  <a:schemeClr val="dk1"/>
                </a:solidFill>
                <a:latin typeface="Calibri"/>
                <a:ea typeface="Calibri"/>
                <a:cs typeface="Calibri"/>
                <a:sym typeface="Calibri"/>
              </a:rPr>
              <a:t>Requerimientos no funcionales</a:t>
            </a:r>
            <a:endParaRPr sz="4382" dirty="0">
              <a:solidFill>
                <a:schemeClr val="dk1"/>
              </a:solidFill>
              <a:latin typeface="Calibri"/>
              <a:ea typeface="Calibri"/>
              <a:cs typeface="Calibri"/>
              <a:sym typeface="Calibri"/>
            </a:endParaRPr>
          </a:p>
        </p:txBody>
      </p:sp>
      <p:sp>
        <p:nvSpPr>
          <p:cNvPr id="167" name="Google Shape;167;p8">
            <a:extLst>
              <a:ext uri="{FF2B5EF4-FFF2-40B4-BE49-F238E27FC236}">
                <a16:creationId xmlns:a16="http://schemas.microsoft.com/office/drawing/2014/main" id="{46921348-1033-489D-2388-E03DEF468464}"/>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s-ES"/>
              <a:t>2026</a:t>
            </a:r>
            <a:endParaRPr/>
          </a:p>
        </p:txBody>
      </p:sp>
      <p:sp>
        <p:nvSpPr>
          <p:cNvPr id="168" name="Google Shape;168;p8">
            <a:extLst>
              <a:ext uri="{FF2B5EF4-FFF2-40B4-BE49-F238E27FC236}">
                <a16:creationId xmlns:a16="http://schemas.microsoft.com/office/drawing/2014/main" id="{A19DA1A2-BB6E-7265-08B2-C25B23E22D0E}"/>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s-ES"/>
              <a:t>INGENIERÍA DE SOFTWARE I</a:t>
            </a:r>
            <a:endParaRPr/>
          </a:p>
        </p:txBody>
      </p:sp>
      <p:sp>
        <p:nvSpPr>
          <p:cNvPr id="169" name="Google Shape;169;p8">
            <a:extLst>
              <a:ext uri="{FF2B5EF4-FFF2-40B4-BE49-F238E27FC236}">
                <a16:creationId xmlns:a16="http://schemas.microsoft.com/office/drawing/2014/main" id="{E5B6DB3E-7B9C-0CB1-CE4C-0B98EA32B11E}"/>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6</a:t>
            </a:fld>
            <a:endParaRPr/>
          </a:p>
        </p:txBody>
      </p:sp>
      <p:sp>
        <p:nvSpPr>
          <p:cNvPr id="170" name="Google Shape;170;p8">
            <a:extLst>
              <a:ext uri="{FF2B5EF4-FFF2-40B4-BE49-F238E27FC236}">
                <a16:creationId xmlns:a16="http://schemas.microsoft.com/office/drawing/2014/main" id="{452CFACE-9F35-1EEC-85E0-01C2643098E3}"/>
              </a:ext>
            </a:extLst>
          </p:cNvPr>
          <p:cNvSpPr/>
          <p:nvPr/>
        </p:nvSpPr>
        <p:spPr>
          <a:xfrm>
            <a:off x="1151584" y="1886309"/>
            <a:ext cx="10129156" cy="4460410"/>
          </a:xfrm>
          <a:prstGeom prst="rect">
            <a:avLst/>
          </a:prstGeom>
          <a:noFill/>
          <a:ln>
            <a:noFill/>
          </a:ln>
        </p:spPr>
        <p:txBody>
          <a:bodyPr spcFirstLastPara="1" wrap="square" lIns="89625" tIns="44800" rIns="89625" bIns="44800" anchor="t" anchorCtr="0">
            <a:noAutofit/>
          </a:bodyPr>
          <a:lstStyle/>
          <a:p>
            <a:pPr marL="447466" marR="0" lvl="0" indent="-447466" algn="just" rtl="0">
              <a:spcBef>
                <a:spcPts val="0"/>
              </a:spcBef>
              <a:spcAft>
                <a:spcPts val="0"/>
              </a:spcAft>
              <a:buClr>
                <a:srgbClr val="C00000"/>
              </a:buClr>
              <a:buSzPts val="2789"/>
              <a:buFont typeface="Noto Sans Symbols"/>
              <a:buChar char="❖"/>
            </a:pPr>
            <a:r>
              <a:rPr lang="es-ES" sz="2789" dirty="0">
                <a:solidFill>
                  <a:schemeClr val="dk1"/>
                </a:solidFill>
                <a:latin typeface="Calibri"/>
                <a:ea typeface="Calibri"/>
                <a:cs typeface="Calibri"/>
                <a:sym typeface="Calibri"/>
              </a:rPr>
              <a:t>Expresado de modo general:</a:t>
            </a:r>
          </a:p>
          <a:p>
            <a:pPr marL="449263" marR="0" lvl="0" algn="just" rtl="0">
              <a:spcBef>
                <a:spcPts val="0"/>
              </a:spcBef>
              <a:spcAft>
                <a:spcPts val="0"/>
              </a:spcAft>
              <a:buClr>
                <a:srgbClr val="C00000"/>
              </a:buClr>
              <a:buSzPts val="2789"/>
            </a:pPr>
            <a:r>
              <a:rPr lang="es-ES" sz="2400" dirty="0">
                <a:solidFill>
                  <a:schemeClr val="dk1"/>
                </a:solidFill>
                <a:latin typeface="Calibri"/>
                <a:ea typeface="Calibri"/>
                <a:cs typeface="Calibri"/>
                <a:sym typeface="Calibri"/>
              </a:rPr>
              <a:t>“Para el personal médico debe ser fácil usar el sistema, y este último debe organizarse de tal forma que minimice los errores del usuario.”</a:t>
            </a:r>
          </a:p>
          <a:p>
            <a:pPr marR="0" lvl="0" algn="just" rtl="0">
              <a:spcBef>
                <a:spcPts val="0"/>
              </a:spcBef>
              <a:spcAft>
                <a:spcPts val="0"/>
              </a:spcAft>
              <a:buClr>
                <a:srgbClr val="C00000"/>
              </a:buClr>
              <a:buSzPts val="2789"/>
            </a:pPr>
            <a:endParaRPr lang="es-ES" sz="2789" dirty="0">
              <a:solidFill>
                <a:schemeClr val="dk1"/>
              </a:solidFill>
              <a:latin typeface="Calibri"/>
              <a:ea typeface="Calibri"/>
              <a:cs typeface="Calibri"/>
              <a:sym typeface="Calibri"/>
            </a:endParaRPr>
          </a:p>
          <a:p>
            <a:pPr marL="447466" marR="0" lvl="0" indent="-447466" algn="just" rtl="0">
              <a:spcBef>
                <a:spcPts val="0"/>
              </a:spcBef>
              <a:spcAft>
                <a:spcPts val="0"/>
              </a:spcAft>
              <a:buClr>
                <a:srgbClr val="C00000"/>
              </a:buClr>
              <a:buSzPts val="2789"/>
              <a:buFont typeface="Noto Sans Symbols"/>
              <a:buChar char="❖"/>
            </a:pPr>
            <a:r>
              <a:rPr lang="es-ES" sz="2789" dirty="0">
                <a:solidFill>
                  <a:schemeClr val="dk1"/>
                </a:solidFill>
                <a:latin typeface="Calibri"/>
                <a:ea typeface="Calibri"/>
                <a:cs typeface="Calibri"/>
                <a:sym typeface="Calibri"/>
              </a:rPr>
              <a:t>Expresado de manera “comprobable”:</a:t>
            </a:r>
          </a:p>
          <a:p>
            <a:pPr marL="449263" marR="0" lvl="0" algn="just" rtl="0">
              <a:spcBef>
                <a:spcPts val="0"/>
              </a:spcBef>
              <a:spcAft>
                <a:spcPts val="0"/>
              </a:spcAft>
              <a:buClr>
                <a:srgbClr val="C00000"/>
              </a:buClr>
              <a:buSzPts val="2789"/>
            </a:pPr>
            <a:r>
              <a:rPr lang="es-ES" sz="2400" dirty="0">
                <a:solidFill>
                  <a:schemeClr val="dk1"/>
                </a:solidFill>
                <a:latin typeface="Calibri"/>
                <a:ea typeface="Calibri"/>
                <a:cs typeface="Calibri"/>
                <a:sym typeface="Calibri"/>
              </a:rPr>
              <a:t>“Después de cuatro horas de capacitación, el personal médico usará todas las funciones del sistema. Después de esta capacitación, los usuarios experimentados no deberán superar el promedio de dos errores cometidos por hora de uso del sistema.”</a:t>
            </a:r>
          </a:p>
        </p:txBody>
      </p:sp>
    </p:spTree>
    <p:extLst>
      <p:ext uri="{BB962C8B-B14F-4D97-AF65-F5344CB8AC3E}">
        <p14:creationId xmlns:p14="http://schemas.microsoft.com/office/powerpoint/2010/main" val="15265341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5">
          <a:extLst>
            <a:ext uri="{FF2B5EF4-FFF2-40B4-BE49-F238E27FC236}">
              <a16:creationId xmlns:a16="http://schemas.microsoft.com/office/drawing/2014/main" id="{D72CFACE-211C-39F1-595F-CDC5241A3A45}"/>
            </a:ext>
          </a:extLst>
        </p:cNvPr>
        <p:cNvGrpSpPr/>
        <p:nvPr/>
      </p:nvGrpSpPr>
      <p:grpSpPr>
        <a:xfrm>
          <a:off x="0" y="0"/>
          <a:ext cx="0" cy="0"/>
          <a:chOff x="0" y="0"/>
          <a:chExt cx="0" cy="0"/>
        </a:xfrm>
      </p:grpSpPr>
      <p:sp>
        <p:nvSpPr>
          <p:cNvPr id="166" name="Google Shape;166;p8">
            <a:extLst>
              <a:ext uri="{FF2B5EF4-FFF2-40B4-BE49-F238E27FC236}">
                <a16:creationId xmlns:a16="http://schemas.microsoft.com/office/drawing/2014/main" id="{0CA24A4F-42A6-CDB6-4C0D-A000EE73A436}"/>
              </a:ext>
            </a:extLst>
          </p:cNvPr>
          <p:cNvSpPr txBox="1">
            <a:spLocks noGrp="1"/>
          </p:cNvSpPr>
          <p:nvPr>
            <p:ph type="title"/>
          </p:nvPr>
        </p:nvSpPr>
        <p:spPr>
          <a:xfrm>
            <a:off x="1086866" y="1140614"/>
            <a:ext cx="10258593" cy="632876"/>
          </a:xfrm>
          <a:prstGeom prst="rect">
            <a:avLst/>
          </a:prstGeom>
          <a:noFill/>
          <a:ln>
            <a:noFill/>
          </a:ln>
        </p:spPr>
        <p:txBody>
          <a:bodyPr spcFirstLastPara="1" wrap="square" lIns="71675" tIns="35825" rIns="71675" bIns="35825" anchor="t" anchorCtr="0">
            <a:normAutofit/>
          </a:bodyPr>
          <a:lstStyle/>
          <a:p>
            <a:pPr marL="0" lvl="0" indent="0" algn="l" rtl="0">
              <a:lnSpc>
                <a:spcPct val="84000"/>
              </a:lnSpc>
              <a:spcBef>
                <a:spcPts val="0"/>
              </a:spcBef>
              <a:spcAft>
                <a:spcPts val="0"/>
              </a:spcAft>
              <a:buNone/>
            </a:pPr>
            <a:r>
              <a:rPr lang="es-ES" sz="4382" dirty="0">
                <a:solidFill>
                  <a:schemeClr val="dk1"/>
                </a:solidFill>
                <a:latin typeface="Calibri"/>
                <a:ea typeface="Calibri"/>
                <a:cs typeface="Calibri"/>
                <a:sym typeface="Calibri"/>
              </a:rPr>
              <a:t>Requerimientos no funcionales</a:t>
            </a:r>
            <a:endParaRPr sz="4382" dirty="0">
              <a:solidFill>
                <a:schemeClr val="dk1"/>
              </a:solidFill>
              <a:latin typeface="Calibri"/>
              <a:ea typeface="Calibri"/>
              <a:cs typeface="Calibri"/>
              <a:sym typeface="Calibri"/>
            </a:endParaRPr>
          </a:p>
        </p:txBody>
      </p:sp>
      <p:sp>
        <p:nvSpPr>
          <p:cNvPr id="167" name="Google Shape;167;p8">
            <a:extLst>
              <a:ext uri="{FF2B5EF4-FFF2-40B4-BE49-F238E27FC236}">
                <a16:creationId xmlns:a16="http://schemas.microsoft.com/office/drawing/2014/main" id="{DA377345-151E-F2CC-9DC0-E018ABD1EB29}"/>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s-ES"/>
              <a:t>2026</a:t>
            </a:r>
            <a:endParaRPr/>
          </a:p>
        </p:txBody>
      </p:sp>
      <p:sp>
        <p:nvSpPr>
          <p:cNvPr id="168" name="Google Shape;168;p8">
            <a:extLst>
              <a:ext uri="{FF2B5EF4-FFF2-40B4-BE49-F238E27FC236}">
                <a16:creationId xmlns:a16="http://schemas.microsoft.com/office/drawing/2014/main" id="{A011F47F-2F1A-4C22-7C32-6FFB2C04A1E6}"/>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s-ES"/>
              <a:t>INGENIERÍA DE SOFTWARE I</a:t>
            </a:r>
            <a:endParaRPr/>
          </a:p>
        </p:txBody>
      </p:sp>
      <p:sp>
        <p:nvSpPr>
          <p:cNvPr id="169" name="Google Shape;169;p8">
            <a:extLst>
              <a:ext uri="{FF2B5EF4-FFF2-40B4-BE49-F238E27FC236}">
                <a16:creationId xmlns:a16="http://schemas.microsoft.com/office/drawing/2014/main" id="{93C6E888-1D05-B51A-DB9B-0090513B489E}"/>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7</a:t>
            </a:fld>
            <a:endParaRPr/>
          </a:p>
        </p:txBody>
      </p:sp>
      <p:pic>
        <p:nvPicPr>
          <p:cNvPr id="3" name="Imagen 2">
            <a:extLst>
              <a:ext uri="{FF2B5EF4-FFF2-40B4-BE49-F238E27FC236}">
                <a16:creationId xmlns:a16="http://schemas.microsoft.com/office/drawing/2014/main" id="{CBE25FE1-92B2-9BD9-985E-02B0A1D138D1}"/>
              </a:ext>
            </a:extLst>
          </p:cNvPr>
          <p:cNvPicPr>
            <a:picLocks noChangeAspect="1"/>
          </p:cNvPicPr>
          <p:nvPr/>
        </p:nvPicPr>
        <p:blipFill>
          <a:blip r:embed="rId3">
            <a:lum bright="-20000" contrast="40000"/>
          </a:blip>
          <a:stretch>
            <a:fillRect/>
          </a:stretch>
        </p:blipFill>
        <p:spPr>
          <a:xfrm>
            <a:off x="1607615" y="1773490"/>
            <a:ext cx="9604898" cy="4481444"/>
          </a:xfrm>
          <a:prstGeom prst="rect">
            <a:avLst/>
          </a:prstGeom>
        </p:spPr>
      </p:pic>
    </p:spTree>
    <p:extLst>
      <p:ext uri="{BB962C8B-B14F-4D97-AF65-F5344CB8AC3E}">
        <p14:creationId xmlns:p14="http://schemas.microsoft.com/office/powerpoint/2010/main" val="32557627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ítulo 1">
            <a:extLst>
              <a:ext uri="{FF2B5EF4-FFF2-40B4-BE49-F238E27FC236}">
                <a16:creationId xmlns:a16="http://schemas.microsoft.com/office/drawing/2014/main" id="{6BD4CD49-1D09-2C61-7C21-1B0FF7D0C461}"/>
              </a:ext>
            </a:extLst>
          </p:cNvPr>
          <p:cNvSpPr>
            <a:spLocks noGrp="1"/>
          </p:cNvSpPr>
          <p:nvPr>
            <p:ph type="title"/>
          </p:nvPr>
        </p:nvSpPr>
        <p:spPr/>
        <p:txBody>
          <a:bodyPr>
            <a:normAutofit/>
          </a:bodyPr>
          <a:lstStyle/>
          <a:p>
            <a:r>
              <a:rPr lang="es-AR" dirty="0"/>
              <a:t>Ingeniería de requerimientos</a:t>
            </a:r>
          </a:p>
        </p:txBody>
      </p:sp>
      <p:sp>
        <p:nvSpPr>
          <p:cNvPr id="5" name="Marcador de contenido 4">
            <a:extLst>
              <a:ext uri="{FF2B5EF4-FFF2-40B4-BE49-F238E27FC236}">
                <a16:creationId xmlns:a16="http://schemas.microsoft.com/office/drawing/2014/main" id="{043438BA-49BE-DAC3-6551-BCAF9C53DB36}"/>
              </a:ext>
            </a:extLst>
          </p:cNvPr>
          <p:cNvSpPr>
            <a:spLocks noGrp="1"/>
          </p:cNvSpPr>
          <p:nvPr>
            <p:ph idx="1"/>
          </p:nvPr>
        </p:nvSpPr>
        <p:spPr/>
        <p:txBody>
          <a:bodyPr/>
          <a:lstStyle/>
          <a:p>
            <a:endParaRPr lang="es-ES"/>
          </a:p>
        </p:txBody>
      </p:sp>
      <p:sp>
        <p:nvSpPr>
          <p:cNvPr id="7" name="Marcador de texto 6">
            <a:extLst>
              <a:ext uri="{FF2B5EF4-FFF2-40B4-BE49-F238E27FC236}">
                <a16:creationId xmlns:a16="http://schemas.microsoft.com/office/drawing/2014/main" id="{94A1240A-FB2E-0D9D-C220-B66462181F5D}"/>
              </a:ext>
            </a:extLst>
          </p:cNvPr>
          <p:cNvSpPr>
            <a:spLocks noGrp="1"/>
          </p:cNvSpPr>
          <p:nvPr>
            <p:ph type="body" sz="half" idx="2"/>
          </p:nvPr>
        </p:nvSpPr>
        <p:spPr/>
        <p:txBody>
          <a:bodyPr/>
          <a:lstStyle/>
          <a:p>
            <a:endParaRPr lang="es-ES"/>
          </a:p>
        </p:txBody>
      </p:sp>
      <p:sp>
        <p:nvSpPr>
          <p:cNvPr id="2" name="Marcador de fecha 1">
            <a:extLst>
              <a:ext uri="{FF2B5EF4-FFF2-40B4-BE49-F238E27FC236}">
                <a16:creationId xmlns:a16="http://schemas.microsoft.com/office/drawing/2014/main" id="{7A246310-3D5D-85B2-BFAD-77530D9988E5}"/>
              </a:ext>
            </a:extLst>
          </p:cNvPr>
          <p:cNvSpPr>
            <a:spLocks noGrp="1"/>
          </p:cNvSpPr>
          <p:nvPr>
            <p:ph type="dt" sz="half" idx="10"/>
          </p:nvPr>
        </p:nvSpPr>
        <p:spPr/>
        <p:txBody>
          <a:bodyPr/>
          <a:lstStyle/>
          <a:p>
            <a:r>
              <a:rPr lang="es-ES"/>
              <a:t>2026</a:t>
            </a:r>
            <a:endParaRPr lang="es-AR"/>
          </a:p>
        </p:txBody>
      </p:sp>
      <p:sp>
        <p:nvSpPr>
          <p:cNvPr id="3" name="Marcador de pie de página 2">
            <a:extLst>
              <a:ext uri="{FF2B5EF4-FFF2-40B4-BE49-F238E27FC236}">
                <a16:creationId xmlns:a16="http://schemas.microsoft.com/office/drawing/2014/main" id="{3E833342-9E4C-E8B4-46EE-866FA75DFAF3}"/>
              </a:ext>
            </a:extLst>
          </p:cNvPr>
          <p:cNvSpPr>
            <a:spLocks noGrp="1"/>
          </p:cNvSpPr>
          <p:nvPr>
            <p:ph type="ftr" sz="quarter" idx="11"/>
          </p:nvPr>
        </p:nvSpPr>
        <p:spPr/>
        <p:txBody>
          <a:bodyPr/>
          <a:lstStyle/>
          <a:p>
            <a:r>
              <a:rPr lang="es-AR"/>
              <a:t>Ingeniería de Software I</a:t>
            </a:r>
          </a:p>
        </p:txBody>
      </p:sp>
      <p:sp>
        <p:nvSpPr>
          <p:cNvPr id="4" name="Marcador de número de diapositiva 3">
            <a:extLst>
              <a:ext uri="{FF2B5EF4-FFF2-40B4-BE49-F238E27FC236}">
                <a16:creationId xmlns:a16="http://schemas.microsoft.com/office/drawing/2014/main" id="{8B137136-E02A-AB37-3166-D38EE1D6A126}"/>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8</a:t>
            </a:fld>
            <a:endParaRPr lang="en-US"/>
          </a:p>
        </p:txBody>
      </p:sp>
      <p:pic>
        <p:nvPicPr>
          <p:cNvPr id="6" name="Imagen 5" descr="Dibujo de una persona&#10;&#10;El contenido generado por IA puede ser incorrecto.">
            <a:extLst>
              <a:ext uri="{FF2B5EF4-FFF2-40B4-BE49-F238E27FC236}">
                <a16:creationId xmlns:a16="http://schemas.microsoft.com/office/drawing/2014/main" id="{E28A8A7C-D821-7B80-FCE8-6B261E269374}"/>
              </a:ext>
            </a:extLst>
          </p:cNvPr>
          <p:cNvPicPr>
            <a:picLocks noChangeAspect="1"/>
          </p:cNvPicPr>
          <p:nvPr/>
        </p:nvPicPr>
        <p:blipFill>
          <a:blip r:embed="rId2"/>
          <a:srcRect l="8220" r="5356"/>
          <a:stretch>
            <a:fillRect/>
          </a:stretch>
        </p:blipFill>
        <p:spPr>
          <a:xfrm>
            <a:off x="4457299" y="451618"/>
            <a:ext cx="7178842" cy="5537702"/>
          </a:xfrm>
          <a:prstGeom prst="rect">
            <a:avLst/>
          </a:prstGeom>
        </p:spPr>
      </p:pic>
    </p:spTree>
    <p:extLst>
      <p:ext uri="{BB962C8B-B14F-4D97-AF65-F5344CB8AC3E}">
        <p14:creationId xmlns:p14="http://schemas.microsoft.com/office/powerpoint/2010/main" val="2431064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5">
          <a:extLst>
            <a:ext uri="{FF2B5EF4-FFF2-40B4-BE49-F238E27FC236}">
              <a16:creationId xmlns:a16="http://schemas.microsoft.com/office/drawing/2014/main" id="{A1A53D47-F679-94F8-E06D-F7ED8420D5DD}"/>
            </a:ext>
          </a:extLst>
        </p:cNvPr>
        <p:cNvGrpSpPr/>
        <p:nvPr/>
      </p:nvGrpSpPr>
      <p:grpSpPr>
        <a:xfrm>
          <a:off x="0" y="0"/>
          <a:ext cx="0" cy="0"/>
          <a:chOff x="0" y="0"/>
          <a:chExt cx="0" cy="0"/>
        </a:xfrm>
      </p:grpSpPr>
      <p:sp>
        <p:nvSpPr>
          <p:cNvPr id="166" name="Google Shape;166;p8">
            <a:extLst>
              <a:ext uri="{FF2B5EF4-FFF2-40B4-BE49-F238E27FC236}">
                <a16:creationId xmlns:a16="http://schemas.microsoft.com/office/drawing/2014/main" id="{38FFC68E-B624-33FE-DC1C-975F8F7716CB}"/>
              </a:ext>
            </a:extLst>
          </p:cNvPr>
          <p:cNvSpPr txBox="1">
            <a:spLocks noGrp="1"/>
          </p:cNvSpPr>
          <p:nvPr>
            <p:ph type="title"/>
          </p:nvPr>
        </p:nvSpPr>
        <p:spPr>
          <a:xfrm>
            <a:off x="1086866" y="1140614"/>
            <a:ext cx="10258593" cy="632876"/>
          </a:xfrm>
          <a:prstGeom prst="rect">
            <a:avLst/>
          </a:prstGeom>
          <a:noFill/>
          <a:ln>
            <a:noFill/>
          </a:ln>
        </p:spPr>
        <p:txBody>
          <a:bodyPr spcFirstLastPara="1" wrap="square" lIns="71675" tIns="35825" rIns="71675" bIns="35825" anchor="t" anchorCtr="0">
            <a:normAutofit/>
          </a:bodyPr>
          <a:lstStyle/>
          <a:p>
            <a:pPr marL="0" lvl="0" indent="0" algn="l" rtl="0">
              <a:lnSpc>
                <a:spcPct val="84000"/>
              </a:lnSpc>
              <a:spcBef>
                <a:spcPts val="0"/>
              </a:spcBef>
              <a:spcAft>
                <a:spcPts val="0"/>
              </a:spcAft>
              <a:buNone/>
            </a:pPr>
            <a:r>
              <a:rPr lang="es-ES" sz="4382" dirty="0">
                <a:solidFill>
                  <a:schemeClr val="dk1"/>
                </a:solidFill>
                <a:latin typeface="Calibri"/>
                <a:ea typeface="Calibri"/>
                <a:cs typeface="Calibri"/>
                <a:sym typeface="Calibri"/>
              </a:rPr>
              <a:t>Ingeniería de Requerimientos</a:t>
            </a:r>
            <a:endParaRPr sz="4382" dirty="0">
              <a:solidFill>
                <a:schemeClr val="dk1"/>
              </a:solidFill>
              <a:latin typeface="Calibri"/>
              <a:ea typeface="Calibri"/>
              <a:cs typeface="Calibri"/>
              <a:sym typeface="Calibri"/>
            </a:endParaRPr>
          </a:p>
        </p:txBody>
      </p:sp>
      <p:sp>
        <p:nvSpPr>
          <p:cNvPr id="167" name="Google Shape;167;p8">
            <a:extLst>
              <a:ext uri="{FF2B5EF4-FFF2-40B4-BE49-F238E27FC236}">
                <a16:creationId xmlns:a16="http://schemas.microsoft.com/office/drawing/2014/main" id="{EF6D4250-1EC5-ADC7-F183-34C29E459119}"/>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s-ES"/>
              <a:t>2026</a:t>
            </a:r>
            <a:endParaRPr/>
          </a:p>
        </p:txBody>
      </p:sp>
      <p:sp>
        <p:nvSpPr>
          <p:cNvPr id="168" name="Google Shape;168;p8">
            <a:extLst>
              <a:ext uri="{FF2B5EF4-FFF2-40B4-BE49-F238E27FC236}">
                <a16:creationId xmlns:a16="http://schemas.microsoft.com/office/drawing/2014/main" id="{DA99CDE7-58D8-18CA-651E-CFCE1F82C14A}"/>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s-ES"/>
              <a:t>INGENIERÍA DE SOFTWARE I</a:t>
            </a:r>
            <a:endParaRPr/>
          </a:p>
        </p:txBody>
      </p:sp>
      <p:sp>
        <p:nvSpPr>
          <p:cNvPr id="169" name="Google Shape;169;p8">
            <a:extLst>
              <a:ext uri="{FF2B5EF4-FFF2-40B4-BE49-F238E27FC236}">
                <a16:creationId xmlns:a16="http://schemas.microsoft.com/office/drawing/2014/main" id="{1B802D87-F0B1-FC53-D485-53C3B5B147C3}"/>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9</a:t>
            </a:fld>
            <a:endParaRPr/>
          </a:p>
        </p:txBody>
      </p:sp>
      <p:sp>
        <p:nvSpPr>
          <p:cNvPr id="170" name="Google Shape;170;p8">
            <a:extLst>
              <a:ext uri="{FF2B5EF4-FFF2-40B4-BE49-F238E27FC236}">
                <a16:creationId xmlns:a16="http://schemas.microsoft.com/office/drawing/2014/main" id="{BD0616C4-EB6E-3990-1569-82296343A7AF}"/>
              </a:ext>
            </a:extLst>
          </p:cNvPr>
          <p:cNvSpPr/>
          <p:nvPr/>
        </p:nvSpPr>
        <p:spPr>
          <a:xfrm>
            <a:off x="1151584" y="1886309"/>
            <a:ext cx="10129156" cy="4460410"/>
          </a:xfrm>
          <a:prstGeom prst="rect">
            <a:avLst/>
          </a:prstGeom>
          <a:noFill/>
          <a:ln>
            <a:noFill/>
          </a:ln>
        </p:spPr>
        <p:txBody>
          <a:bodyPr spcFirstLastPara="1" wrap="square" lIns="89625" tIns="44800" rIns="89625" bIns="44800" anchor="t" anchorCtr="0">
            <a:noAutofit/>
          </a:bodyPr>
          <a:lstStyle/>
          <a:p>
            <a:pPr marL="447466" marR="0" lvl="0" indent="-447466" algn="just" rtl="0">
              <a:spcBef>
                <a:spcPts val="0"/>
              </a:spcBef>
              <a:spcAft>
                <a:spcPts val="0"/>
              </a:spcAft>
              <a:buClr>
                <a:srgbClr val="C00000"/>
              </a:buClr>
              <a:buSzPts val="2789"/>
              <a:buFont typeface="Noto Sans Symbols"/>
              <a:buChar char="❖"/>
            </a:pPr>
            <a:r>
              <a:rPr lang="es-ES" sz="2600" dirty="0">
                <a:solidFill>
                  <a:schemeClr val="dk1"/>
                </a:solidFill>
                <a:latin typeface="Calibri"/>
                <a:ea typeface="Calibri"/>
                <a:cs typeface="Calibri"/>
                <a:sym typeface="Calibri"/>
              </a:rPr>
              <a:t>La </a:t>
            </a:r>
            <a:r>
              <a:rPr lang="es-ES" sz="2600" b="1" dirty="0">
                <a:solidFill>
                  <a:schemeClr val="dk1"/>
                </a:solidFill>
                <a:latin typeface="Calibri"/>
                <a:ea typeface="Calibri"/>
                <a:cs typeface="Calibri"/>
                <a:sym typeface="Calibri"/>
              </a:rPr>
              <a:t>Ingeniería de requerimientos </a:t>
            </a:r>
            <a:r>
              <a:rPr lang="es-ES" sz="2600" dirty="0">
                <a:solidFill>
                  <a:schemeClr val="dk1"/>
                </a:solidFill>
                <a:latin typeface="Calibri"/>
                <a:ea typeface="Calibri"/>
                <a:cs typeface="Calibri"/>
                <a:sym typeface="Calibri"/>
              </a:rPr>
              <a:t>es el proceso por el cual se transforman los requerimientos declarados por los clientes, ya sean hablados o escritos, a especificaciones precisas, no ambiguas, consistentes y completas del comportamiento del sistema, incluyendo funciones, interfaces, rendimiento y limitaciones.</a:t>
            </a:r>
          </a:p>
          <a:p>
            <a:pPr marL="447466" marR="0" lvl="0" indent="-447466" algn="just" rtl="0">
              <a:spcBef>
                <a:spcPts val="0"/>
              </a:spcBef>
              <a:spcAft>
                <a:spcPts val="0"/>
              </a:spcAft>
              <a:buClr>
                <a:srgbClr val="C00000"/>
              </a:buClr>
              <a:buSzPts val="2789"/>
              <a:buFont typeface="Noto Sans Symbols"/>
              <a:buChar char="❖"/>
            </a:pPr>
            <a:endParaRPr lang="es-ES" sz="2600" dirty="0">
              <a:solidFill>
                <a:schemeClr val="dk1"/>
              </a:solidFill>
              <a:latin typeface="Calibri"/>
              <a:ea typeface="Calibri"/>
              <a:cs typeface="Calibri"/>
              <a:sym typeface="Calibri"/>
            </a:endParaRPr>
          </a:p>
          <a:p>
            <a:pPr marL="447466" indent="-447466" algn="just">
              <a:spcBef>
                <a:spcPts val="0"/>
              </a:spcBef>
              <a:spcAft>
                <a:spcPts val="0"/>
              </a:spcAft>
              <a:buClr>
                <a:srgbClr val="C00000"/>
              </a:buClr>
              <a:buSzPts val="2789"/>
              <a:buFont typeface="Noto Sans Symbols"/>
              <a:buChar char="❖"/>
            </a:pPr>
            <a:r>
              <a:rPr lang="es-ES" sz="2600" dirty="0">
                <a:solidFill>
                  <a:schemeClr val="dk1"/>
                </a:solidFill>
              </a:rPr>
              <a:t>Es la disciplina para desarrollar una especificación completa, consistente y no ambigua, la cual servirá como base para acuerdos comunes entre todas las partes involucradas y en donde se describen las funciones que realizará el sistema.</a:t>
            </a:r>
          </a:p>
          <a:p>
            <a:pPr marL="447466" marR="0" lvl="0" indent="-447466" algn="just" rtl="0">
              <a:spcBef>
                <a:spcPts val="0"/>
              </a:spcBef>
              <a:spcAft>
                <a:spcPts val="0"/>
              </a:spcAft>
              <a:buClr>
                <a:srgbClr val="C00000"/>
              </a:buClr>
              <a:buSzPts val="2789"/>
              <a:buFont typeface="Noto Sans Symbols"/>
              <a:buChar char="❖"/>
            </a:pPr>
            <a:endParaRPr lang="es-ES" sz="2600" dirty="0">
              <a:solidFill>
                <a:schemeClr val="dk1"/>
              </a:solidFill>
              <a:latin typeface="Calibri"/>
              <a:ea typeface="Calibri"/>
              <a:cs typeface="Calibri"/>
              <a:sym typeface="Calibri"/>
            </a:endParaRPr>
          </a:p>
          <a:p>
            <a:pPr marL="447466" marR="0" lvl="0" indent="-447466" algn="just" rtl="0">
              <a:spcBef>
                <a:spcPts val="0"/>
              </a:spcBef>
              <a:spcAft>
                <a:spcPts val="0"/>
              </a:spcAft>
              <a:buClr>
                <a:srgbClr val="C00000"/>
              </a:buClr>
              <a:buSzPts val="2789"/>
              <a:buFont typeface="Noto Sans Symbols"/>
              <a:buChar char="❖"/>
            </a:pPr>
            <a:endParaRPr lang="es-ES" sz="2400" dirty="0">
              <a:solidFill>
                <a:schemeClr val="dk1"/>
              </a:solidFill>
              <a:latin typeface="Calibri"/>
              <a:ea typeface="Calibri"/>
              <a:cs typeface="Calibri"/>
              <a:sym typeface="Calibri"/>
            </a:endParaRPr>
          </a:p>
        </p:txBody>
      </p:sp>
      <p:cxnSp>
        <p:nvCxnSpPr>
          <p:cNvPr id="3" name="Conector recto 2">
            <a:extLst>
              <a:ext uri="{FF2B5EF4-FFF2-40B4-BE49-F238E27FC236}">
                <a16:creationId xmlns:a16="http://schemas.microsoft.com/office/drawing/2014/main" id="{6CD22838-F2A9-4FF7-4C4F-D6E36E3785AF}"/>
              </a:ext>
            </a:extLst>
          </p:cNvPr>
          <p:cNvCxnSpPr>
            <a:cxnSpLocks/>
          </p:cNvCxnSpPr>
          <p:nvPr/>
        </p:nvCxnSpPr>
        <p:spPr>
          <a:xfrm>
            <a:off x="5362414" y="3099661"/>
            <a:ext cx="585009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 name="Conector recto 4">
            <a:extLst>
              <a:ext uri="{FF2B5EF4-FFF2-40B4-BE49-F238E27FC236}">
                <a16:creationId xmlns:a16="http://schemas.microsoft.com/office/drawing/2014/main" id="{0854D162-1EE8-81C4-A701-9D998BA9C253}"/>
              </a:ext>
            </a:extLst>
          </p:cNvPr>
          <p:cNvCxnSpPr>
            <a:cxnSpLocks/>
          </p:cNvCxnSpPr>
          <p:nvPr/>
        </p:nvCxnSpPr>
        <p:spPr>
          <a:xfrm>
            <a:off x="1655736" y="3515533"/>
            <a:ext cx="3412210" cy="0"/>
          </a:xfrm>
          <a:prstGeom prst="line">
            <a:avLst/>
          </a:prstGeom>
        </p:spPr>
        <p:style>
          <a:lnRef idx="1">
            <a:schemeClr val="accent1"/>
          </a:lnRef>
          <a:fillRef idx="0">
            <a:schemeClr val="accent1"/>
          </a:fillRef>
          <a:effectRef idx="0">
            <a:schemeClr val="accent1"/>
          </a:effectRef>
          <a:fontRef idx="minor">
            <a:schemeClr val="tx1"/>
          </a:fontRef>
        </p:style>
      </p:cxnSp>
      <p:sp>
        <p:nvSpPr>
          <p:cNvPr id="7" name="Google Shape;293;p15">
            <a:extLst>
              <a:ext uri="{FF2B5EF4-FFF2-40B4-BE49-F238E27FC236}">
                <a16:creationId xmlns:a16="http://schemas.microsoft.com/office/drawing/2014/main" id="{AF1E8155-BB9E-9DEC-952F-3C2964F8BFF9}"/>
              </a:ext>
            </a:extLst>
          </p:cNvPr>
          <p:cNvSpPr/>
          <p:nvPr/>
        </p:nvSpPr>
        <p:spPr>
          <a:xfrm>
            <a:off x="6877517" y="3868408"/>
            <a:ext cx="1953000" cy="569855"/>
          </a:xfrm>
          <a:prstGeom prst="borderCallout1">
            <a:avLst>
              <a:gd name="adj1" fmla="val 56826"/>
              <a:gd name="adj2" fmla="val 396"/>
              <a:gd name="adj3" fmla="val -61560"/>
              <a:gd name="adj4" fmla="val -123244"/>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ES" sz="1800" b="1" i="0" u="none" strike="noStrike" cap="none" dirty="0">
                <a:solidFill>
                  <a:schemeClr val="tx1"/>
                </a:solidFill>
                <a:latin typeface="Calibri"/>
                <a:ea typeface="Calibri"/>
                <a:cs typeface="Calibri"/>
                <a:sym typeface="Calibri"/>
              </a:rPr>
              <a:t>SRS</a:t>
            </a:r>
            <a:endParaRPr sz="1400" b="1" i="0" u="none" strike="noStrike" cap="none" dirty="0">
              <a:solidFill>
                <a:schemeClr val="tx1"/>
              </a:solidFill>
              <a:latin typeface="Arial"/>
              <a:ea typeface="Arial"/>
              <a:cs typeface="Arial"/>
              <a:sym typeface="Arial"/>
            </a:endParaRPr>
          </a:p>
        </p:txBody>
      </p:sp>
    </p:spTree>
    <p:extLst>
      <p:ext uri="{BB962C8B-B14F-4D97-AF65-F5344CB8AC3E}">
        <p14:creationId xmlns:p14="http://schemas.microsoft.com/office/powerpoint/2010/main" val="355438944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hidden"/>
                                      </p:to>
                                    </p:set>
                                  </p:childTnLst>
                                </p:cTn>
                              </p:par>
                              <p:par>
                                <p:cTn id="15" presetID="1" presetClass="exit" presetSubtype="0" fill="hold" nodeType="withEffect">
                                  <p:stCondLst>
                                    <p:cond delay="0"/>
                                  </p:stCondLst>
                                  <p:childTnLst>
                                    <p:set>
                                      <p:cBhvr>
                                        <p:cTn id="16" dur="1" fill="hold">
                                          <p:stCondLst>
                                            <p:cond delay="0"/>
                                          </p:stCondLst>
                                        </p:cTn>
                                        <p:tgtEl>
                                          <p:spTgt spid="5"/>
                                        </p:tgtEl>
                                        <p:attrNameLst>
                                          <p:attrName>style.visibility</p:attrName>
                                        </p:attrNameLst>
                                      </p:cBhvr>
                                      <p:to>
                                        <p:strVal val="hidden"/>
                                      </p:to>
                                    </p:set>
                                  </p:childTnLst>
                                </p:cTn>
                              </p:par>
                              <p:par>
                                <p:cTn id="17" presetID="1" presetClass="exit" presetSubtype="0" fill="hold" nodeType="withEffect">
                                  <p:stCondLst>
                                    <p:cond delay="0"/>
                                  </p:stCondLst>
                                  <p:childTnLst>
                                    <p:set>
                                      <p:cBhvr>
                                        <p:cTn id="18" dur="1" fill="hold">
                                          <p:stCondLst>
                                            <p:cond delay="0"/>
                                          </p:stCondLst>
                                        </p:cTn>
                                        <p:tgtEl>
                                          <p:spTgt spid="3"/>
                                        </p:tgtEl>
                                        <p:attrNameLst>
                                          <p:attrName>style.visibility</p:attrName>
                                        </p:attrNameLst>
                                      </p:cBhvr>
                                      <p:to>
                                        <p:strVal val="hidden"/>
                                      </p:to>
                                    </p:set>
                                  </p:childTnLst>
                                </p:cTn>
                              </p:par>
                              <p:par>
                                <p:cTn id="19" presetID="1" presetClass="entr" presetSubtype="0" fill="hold" nodeType="withEffect">
                                  <p:stCondLst>
                                    <p:cond delay="0"/>
                                  </p:stCondLst>
                                  <p:childTnLst>
                                    <p:set>
                                      <p:cBhvr>
                                        <p:cTn id="20" dur="1" fill="hold">
                                          <p:stCondLst>
                                            <p:cond delay="0"/>
                                          </p:stCondLst>
                                        </p:cTn>
                                        <p:tgtEl>
                                          <p:spTgt spid="17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5">
          <a:extLst>
            <a:ext uri="{FF2B5EF4-FFF2-40B4-BE49-F238E27FC236}">
              <a16:creationId xmlns:a16="http://schemas.microsoft.com/office/drawing/2014/main" id="{400CAC60-1757-86D7-B964-EA52A29B205E}"/>
            </a:ext>
          </a:extLst>
        </p:cNvPr>
        <p:cNvGrpSpPr/>
        <p:nvPr/>
      </p:nvGrpSpPr>
      <p:grpSpPr>
        <a:xfrm>
          <a:off x="0" y="0"/>
          <a:ext cx="0" cy="0"/>
          <a:chOff x="0" y="0"/>
          <a:chExt cx="0" cy="0"/>
        </a:xfrm>
      </p:grpSpPr>
      <p:sp>
        <p:nvSpPr>
          <p:cNvPr id="166" name="Google Shape;166;p8">
            <a:extLst>
              <a:ext uri="{FF2B5EF4-FFF2-40B4-BE49-F238E27FC236}">
                <a16:creationId xmlns:a16="http://schemas.microsoft.com/office/drawing/2014/main" id="{52BAD51F-6839-F660-B503-279D8CE24C7E}"/>
              </a:ext>
            </a:extLst>
          </p:cNvPr>
          <p:cNvSpPr txBox="1">
            <a:spLocks noGrp="1"/>
          </p:cNvSpPr>
          <p:nvPr>
            <p:ph type="title"/>
          </p:nvPr>
        </p:nvSpPr>
        <p:spPr>
          <a:xfrm>
            <a:off x="1086866" y="1140614"/>
            <a:ext cx="10258593" cy="632876"/>
          </a:xfrm>
          <a:prstGeom prst="rect">
            <a:avLst/>
          </a:prstGeom>
          <a:noFill/>
          <a:ln>
            <a:noFill/>
          </a:ln>
        </p:spPr>
        <p:txBody>
          <a:bodyPr spcFirstLastPara="1" wrap="square" lIns="71675" tIns="35825" rIns="71675" bIns="35825" anchor="t" anchorCtr="0">
            <a:normAutofit/>
          </a:bodyPr>
          <a:lstStyle/>
          <a:p>
            <a:pPr marL="0" lvl="0" indent="0" algn="l" rtl="0">
              <a:lnSpc>
                <a:spcPct val="84000"/>
              </a:lnSpc>
              <a:spcBef>
                <a:spcPts val="0"/>
              </a:spcBef>
              <a:spcAft>
                <a:spcPts val="0"/>
              </a:spcAft>
              <a:buNone/>
            </a:pPr>
            <a:r>
              <a:rPr lang="es-ES" sz="4382" dirty="0">
                <a:solidFill>
                  <a:schemeClr val="dk1"/>
                </a:solidFill>
                <a:latin typeface="Calibri"/>
                <a:ea typeface="Calibri"/>
                <a:cs typeface="Calibri"/>
                <a:sym typeface="Calibri"/>
              </a:rPr>
              <a:t>Ingeniería de Requerimientos</a:t>
            </a:r>
            <a:endParaRPr sz="4382" dirty="0">
              <a:solidFill>
                <a:schemeClr val="dk1"/>
              </a:solidFill>
              <a:latin typeface="Calibri"/>
              <a:ea typeface="Calibri"/>
              <a:cs typeface="Calibri"/>
              <a:sym typeface="Calibri"/>
            </a:endParaRPr>
          </a:p>
        </p:txBody>
      </p:sp>
      <p:sp>
        <p:nvSpPr>
          <p:cNvPr id="167" name="Google Shape;167;p8">
            <a:extLst>
              <a:ext uri="{FF2B5EF4-FFF2-40B4-BE49-F238E27FC236}">
                <a16:creationId xmlns:a16="http://schemas.microsoft.com/office/drawing/2014/main" id="{0ABBA00B-9352-06D5-FCCB-03D8721DD2A2}"/>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s-ES"/>
              <a:t>2026</a:t>
            </a:r>
            <a:endParaRPr/>
          </a:p>
        </p:txBody>
      </p:sp>
      <p:sp>
        <p:nvSpPr>
          <p:cNvPr id="168" name="Google Shape;168;p8">
            <a:extLst>
              <a:ext uri="{FF2B5EF4-FFF2-40B4-BE49-F238E27FC236}">
                <a16:creationId xmlns:a16="http://schemas.microsoft.com/office/drawing/2014/main" id="{0C3553D6-4BD7-3524-9BD8-8469918DB62C}"/>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s-ES"/>
              <a:t>INGENIERÍA DE SOFTWARE I</a:t>
            </a:r>
            <a:endParaRPr/>
          </a:p>
        </p:txBody>
      </p:sp>
      <p:sp>
        <p:nvSpPr>
          <p:cNvPr id="169" name="Google Shape;169;p8">
            <a:extLst>
              <a:ext uri="{FF2B5EF4-FFF2-40B4-BE49-F238E27FC236}">
                <a16:creationId xmlns:a16="http://schemas.microsoft.com/office/drawing/2014/main" id="{587A7356-96DD-BA5C-7527-532AD053FCCD}"/>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10</a:t>
            </a:fld>
            <a:endParaRPr/>
          </a:p>
        </p:txBody>
      </p:sp>
      <p:sp>
        <p:nvSpPr>
          <p:cNvPr id="170" name="Google Shape;170;p8">
            <a:extLst>
              <a:ext uri="{FF2B5EF4-FFF2-40B4-BE49-F238E27FC236}">
                <a16:creationId xmlns:a16="http://schemas.microsoft.com/office/drawing/2014/main" id="{FC883636-28D0-72FB-B61C-9166BBA4590C}"/>
              </a:ext>
            </a:extLst>
          </p:cNvPr>
          <p:cNvSpPr/>
          <p:nvPr/>
        </p:nvSpPr>
        <p:spPr>
          <a:xfrm>
            <a:off x="1151584" y="1886309"/>
            <a:ext cx="10129156" cy="4460410"/>
          </a:xfrm>
          <a:prstGeom prst="rect">
            <a:avLst/>
          </a:prstGeom>
          <a:noFill/>
          <a:ln>
            <a:noFill/>
          </a:ln>
        </p:spPr>
        <p:txBody>
          <a:bodyPr spcFirstLastPara="1" wrap="square" lIns="89625" tIns="44800" rIns="89625" bIns="44800" anchor="t" anchorCtr="0">
            <a:noAutofit/>
          </a:bodyPr>
          <a:lstStyle/>
          <a:p>
            <a:pPr marL="447466" marR="0" lvl="0" indent="-447466" algn="just" rtl="0">
              <a:spcBef>
                <a:spcPts val="0"/>
              </a:spcBef>
              <a:spcAft>
                <a:spcPts val="0"/>
              </a:spcAft>
              <a:buClr>
                <a:srgbClr val="C00000"/>
              </a:buClr>
              <a:buSzPts val="2789"/>
              <a:buFont typeface="Noto Sans Symbols"/>
              <a:buChar char="❖"/>
            </a:pPr>
            <a:r>
              <a:rPr lang="es-ES" sz="2600" dirty="0">
                <a:solidFill>
                  <a:schemeClr val="dk1"/>
                </a:solidFill>
                <a:latin typeface="Calibri"/>
                <a:ea typeface="Calibri"/>
                <a:cs typeface="Calibri"/>
                <a:sym typeface="Calibri"/>
              </a:rPr>
              <a:t>Proceso secuencial</a:t>
            </a:r>
            <a:endParaRPr lang="es-ES" sz="2600" dirty="0">
              <a:solidFill>
                <a:schemeClr val="dk1"/>
              </a:solidFill>
            </a:endParaRPr>
          </a:p>
          <a:p>
            <a:pPr marL="447466" marR="0" lvl="0" indent="-447466" algn="just" rtl="0">
              <a:spcBef>
                <a:spcPts val="0"/>
              </a:spcBef>
              <a:spcAft>
                <a:spcPts val="0"/>
              </a:spcAft>
              <a:buClr>
                <a:srgbClr val="C00000"/>
              </a:buClr>
              <a:buSzPts val="2789"/>
              <a:buFont typeface="Noto Sans Symbols"/>
              <a:buChar char="❖"/>
            </a:pPr>
            <a:endParaRPr lang="es-ES" sz="2600" dirty="0">
              <a:solidFill>
                <a:schemeClr val="dk1"/>
              </a:solidFill>
              <a:latin typeface="Calibri"/>
              <a:ea typeface="Calibri"/>
              <a:cs typeface="Calibri"/>
              <a:sym typeface="Calibri"/>
            </a:endParaRPr>
          </a:p>
          <a:p>
            <a:pPr marL="447466" marR="0" lvl="0" indent="-447466" algn="just" rtl="0">
              <a:spcBef>
                <a:spcPts val="0"/>
              </a:spcBef>
              <a:spcAft>
                <a:spcPts val="0"/>
              </a:spcAft>
              <a:buClr>
                <a:srgbClr val="C00000"/>
              </a:buClr>
              <a:buSzPts val="2789"/>
              <a:buFont typeface="Noto Sans Symbols"/>
              <a:buChar char="❖"/>
            </a:pPr>
            <a:endParaRPr lang="es-ES" sz="2400" dirty="0">
              <a:solidFill>
                <a:schemeClr val="dk1"/>
              </a:solidFill>
              <a:latin typeface="Calibri"/>
              <a:ea typeface="Calibri"/>
              <a:cs typeface="Calibri"/>
              <a:sym typeface="Calibri"/>
            </a:endParaRPr>
          </a:p>
        </p:txBody>
      </p:sp>
      <p:pic>
        <p:nvPicPr>
          <p:cNvPr id="4" name="Google Shape;335;p18">
            <a:extLst>
              <a:ext uri="{FF2B5EF4-FFF2-40B4-BE49-F238E27FC236}">
                <a16:creationId xmlns:a16="http://schemas.microsoft.com/office/drawing/2014/main" id="{EB9403D3-A317-E836-E2C6-5CA365C289E1}"/>
              </a:ext>
            </a:extLst>
          </p:cNvPr>
          <p:cNvPicPr preferRelativeResize="0"/>
          <p:nvPr/>
        </p:nvPicPr>
        <p:blipFill rotWithShape="1">
          <a:blip r:embed="rId3">
            <a:alphaModFix/>
          </a:blip>
          <a:srcRect l="881" t="3959" r="816" b="11656"/>
          <a:stretch/>
        </p:blipFill>
        <p:spPr>
          <a:xfrm>
            <a:off x="2009022" y="2517483"/>
            <a:ext cx="8173956" cy="3681839"/>
          </a:xfrm>
          <a:prstGeom prst="rect">
            <a:avLst/>
          </a:prstGeom>
          <a:noFill/>
          <a:ln>
            <a:noFill/>
          </a:ln>
        </p:spPr>
      </p:pic>
    </p:spTree>
    <p:extLst>
      <p:ext uri="{BB962C8B-B14F-4D97-AF65-F5344CB8AC3E}">
        <p14:creationId xmlns:p14="http://schemas.microsoft.com/office/powerpoint/2010/main" val="9242856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5">
          <a:extLst>
            <a:ext uri="{FF2B5EF4-FFF2-40B4-BE49-F238E27FC236}">
              <a16:creationId xmlns:a16="http://schemas.microsoft.com/office/drawing/2014/main" id="{5CA424E1-7743-3969-8529-99C76E4881F1}"/>
            </a:ext>
          </a:extLst>
        </p:cNvPr>
        <p:cNvGrpSpPr/>
        <p:nvPr/>
      </p:nvGrpSpPr>
      <p:grpSpPr>
        <a:xfrm>
          <a:off x="0" y="0"/>
          <a:ext cx="0" cy="0"/>
          <a:chOff x="0" y="0"/>
          <a:chExt cx="0" cy="0"/>
        </a:xfrm>
      </p:grpSpPr>
      <p:sp>
        <p:nvSpPr>
          <p:cNvPr id="166" name="Google Shape;166;p8">
            <a:extLst>
              <a:ext uri="{FF2B5EF4-FFF2-40B4-BE49-F238E27FC236}">
                <a16:creationId xmlns:a16="http://schemas.microsoft.com/office/drawing/2014/main" id="{33AC8F67-3AA1-E97E-F7B8-C5802C4A6740}"/>
              </a:ext>
            </a:extLst>
          </p:cNvPr>
          <p:cNvSpPr txBox="1">
            <a:spLocks noGrp="1"/>
          </p:cNvSpPr>
          <p:nvPr>
            <p:ph type="title"/>
          </p:nvPr>
        </p:nvSpPr>
        <p:spPr>
          <a:xfrm>
            <a:off x="1086866" y="1140614"/>
            <a:ext cx="10258593" cy="632876"/>
          </a:xfrm>
          <a:prstGeom prst="rect">
            <a:avLst/>
          </a:prstGeom>
          <a:noFill/>
          <a:ln>
            <a:noFill/>
          </a:ln>
        </p:spPr>
        <p:txBody>
          <a:bodyPr spcFirstLastPara="1" wrap="square" lIns="71675" tIns="35825" rIns="71675" bIns="35825" anchor="t" anchorCtr="0">
            <a:normAutofit/>
          </a:bodyPr>
          <a:lstStyle/>
          <a:p>
            <a:pPr marL="0" lvl="0" indent="0" algn="l" rtl="0">
              <a:lnSpc>
                <a:spcPct val="84000"/>
              </a:lnSpc>
              <a:spcBef>
                <a:spcPts val="0"/>
              </a:spcBef>
              <a:spcAft>
                <a:spcPts val="0"/>
              </a:spcAft>
              <a:buNone/>
            </a:pPr>
            <a:r>
              <a:rPr lang="es-ES" sz="4382" dirty="0">
                <a:solidFill>
                  <a:schemeClr val="dk1"/>
                </a:solidFill>
                <a:latin typeface="Calibri"/>
                <a:ea typeface="Calibri"/>
                <a:cs typeface="Calibri"/>
                <a:sym typeface="Calibri"/>
              </a:rPr>
              <a:t>Ingeniería de Requerimientos</a:t>
            </a:r>
            <a:endParaRPr sz="4382" dirty="0">
              <a:solidFill>
                <a:schemeClr val="dk1"/>
              </a:solidFill>
              <a:latin typeface="Calibri"/>
              <a:ea typeface="Calibri"/>
              <a:cs typeface="Calibri"/>
              <a:sym typeface="Calibri"/>
            </a:endParaRPr>
          </a:p>
        </p:txBody>
      </p:sp>
      <p:sp>
        <p:nvSpPr>
          <p:cNvPr id="167" name="Google Shape;167;p8">
            <a:extLst>
              <a:ext uri="{FF2B5EF4-FFF2-40B4-BE49-F238E27FC236}">
                <a16:creationId xmlns:a16="http://schemas.microsoft.com/office/drawing/2014/main" id="{910C45E4-98A4-1FDA-D772-DBFE208D85D4}"/>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s-ES"/>
              <a:t>2026</a:t>
            </a:r>
            <a:endParaRPr/>
          </a:p>
        </p:txBody>
      </p:sp>
      <p:sp>
        <p:nvSpPr>
          <p:cNvPr id="168" name="Google Shape;168;p8">
            <a:extLst>
              <a:ext uri="{FF2B5EF4-FFF2-40B4-BE49-F238E27FC236}">
                <a16:creationId xmlns:a16="http://schemas.microsoft.com/office/drawing/2014/main" id="{0DBE71D3-1A57-8D0B-E7AF-E76437671CA6}"/>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s-ES"/>
              <a:t>INGENIERÍA DE SOFTWARE I</a:t>
            </a:r>
            <a:endParaRPr/>
          </a:p>
        </p:txBody>
      </p:sp>
      <p:sp>
        <p:nvSpPr>
          <p:cNvPr id="169" name="Google Shape;169;p8">
            <a:extLst>
              <a:ext uri="{FF2B5EF4-FFF2-40B4-BE49-F238E27FC236}">
                <a16:creationId xmlns:a16="http://schemas.microsoft.com/office/drawing/2014/main" id="{F07A31BC-8C8F-7A59-A267-B0ED47CA0576}"/>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11</a:t>
            </a:fld>
            <a:endParaRPr/>
          </a:p>
        </p:txBody>
      </p:sp>
      <p:sp>
        <p:nvSpPr>
          <p:cNvPr id="170" name="Google Shape;170;p8">
            <a:extLst>
              <a:ext uri="{FF2B5EF4-FFF2-40B4-BE49-F238E27FC236}">
                <a16:creationId xmlns:a16="http://schemas.microsoft.com/office/drawing/2014/main" id="{407C88E1-0307-6F06-9A0A-6DCE91DD5221}"/>
              </a:ext>
            </a:extLst>
          </p:cNvPr>
          <p:cNvSpPr/>
          <p:nvPr/>
        </p:nvSpPr>
        <p:spPr>
          <a:xfrm>
            <a:off x="1151584" y="1886309"/>
            <a:ext cx="10129156" cy="4460410"/>
          </a:xfrm>
          <a:prstGeom prst="rect">
            <a:avLst/>
          </a:prstGeom>
          <a:noFill/>
          <a:ln>
            <a:noFill/>
          </a:ln>
        </p:spPr>
        <p:txBody>
          <a:bodyPr spcFirstLastPara="1" wrap="square" lIns="89625" tIns="44800" rIns="89625" bIns="44800" anchor="t" anchorCtr="0">
            <a:noAutofit/>
          </a:bodyPr>
          <a:lstStyle/>
          <a:p>
            <a:pPr marL="447466" marR="0" lvl="0" indent="-447466" algn="just" rtl="0">
              <a:spcBef>
                <a:spcPts val="0"/>
              </a:spcBef>
              <a:spcAft>
                <a:spcPts val="0"/>
              </a:spcAft>
              <a:buClr>
                <a:srgbClr val="C00000"/>
              </a:buClr>
              <a:buSzPts val="2789"/>
              <a:buFont typeface="Noto Sans Symbols"/>
              <a:buChar char="❖"/>
            </a:pPr>
            <a:r>
              <a:rPr lang="es-ES" sz="2600" dirty="0">
                <a:solidFill>
                  <a:schemeClr val="dk1"/>
                </a:solidFill>
                <a:latin typeface="Calibri"/>
                <a:ea typeface="Calibri"/>
                <a:cs typeface="Calibri"/>
                <a:sym typeface="Calibri"/>
              </a:rPr>
              <a:t>También es el proceso mediante el cual se intercambian diferentes puntos de vista para recopilar y modelar lo que el sistema va a realizar. Este proceso utiliza una combinación de métodos, herramientas y actores, cuyo producto es un modelo del cual se genera un documento de requerimientos.</a:t>
            </a:r>
          </a:p>
          <a:p>
            <a:pPr marL="447466" marR="0" lvl="0" indent="-447466" algn="just" rtl="0">
              <a:spcBef>
                <a:spcPts val="0"/>
              </a:spcBef>
              <a:spcAft>
                <a:spcPts val="0"/>
              </a:spcAft>
              <a:buClr>
                <a:srgbClr val="C00000"/>
              </a:buClr>
              <a:buSzPts val="2789"/>
              <a:buFont typeface="Noto Sans Symbols"/>
              <a:buChar char="❖"/>
            </a:pPr>
            <a:endParaRPr lang="es-ES" sz="2600" dirty="0">
              <a:solidFill>
                <a:schemeClr val="dk1"/>
              </a:solidFill>
              <a:latin typeface="Calibri"/>
              <a:ea typeface="Calibri"/>
              <a:cs typeface="Calibri"/>
              <a:sym typeface="Calibri"/>
            </a:endParaRPr>
          </a:p>
          <a:p>
            <a:pPr marL="447466" marR="0" lvl="0" indent="-447466" algn="just" rtl="0">
              <a:spcBef>
                <a:spcPts val="0"/>
              </a:spcBef>
              <a:spcAft>
                <a:spcPts val="0"/>
              </a:spcAft>
              <a:buClr>
                <a:srgbClr val="C00000"/>
              </a:buClr>
              <a:buSzPts val="2789"/>
              <a:buFont typeface="Noto Sans Symbols"/>
              <a:buChar char="❖"/>
            </a:pPr>
            <a:r>
              <a:rPr lang="es-ES" sz="2600" dirty="0">
                <a:solidFill>
                  <a:schemeClr val="dk1"/>
                </a:solidFill>
                <a:latin typeface="Calibri"/>
                <a:ea typeface="Calibri"/>
                <a:cs typeface="Calibri"/>
                <a:sym typeface="Calibri"/>
              </a:rPr>
              <a:t>“Ingeniería de requerimientos” es un enfoque sistémico para recolectar, organizar y documentar los requerimientos del sistema; es también el proceso que establece y mantiene acuerdos sobre los cambios de requerimientos, entre los clientes y el equipo del proyecto.</a:t>
            </a:r>
          </a:p>
          <a:p>
            <a:pPr marL="447466" marR="0" lvl="0" indent="-447466" algn="just" rtl="0">
              <a:spcBef>
                <a:spcPts val="0"/>
              </a:spcBef>
              <a:spcAft>
                <a:spcPts val="0"/>
              </a:spcAft>
              <a:buClr>
                <a:srgbClr val="C00000"/>
              </a:buClr>
              <a:buSzPts val="2789"/>
              <a:buFont typeface="Noto Sans Symbols"/>
              <a:buChar char="❖"/>
            </a:pPr>
            <a:endParaRPr lang="es-ES" sz="24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10893368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5">
          <a:extLst>
            <a:ext uri="{FF2B5EF4-FFF2-40B4-BE49-F238E27FC236}">
              <a16:creationId xmlns:a16="http://schemas.microsoft.com/office/drawing/2014/main" id="{1935D1CC-7D9B-27D5-4D1B-06A5B2D2D5F7}"/>
            </a:ext>
          </a:extLst>
        </p:cNvPr>
        <p:cNvGrpSpPr/>
        <p:nvPr/>
      </p:nvGrpSpPr>
      <p:grpSpPr>
        <a:xfrm>
          <a:off x="0" y="0"/>
          <a:ext cx="0" cy="0"/>
          <a:chOff x="0" y="0"/>
          <a:chExt cx="0" cy="0"/>
        </a:xfrm>
      </p:grpSpPr>
      <p:sp>
        <p:nvSpPr>
          <p:cNvPr id="166" name="Google Shape;166;p8">
            <a:extLst>
              <a:ext uri="{FF2B5EF4-FFF2-40B4-BE49-F238E27FC236}">
                <a16:creationId xmlns:a16="http://schemas.microsoft.com/office/drawing/2014/main" id="{74DBFFCF-C4C8-6F7C-EAC8-797ABBC43825}"/>
              </a:ext>
            </a:extLst>
          </p:cNvPr>
          <p:cNvSpPr txBox="1">
            <a:spLocks noGrp="1"/>
          </p:cNvSpPr>
          <p:nvPr>
            <p:ph type="title"/>
          </p:nvPr>
        </p:nvSpPr>
        <p:spPr>
          <a:xfrm>
            <a:off x="1086866" y="1140614"/>
            <a:ext cx="10258593" cy="632876"/>
          </a:xfrm>
          <a:prstGeom prst="rect">
            <a:avLst/>
          </a:prstGeom>
          <a:noFill/>
          <a:ln>
            <a:noFill/>
          </a:ln>
        </p:spPr>
        <p:txBody>
          <a:bodyPr spcFirstLastPara="1" wrap="square" lIns="71675" tIns="35825" rIns="71675" bIns="35825" anchor="t" anchorCtr="0">
            <a:normAutofit/>
          </a:bodyPr>
          <a:lstStyle/>
          <a:p>
            <a:pPr marL="0" lvl="0" indent="0" algn="l" rtl="0">
              <a:lnSpc>
                <a:spcPct val="84000"/>
              </a:lnSpc>
              <a:spcBef>
                <a:spcPts val="0"/>
              </a:spcBef>
              <a:spcAft>
                <a:spcPts val="0"/>
              </a:spcAft>
              <a:buNone/>
            </a:pPr>
            <a:r>
              <a:rPr lang="es-ES" sz="4382" dirty="0">
                <a:solidFill>
                  <a:schemeClr val="dk1"/>
                </a:solidFill>
                <a:latin typeface="Calibri"/>
                <a:ea typeface="Calibri"/>
                <a:cs typeface="Calibri"/>
                <a:sym typeface="Calibri"/>
              </a:rPr>
              <a:t>Ingeniería de Requerimientos</a:t>
            </a:r>
            <a:endParaRPr sz="4382" dirty="0">
              <a:solidFill>
                <a:schemeClr val="dk1"/>
              </a:solidFill>
              <a:latin typeface="Calibri"/>
              <a:ea typeface="Calibri"/>
              <a:cs typeface="Calibri"/>
              <a:sym typeface="Calibri"/>
            </a:endParaRPr>
          </a:p>
        </p:txBody>
      </p:sp>
      <p:sp>
        <p:nvSpPr>
          <p:cNvPr id="167" name="Google Shape;167;p8">
            <a:extLst>
              <a:ext uri="{FF2B5EF4-FFF2-40B4-BE49-F238E27FC236}">
                <a16:creationId xmlns:a16="http://schemas.microsoft.com/office/drawing/2014/main" id="{38FD9CC0-DDA0-3A87-FFA3-2373D1944C50}"/>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s-ES"/>
              <a:t>2026</a:t>
            </a:r>
            <a:endParaRPr/>
          </a:p>
        </p:txBody>
      </p:sp>
      <p:sp>
        <p:nvSpPr>
          <p:cNvPr id="168" name="Google Shape;168;p8">
            <a:extLst>
              <a:ext uri="{FF2B5EF4-FFF2-40B4-BE49-F238E27FC236}">
                <a16:creationId xmlns:a16="http://schemas.microsoft.com/office/drawing/2014/main" id="{02862122-F807-E66B-C175-52518A166D39}"/>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s-ES"/>
              <a:t>INGENIERÍA DE SOFTWARE I</a:t>
            </a:r>
            <a:endParaRPr/>
          </a:p>
        </p:txBody>
      </p:sp>
      <p:sp>
        <p:nvSpPr>
          <p:cNvPr id="169" name="Google Shape;169;p8">
            <a:extLst>
              <a:ext uri="{FF2B5EF4-FFF2-40B4-BE49-F238E27FC236}">
                <a16:creationId xmlns:a16="http://schemas.microsoft.com/office/drawing/2014/main" id="{28D4F4C6-2E62-3986-78D6-CE85BA9C3EAE}"/>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12</a:t>
            </a:fld>
            <a:endParaRPr/>
          </a:p>
        </p:txBody>
      </p:sp>
      <p:sp>
        <p:nvSpPr>
          <p:cNvPr id="170" name="Google Shape;170;p8">
            <a:extLst>
              <a:ext uri="{FF2B5EF4-FFF2-40B4-BE49-F238E27FC236}">
                <a16:creationId xmlns:a16="http://schemas.microsoft.com/office/drawing/2014/main" id="{7A766E2C-52D6-9BF4-051A-ACDBF3F246F1}"/>
              </a:ext>
            </a:extLst>
          </p:cNvPr>
          <p:cNvSpPr/>
          <p:nvPr/>
        </p:nvSpPr>
        <p:spPr>
          <a:xfrm>
            <a:off x="1151584" y="1886309"/>
            <a:ext cx="10129156" cy="4460410"/>
          </a:xfrm>
          <a:prstGeom prst="rect">
            <a:avLst/>
          </a:prstGeom>
          <a:noFill/>
          <a:ln>
            <a:noFill/>
          </a:ln>
        </p:spPr>
        <p:txBody>
          <a:bodyPr spcFirstLastPara="1" wrap="square" lIns="89625" tIns="44800" rIns="89625" bIns="44800" anchor="t" anchorCtr="0">
            <a:noAutofit/>
          </a:bodyPr>
          <a:lstStyle/>
          <a:p>
            <a:pPr marL="447466" marR="0" lvl="0" indent="-447466" algn="just" rtl="0">
              <a:spcBef>
                <a:spcPts val="0"/>
              </a:spcBef>
              <a:spcAft>
                <a:spcPts val="0"/>
              </a:spcAft>
              <a:buClr>
                <a:srgbClr val="C00000"/>
              </a:buClr>
              <a:buSzPts val="2789"/>
              <a:buFont typeface="Noto Sans Symbols"/>
              <a:buChar char="❖"/>
            </a:pPr>
            <a:r>
              <a:rPr lang="es-ES" sz="2800" dirty="0">
                <a:solidFill>
                  <a:schemeClr val="dk1"/>
                </a:solidFill>
                <a:latin typeface="Calibri"/>
                <a:ea typeface="Calibri"/>
                <a:cs typeface="Calibri"/>
                <a:sym typeface="Calibri"/>
              </a:rPr>
              <a:t>Importancia:</a:t>
            </a:r>
          </a:p>
          <a:p>
            <a:pPr marL="806450" lvl="1" indent="-357188">
              <a:spcBef>
                <a:spcPts val="450"/>
              </a:spcBef>
              <a:spcAft>
                <a:spcPts val="0"/>
              </a:spcAft>
              <a:buClr>
                <a:srgbClr val="C00000"/>
              </a:buClr>
              <a:buSzPts val="2300"/>
              <a:buFont typeface="Noto Sans Symbols2" panose="020B0502040504020204" pitchFamily="34" charset="0"/>
              <a:buChar char="»"/>
            </a:pPr>
            <a:r>
              <a:rPr lang="es-ES" sz="2400" dirty="0"/>
              <a:t>Permite gestionar las necesidades del proyecto en forma estructurada.</a:t>
            </a:r>
          </a:p>
          <a:p>
            <a:pPr marL="806450" lvl="1" indent="-357188">
              <a:spcBef>
                <a:spcPts val="450"/>
              </a:spcBef>
              <a:spcAft>
                <a:spcPts val="0"/>
              </a:spcAft>
              <a:buClr>
                <a:srgbClr val="C00000"/>
              </a:buClr>
              <a:buSzPts val="2300"/>
              <a:buFont typeface="Noto Sans Symbols2" panose="020B0502040504020204" pitchFamily="34" charset="0"/>
              <a:buChar char="»"/>
            </a:pPr>
            <a:r>
              <a:rPr lang="es-ES" sz="2400" dirty="0"/>
              <a:t>Mejora la capacidad de predecir cronogramas de proyectos.</a:t>
            </a:r>
          </a:p>
          <a:p>
            <a:pPr marL="806450" lvl="1" indent="-357188">
              <a:spcBef>
                <a:spcPts val="450"/>
              </a:spcBef>
              <a:spcAft>
                <a:spcPts val="0"/>
              </a:spcAft>
              <a:buClr>
                <a:srgbClr val="C00000"/>
              </a:buClr>
              <a:buSzPts val="2300"/>
              <a:buFont typeface="Noto Sans Symbols2" panose="020B0502040504020204" pitchFamily="34" charset="0"/>
              <a:buChar char="»"/>
            </a:pPr>
            <a:r>
              <a:rPr lang="es-ES" sz="2400" dirty="0"/>
              <a:t>Disminuye los costos y retrasos del proyecto.</a:t>
            </a:r>
          </a:p>
          <a:p>
            <a:pPr marL="806450" lvl="1" indent="-357188">
              <a:spcBef>
                <a:spcPts val="450"/>
              </a:spcBef>
              <a:spcAft>
                <a:spcPts val="0"/>
              </a:spcAft>
              <a:buClr>
                <a:srgbClr val="C00000"/>
              </a:buClr>
              <a:buSzPts val="2300"/>
              <a:buFont typeface="Noto Sans Symbols2" panose="020B0502040504020204" pitchFamily="34" charset="0"/>
              <a:buChar char="»"/>
            </a:pPr>
            <a:r>
              <a:rPr lang="es-ES" sz="2400" dirty="0"/>
              <a:t>Mejora la calidad del software.</a:t>
            </a:r>
          </a:p>
          <a:p>
            <a:pPr marL="806450" lvl="1" indent="-357188">
              <a:spcBef>
                <a:spcPts val="450"/>
              </a:spcBef>
              <a:spcAft>
                <a:spcPts val="0"/>
              </a:spcAft>
              <a:buClr>
                <a:srgbClr val="C00000"/>
              </a:buClr>
              <a:buSzPts val="2300"/>
              <a:buFont typeface="Noto Sans Symbols2" panose="020B0502040504020204" pitchFamily="34" charset="0"/>
              <a:buChar char="»"/>
            </a:pPr>
            <a:r>
              <a:rPr lang="es-ES" sz="2400" dirty="0"/>
              <a:t>Mejora la comunicación entre equipos.</a:t>
            </a:r>
          </a:p>
          <a:p>
            <a:pPr marL="806450" lvl="1" indent="-357188">
              <a:spcBef>
                <a:spcPts val="450"/>
              </a:spcBef>
              <a:spcAft>
                <a:spcPts val="0"/>
              </a:spcAft>
              <a:buClr>
                <a:srgbClr val="C00000"/>
              </a:buClr>
              <a:buSzPts val="2300"/>
              <a:buFont typeface="Noto Sans Symbols2" panose="020B0502040504020204" pitchFamily="34" charset="0"/>
              <a:buChar char="»"/>
            </a:pPr>
            <a:r>
              <a:rPr lang="es-ES" sz="2400" dirty="0"/>
              <a:t>Evita rechazos de usuarios finales.</a:t>
            </a:r>
          </a:p>
          <a:p>
            <a:pPr marL="447466" marR="0" lvl="0" indent="-447466" algn="just" rtl="0">
              <a:spcBef>
                <a:spcPts val="0"/>
              </a:spcBef>
              <a:spcAft>
                <a:spcPts val="0"/>
              </a:spcAft>
              <a:buClr>
                <a:srgbClr val="C00000"/>
              </a:buClr>
              <a:buSzPts val="2789"/>
              <a:buFont typeface="Noto Sans Symbols"/>
              <a:buChar char="❖"/>
            </a:pPr>
            <a:endParaRPr lang="es-ES" sz="2600" dirty="0">
              <a:solidFill>
                <a:schemeClr val="dk1"/>
              </a:solidFill>
              <a:latin typeface="Calibri"/>
              <a:ea typeface="Calibri"/>
              <a:cs typeface="Calibri"/>
              <a:sym typeface="Calibri"/>
            </a:endParaRPr>
          </a:p>
          <a:p>
            <a:pPr marL="447466" marR="0" lvl="0" indent="-447466" algn="just" rtl="0">
              <a:spcBef>
                <a:spcPts val="0"/>
              </a:spcBef>
              <a:spcAft>
                <a:spcPts val="0"/>
              </a:spcAft>
              <a:buClr>
                <a:srgbClr val="C00000"/>
              </a:buClr>
              <a:buSzPts val="2789"/>
              <a:buFont typeface="Noto Sans Symbols"/>
              <a:buChar char="❖"/>
            </a:pPr>
            <a:endParaRPr lang="es-ES" sz="24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91192371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5">
          <a:extLst>
            <a:ext uri="{FF2B5EF4-FFF2-40B4-BE49-F238E27FC236}">
              <a16:creationId xmlns:a16="http://schemas.microsoft.com/office/drawing/2014/main" id="{56889046-D330-E6F4-46AA-433B53F632C5}"/>
            </a:ext>
          </a:extLst>
        </p:cNvPr>
        <p:cNvGrpSpPr/>
        <p:nvPr/>
      </p:nvGrpSpPr>
      <p:grpSpPr>
        <a:xfrm>
          <a:off x="0" y="0"/>
          <a:ext cx="0" cy="0"/>
          <a:chOff x="0" y="0"/>
          <a:chExt cx="0" cy="0"/>
        </a:xfrm>
      </p:grpSpPr>
      <p:pic>
        <p:nvPicPr>
          <p:cNvPr id="3" name="Google Shape;344;p126">
            <a:extLst>
              <a:ext uri="{FF2B5EF4-FFF2-40B4-BE49-F238E27FC236}">
                <a16:creationId xmlns:a16="http://schemas.microsoft.com/office/drawing/2014/main" id="{64BEA977-D24F-70F6-7C27-E4836A1C2479}"/>
              </a:ext>
            </a:extLst>
          </p:cNvPr>
          <p:cNvPicPr preferRelativeResize="0"/>
          <p:nvPr/>
        </p:nvPicPr>
        <p:blipFill rotWithShape="1">
          <a:blip r:embed="rId3">
            <a:alphaModFix/>
          </a:blip>
          <a:srcRect l="4008" r="5659" b="4010"/>
          <a:stretch>
            <a:fillRect/>
          </a:stretch>
        </p:blipFill>
        <p:spPr>
          <a:xfrm>
            <a:off x="3911321" y="2412475"/>
            <a:ext cx="4609681" cy="3856098"/>
          </a:xfrm>
          <a:prstGeom prst="rect">
            <a:avLst/>
          </a:prstGeom>
          <a:noFill/>
          <a:ln>
            <a:noFill/>
          </a:ln>
        </p:spPr>
      </p:pic>
      <p:sp>
        <p:nvSpPr>
          <p:cNvPr id="166" name="Google Shape;166;p8">
            <a:extLst>
              <a:ext uri="{FF2B5EF4-FFF2-40B4-BE49-F238E27FC236}">
                <a16:creationId xmlns:a16="http://schemas.microsoft.com/office/drawing/2014/main" id="{7A813D84-CFAC-6F0E-F95E-00C59A88B813}"/>
              </a:ext>
            </a:extLst>
          </p:cNvPr>
          <p:cNvSpPr txBox="1">
            <a:spLocks noGrp="1"/>
          </p:cNvSpPr>
          <p:nvPr>
            <p:ph type="title"/>
          </p:nvPr>
        </p:nvSpPr>
        <p:spPr>
          <a:xfrm>
            <a:off x="1086866" y="1140614"/>
            <a:ext cx="10258593" cy="632876"/>
          </a:xfrm>
          <a:prstGeom prst="rect">
            <a:avLst/>
          </a:prstGeom>
          <a:noFill/>
          <a:ln>
            <a:noFill/>
          </a:ln>
        </p:spPr>
        <p:txBody>
          <a:bodyPr spcFirstLastPara="1" wrap="square" lIns="71675" tIns="35825" rIns="71675" bIns="35825" anchor="t" anchorCtr="0">
            <a:normAutofit/>
          </a:bodyPr>
          <a:lstStyle/>
          <a:p>
            <a:pPr marL="0" lvl="0" indent="0" algn="l" rtl="0">
              <a:lnSpc>
                <a:spcPct val="84000"/>
              </a:lnSpc>
              <a:spcBef>
                <a:spcPts val="0"/>
              </a:spcBef>
              <a:spcAft>
                <a:spcPts val="0"/>
              </a:spcAft>
              <a:buNone/>
            </a:pPr>
            <a:r>
              <a:rPr lang="es-ES" sz="4382" dirty="0">
                <a:solidFill>
                  <a:schemeClr val="dk1"/>
                </a:solidFill>
                <a:latin typeface="Calibri"/>
                <a:ea typeface="Calibri"/>
                <a:cs typeface="Calibri"/>
                <a:sym typeface="Calibri"/>
              </a:rPr>
              <a:t>Ingeniería de Requerimientos</a:t>
            </a:r>
            <a:endParaRPr sz="4382" dirty="0">
              <a:solidFill>
                <a:schemeClr val="dk1"/>
              </a:solidFill>
              <a:latin typeface="Calibri"/>
              <a:ea typeface="Calibri"/>
              <a:cs typeface="Calibri"/>
              <a:sym typeface="Calibri"/>
            </a:endParaRPr>
          </a:p>
        </p:txBody>
      </p:sp>
      <p:sp>
        <p:nvSpPr>
          <p:cNvPr id="167" name="Google Shape;167;p8">
            <a:extLst>
              <a:ext uri="{FF2B5EF4-FFF2-40B4-BE49-F238E27FC236}">
                <a16:creationId xmlns:a16="http://schemas.microsoft.com/office/drawing/2014/main" id="{04379C86-E32E-5F05-EBB5-40D1A834B83F}"/>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s-ES"/>
              <a:t>2026</a:t>
            </a:r>
            <a:endParaRPr/>
          </a:p>
        </p:txBody>
      </p:sp>
      <p:sp>
        <p:nvSpPr>
          <p:cNvPr id="168" name="Google Shape;168;p8">
            <a:extLst>
              <a:ext uri="{FF2B5EF4-FFF2-40B4-BE49-F238E27FC236}">
                <a16:creationId xmlns:a16="http://schemas.microsoft.com/office/drawing/2014/main" id="{0506C4BB-D14C-34DE-2B08-5389F9301BF7}"/>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s-ES"/>
              <a:t>INGENIERÍA DE SOFTWARE I</a:t>
            </a:r>
            <a:endParaRPr/>
          </a:p>
        </p:txBody>
      </p:sp>
      <p:sp>
        <p:nvSpPr>
          <p:cNvPr id="169" name="Google Shape;169;p8">
            <a:extLst>
              <a:ext uri="{FF2B5EF4-FFF2-40B4-BE49-F238E27FC236}">
                <a16:creationId xmlns:a16="http://schemas.microsoft.com/office/drawing/2014/main" id="{CB752E08-D04A-2ED2-EEE2-AC43EE40525C}"/>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13</a:t>
            </a:fld>
            <a:endParaRPr/>
          </a:p>
        </p:txBody>
      </p:sp>
      <p:sp>
        <p:nvSpPr>
          <p:cNvPr id="170" name="Google Shape;170;p8">
            <a:extLst>
              <a:ext uri="{FF2B5EF4-FFF2-40B4-BE49-F238E27FC236}">
                <a16:creationId xmlns:a16="http://schemas.microsoft.com/office/drawing/2014/main" id="{DB16653A-254A-DE54-C9C8-058DF8059504}"/>
              </a:ext>
            </a:extLst>
          </p:cNvPr>
          <p:cNvSpPr/>
          <p:nvPr/>
        </p:nvSpPr>
        <p:spPr>
          <a:xfrm>
            <a:off x="1151584" y="1886309"/>
            <a:ext cx="10129156" cy="4460410"/>
          </a:xfrm>
          <a:prstGeom prst="rect">
            <a:avLst/>
          </a:prstGeom>
          <a:noFill/>
          <a:ln>
            <a:noFill/>
          </a:ln>
        </p:spPr>
        <p:txBody>
          <a:bodyPr spcFirstLastPara="1" wrap="square" lIns="89625" tIns="44800" rIns="89625" bIns="44800" anchor="t" anchorCtr="0">
            <a:noAutofit/>
          </a:bodyPr>
          <a:lstStyle/>
          <a:p>
            <a:pPr marL="447466" marR="0" lvl="0" indent="-447466" algn="just" rtl="0">
              <a:spcBef>
                <a:spcPts val="0"/>
              </a:spcBef>
              <a:spcAft>
                <a:spcPts val="0"/>
              </a:spcAft>
              <a:buClr>
                <a:srgbClr val="C00000"/>
              </a:buClr>
              <a:buSzPts val="2789"/>
              <a:buFont typeface="Noto Sans Symbols"/>
              <a:buChar char="❖"/>
            </a:pPr>
            <a:r>
              <a:rPr lang="es-ES" sz="2600" dirty="0">
                <a:solidFill>
                  <a:schemeClr val="dk1"/>
                </a:solidFill>
                <a:latin typeface="Calibri"/>
                <a:ea typeface="Calibri"/>
                <a:cs typeface="Calibri"/>
                <a:sym typeface="Calibri"/>
              </a:rPr>
              <a:t>En la práctica , es un proceso </a:t>
            </a:r>
            <a:r>
              <a:rPr lang="es-ES" sz="2600" u="sng" dirty="0">
                <a:solidFill>
                  <a:schemeClr val="dk1"/>
                </a:solidFill>
                <a:latin typeface="Calibri"/>
                <a:ea typeface="Calibri"/>
                <a:cs typeface="Calibri"/>
                <a:sym typeface="Calibri"/>
              </a:rPr>
              <a:t>iterativo</a:t>
            </a:r>
            <a:r>
              <a:rPr lang="es-ES" sz="2600" dirty="0">
                <a:solidFill>
                  <a:schemeClr val="dk1"/>
                </a:solidFill>
                <a:latin typeface="Calibri"/>
                <a:ea typeface="Calibri"/>
                <a:cs typeface="Calibri"/>
                <a:sym typeface="Calibri"/>
              </a:rPr>
              <a:t> donde las actividades se entrelazan.</a:t>
            </a:r>
          </a:p>
          <a:p>
            <a:pPr marL="447466" marR="0" lvl="0" indent="-447466" algn="just" rtl="0">
              <a:spcBef>
                <a:spcPts val="0"/>
              </a:spcBef>
              <a:spcAft>
                <a:spcPts val="0"/>
              </a:spcAft>
              <a:buClr>
                <a:srgbClr val="C00000"/>
              </a:buClr>
              <a:buSzPts val="2789"/>
              <a:buFont typeface="Noto Sans Symbols"/>
              <a:buChar char="❖"/>
            </a:pPr>
            <a:endParaRPr lang="es-ES" sz="2600" dirty="0">
              <a:solidFill>
                <a:schemeClr val="dk1"/>
              </a:solidFill>
              <a:latin typeface="Calibri"/>
              <a:ea typeface="Calibri"/>
              <a:cs typeface="Calibri"/>
              <a:sym typeface="Calibri"/>
            </a:endParaRPr>
          </a:p>
          <a:p>
            <a:pPr marL="447466" marR="0" lvl="0" indent="-447466" algn="just" rtl="0">
              <a:spcBef>
                <a:spcPts val="0"/>
              </a:spcBef>
              <a:spcAft>
                <a:spcPts val="0"/>
              </a:spcAft>
              <a:buClr>
                <a:srgbClr val="C00000"/>
              </a:buClr>
              <a:buSzPts val="2789"/>
              <a:buFont typeface="Noto Sans Symbols"/>
              <a:buChar char="❖"/>
            </a:pPr>
            <a:endParaRPr lang="es-ES" sz="24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1219170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49"/>
        <p:cNvGrpSpPr/>
        <p:nvPr/>
      </p:nvGrpSpPr>
      <p:grpSpPr>
        <a:xfrm>
          <a:off x="0" y="0"/>
          <a:ext cx="0" cy="0"/>
          <a:chOff x="0" y="0"/>
          <a:chExt cx="0" cy="0"/>
        </a:xfrm>
      </p:grpSpPr>
      <p:sp>
        <p:nvSpPr>
          <p:cNvPr id="351" name="Google Shape;351;p19"/>
          <p:cNvSpPr txBox="1">
            <a:spLocks noGrp="1"/>
          </p:cNvSpPr>
          <p:nvPr>
            <p:ph type="title"/>
          </p:nvPr>
        </p:nvSpPr>
        <p:spPr>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262626"/>
              </a:buClr>
              <a:buSzPts val="8000"/>
              <a:buFont typeface="Calibri"/>
              <a:buNone/>
            </a:pPr>
            <a:r>
              <a:rPr lang="es-ES" dirty="0"/>
              <a:t>Estudio de Viabilidad</a:t>
            </a:r>
            <a:endParaRPr dirty="0"/>
          </a:p>
        </p:txBody>
      </p:sp>
      <p:sp>
        <p:nvSpPr>
          <p:cNvPr id="4" name="Marcador de contenido 3">
            <a:extLst>
              <a:ext uri="{FF2B5EF4-FFF2-40B4-BE49-F238E27FC236}">
                <a16:creationId xmlns:a16="http://schemas.microsoft.com/office/drawing/2014/main" id="{C39B3C48-68A3-F2AF-BCF8-E4493644C5DA}"/>
              </a:ext>
            </a:extLst>
          </p:cNvPr>
          <p:cNvSpPr>
            <a:spLocks noGrp="1"/>
          </p:cNvSpPr>
          <p:nvPr>
            <p:ph idx="1"/>
          </p:nvPr>
        </p:nvSpPr>
        <p:spPr/>
        <p:txBody>
          <a:bodyPr/>
          <a:lstStyle/>
          <a:p>
            <a:endParaRPr lang="es-ES" dirty="0"/>
          </a:p>
        </p:txBody>
      </p:sp>
      <p:sp>
        <p:nvSpPr>
          <p:cNvPr id="5" name="Marcador de texto 4">
            <a:extLst>
              <a:ext uri="{FF2B5EF4-FFF2-40B4-BE49-F238E27FC236}">
                <a16:creationId xmlns:a16="http://schemas.microsoft.com/office/drawing/2014/main" id="{2759BFF9-D791-FDE1-6F92-944947A299DF}"/>
              </a:ext>
            </a:extLst>
          </p:cNvPr>
          <p:cNvSpPr>
            <a:spLocks noGrp="1"/>
          </p:cNvSpPr>
          <p:nvPr>
            <p:ph type="body" sz="half" idx="2"/>
          </p:nvPr>
        </p:nvSpPr>
        <p:spPr/>
        <p:txBody>
          <a:bodyPr/>
          <a:lstStyle/>
          <a:p>
            <a:endParaRPr lang="es-ES"/>
          </a:p>
        </p:txBody>
      </p:sp>
      <p:sp>
        <p:nvSpPr>
          <p:cNvPr id="2" name="Marcador de fecha 1">
            <a:extLst>
              <a:ext uri="{FF2B5EF4-FFF2-40B4-BE49-F238E27FC236}">
                <a16:creationId xmlns:a16="http://schemas.microsoft.com/office/drawing/2014/main" id="{47D2BD02-6088-4939-9B19-EFB0532D6190}"/>
              </a:ext>
            </a:extLst>
          </p:cNvPr>
          <p:cNvSpPr>
            <a:spLocks noGrp="1"/>
          </p:cNvSpPr>
          <p:nvPr>
            <p:ph type="dt" sz="half" idx="10"/>
          </p:nvPr>
        </p:nvSpPr>
        <p:spPr/>
        <p:txBody>
          <a:bodyPr/>
          <a:lstStyle/>
          <a:p>
            <a:r>
              <a:rPr lang="es-ES"/>
              <a:t>2026</a:t>
            </a:r>
            <a:endParaRPr lang="es-AR"/>
          </a:p>
        </p:txBody>
      </p:sp>
      <p:sp>
        <p:nvSpPr>
          <p:cNvPr id="3" name="Marcador de pie de página 2">
            <a:extLst>
              <a:ext uri="{FF2B5EF4-FFF2-40B4-BE49-F238E27FC236}">
                <a16:creationId xmlns:a16="http://schemas.microsoft.com/office/drawing/2014/main" id="{71023DB8-D361-C7DD-D495-A97D363A4E0E}"/>
              </a:ext>
            </a:extLst>
          </p:cNvPr>
          <p:cNvSpPr>
            <a:spLocks noGrp="1"/>
          </p:cNvSpPr>
          <p:nvPr>
            <p:ph type="ftr" sz="quarter" idx="11"/>
          </p:nvPr>
        </p:nvSpPr>
        <p:spPr/>
        <p:txBody>
          <a:bodyPr/>
          <a:lstStyle/>
          <a:p>
            <a:r>
              <a:rPr lang="es-AR"/>
              <a:t>Ingeniería de Software I</a:t>
            </a:r>
          </a:p>
        </p:txBody>
      </p:sp>
      <p:sp>
        <p:nvSpPr>
          <p:cNvPr id="350" name="Google Shape;350;p19"/>
          <p:cNvSpPr txBox="1">
            <a:spLocks noGrp="1"/>
          </p:cNvSpPr>
          <p:nvPr>
            <p:ph type="sldNum" sz="quarter" idx="12"/>
          </p:nvPr>
        </p:nvSpPr>
        <p:spPr>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050"/>
              <a:buNone/>
            </a:pPr>
            <a:fld id="{00000000-1234-1234-1234-123412341234}" type="slidenum">
              <a:rPr lang="es-ES"/>
              <a:t>14</a:t>
            </a:fld>
            <a:endParaRPr/>
          </a:p>
        </p:txBody>
      </p:sp>
      <p:pic>
        <p:nvPicPr>
          <p:cNvPr id="6" name="Google Shape;335;p18">
            <a:extLst>
              <a:ext uri="{FF2B5EF4-FFF2-40B4-BE49-F238E27FC236}">
                <a16:creationId xmlns:a16="http://schemas.microsoft.com/office/drawing/2014/main" id="{372C527D-E4F1-E697-402E-846F0F94C2A2}"/>
              </a:ext>
            </a:extLst>
          </p:cNvPr>
          <p:cNvPicPr preferRelativeResize="0"/>
          <p:nvPr/>
        </p:nvPicPr>
        <p:blipFill rotWithShape="1">
          <a:blip r:embed="rId3">
            <a:alphaModFix/>
          </a:blip>
          <a:srcRect l="880" t="3959" r="6788" b="11656"/>
          <a:stretch>
            <a:fillRect/>
          </a:stretch>
        </p:blipFill>
        <p:spPr>
          <a:xfrm>
            <a:off x="4302771" y="1737359"/>
            <a:ext cx="7677419" cy="3681839"/>
          </a:xfrm>
          <a:prstGeom prst="rect">
            <a:avLst/>
          </a:prstGeom>
          <a:noFill/>
          <a:ln>
            <a:noFill/>
          </a:ln>
        </p:spPr>
      </p:pic>
      <p:sp>
        <p:nvSpPr>
          <p:cNvPr id="353" name="Google Shape;353;p19"/>
          <p:cNvSpPr/>
          <p:nvPr/>
        </p:nvSpPr>
        <p:spPr>
          <a:xfrm>
            <a:off x="4711484" y="1565162"/>
            <a:ext cx="1169899" cy="1069549"/>
          </a:xfrm>
          <a:prstGeom prst="ellipse">
            <a:avLst/>
          </a:prstGeom>
          <a:noFill/>
          <a:ln w="28575" cap="flat" cmpd="sng">
            <a:solidFill>
              <a:srgbClr val="8C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5">
          <a:extLst>
            <a:ext uri="{FF2B5EF4-FFF2-40B4-BE49-F238E27FC236}">
              <a16:creationId xmlns:a16="http://schemas.microsoft.com/office/drawing/2014/main" id="{3A973479-F1C2-C009-4F21-FDC72678FC41}"/>
            </a:ext>
          </a:extLst>
        </p:cNvPr>
        <p:cNvGrpSpPr/>
        <p:nvPr/>
      </p:nvGrpSpPr>
      <p:grpSpPr>
        <a:xfrm>
          <a:off x="0" y="0"/>
          <a:ext cx="0" cy="0"/>
          <a:chOff x="0" y="0"/>
          <a:chExt cx="0" cy="0"/>
        </a:xfrm>
      </p:grpSpPr>
      <p:sp>
        <p:nvSpPr>
          <p:cNvPr id="166" name="Google Shape;166;p8">
            <a:extLst>
              <a:ext uri="{FF2B5EF4-FFF2-40B4-BE49-F238E27FC236}">
                <a16:creationId xmlns:a16="http://schemas.microsoft.com/office/drawing/2014/main" id="{F2E3079A-6F7F-7BE0-706B-F15D18A604C8}"/>
              </a:ext>
            </a:extLst>
          </p:cNvPr>
          <p:cNvSpPr txBox="1">
            <a:spLocks noGrp="1"/>
          </p:cNvSpPr>
          <p:nvPr>
            <p:ph type="title"/>
          </p:nvPr>
        </p:nvSpPr>
        <p:spPr>
          <a:xfrm>
            <a:off x="1086866" y="1140614"/>
            <a:ext cx="10258593" cy="632876"/>
          </a:xfrm>
          <a:prstGeom prst="rect">
            <a:avLst/>
          </a:prstGeom>
          <a:noFill/>
          <a:ln>
            <a:noFill/>
          </a:ln>
        </p:spPr>
        <p:txBody>
          <a:bodyPr spcFirstLastPara="1" wrap="square" lIns="71675" tIns="35825" rIns="71675" bIns="35825" anchor="t" anchorCtr="0">
            <a:normAutofit/>
          </a:bodyPr>
          <a:lstStyle/>
          <a:p>
            <a:pPr marL="0" lvl="0" indent="0" algn="l" rtl="0">
              <a:lnSpc>
                <a:spcPct val="84000"/>
              </a:lnSpc>
              <a:spcBef>
                <a:spcPts val="0"/>
              </a:spcBef>
              <a:spcAft>
                <a:spcPts val="0"/>
              </a:spcAft>
              <a:buNone/>
            </a:pPr>
            <a:r>
              <a:rPr lang="es-ES" sz="4382" dirty="0">
                <a:solidFill>
                  <a:schemeClr val="dk1"/>
                </a:solidFill>
                <a:latin typeface="Calibri"/>
                <a:ea typeface="Calibri"/>
                <a:cs typeface="Calibri"/>
                <a:sym typeface="Calibri"/>
              </a:rPr>
              <a:t>Estudio de Viabilidad</a:t>
            </a:r>
            <a:endParaRPr sz="4382" dirty="0">
              <a:solidFill>
                <a:schemeClr val="dk1"/>
              </a:solidFill>
              <a:latin typeface="Calibri"/>
              <a:ea typeface="Calibri"/>
              <a:cs typeface="Calibri"/>
              <a:sym typeface="Calibri"/>
            </a:endParaRPr>
          </a:p>
        </p:txBody>
      </p:sp>
      <p:sp>
        <p:nvSpPr>
          <p:cNvPr id="167" name="Google Shape;167;p8">
            <a:extLst>
              <a:ext uri="{FF2B5EF4-FFF2-40B4-BE49-F238E27FC236}">
                <a16:creationId xmlns:a16="http://schemas.microsoft.com/office/drawing/2014/main" id="{DCECE190-7435-B783-4BCA-5300969E0DD8}"/>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s-ES"/>
              <a:t>2026</a:t>
            </a:r>
            <a:endParaRPr/>
          </a:p>
        </p:txBody>
      </p:sp>
      <p:sp>
        <p:nvSpPr>
          <p:cNvPr id="168" name="Google Shape;168;p8">
            <a:extLst>
              <a:ext uri="{FF2B5EF4-FFF2-40B4-BE49-F238E27FC236}">
                <a16:creationId xmlns:a16="http://schemas.microsoft.com/office/drawing/2014/main" id="{747C0396-9205-AAFF-C311-C9A41F91B94D}"/>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s-ES"/>
              <a:t>INGENIERÍA DE SOFTWARE I</a:t>
            </a:r>
            <a:endParaRPr/>
          </a:p>
        </p:txBody>
      </p:sp>
      <p:sp>
        <p:nvSpPr>
          <p:cNvPr id="169" name="Google Shape;169;p8">
            <a:extLst>
              <a:ext uri="{FF2B5EF4-FFF2-40B4-BE49-F238E27FC236}">
                <a16:creationId xmlns:a16="http://schemas.microsoft.com/office/drawing/2014/main" id="{959B4DBE-9508-5073-A10D-4BD25FEBC3BA}"/>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15</a:t>
            </a:fld>
            <a:endParaRPr/>
          </a:p>
        </p:txBody>
      </p:sp>
      <p:sp>
        <p:nvSpPr>
          <p:cNvPr id="170" name="Google Shape;170;p8">
            <a:extLst>
              <a:ext uri="{FF2B5EF4-FFF2-40B4-BE49-F238E27FC236}">
                <a16:creationId xmlns:a16="http://schemas.microsoft.com/office/drawing/2014/main" id="{4991B89B-47D3-E194-6E5B-7408AF3FE05A}"/>
              </a:ext>
            </a:extLst>
          </p:cNvPr>
          <p:cNvSpPr/>
          <p:nvPr/>
        </p:nvSpPr>
        <p:spPr>
          <a:xfrm>
            <a:off x="1151584" y="1886309"/>
            <a:ext cx="10129156" cy="4460410"/>
          </a:xfrm>
          <a:prstGeom prst="rect">
            <a:avLst/>
          </a:prstGeom>
          <a:noFill/>
          <a:ln>
            <a:noFill/>
          </a:ln>
        </p:spPr>
        <p:txBody>
          <a:bodyPr spcFirstLastPara="1" wrap="square" lIns="89625" tIns="44800" rIns="89625" bIns="44800" anchor="t" anchorCtr="0">
            <a:noAutofit/>
          </a:bodyPr>
          <a:lstStyle/>
          <a:p>
            <a:pPr marL="447466" marR="0" lvl="0" indent="-447466" algn="just" rtl="0">
              <a:spcBef>
                <a:spcPts val="0"/>
              </a:spcBef>
              <a:spcAft>
                <a:spcPts val="1200"/>
              </a:spcAft>
              <a:buClr>
                <a:srgbClr val="C00000"/>
              </a:buClr>
              <a:buSzPts val="2789"/>
              <a:buFont typeface="Noto Sans Symbols"/>
              <a:buChar char="❖"/>
            </a:pPr>
            <a:r>
              <a:rPr lang="es-ES" sz="2600" dirty="0">
                <a:solidFill>
                  <a:schemeClr val="dk1"/>
                </a:solidFill>
                <a:latin typeface="Calibri"/>
                <a:ea typeface="Calibri"/>
                <a:cs typeface="Calibri"/>
                <a:sym typeface="Calibri"/>
              </a:rPr>
              <a:t>Principalmente para sistemas nuevos.</a:t>
            </a:r>
          </a:p>
          <a:p>
            <a:pPr marL="447466" indent="-447466" algn="just">
              <a:spcBef>
                <a:spcPts val="0"/>
              </a:spcBef>
              <a:spcAft>
                <a:spcPts val="1200"/>
              </a:spcAft>
              <a:buClr>
                <a:srgbClr val="C00000"/>
              </a:buClr>
              <a:buSzPts val="2789"/>
              <a:buFont typeface="Noto Sans Symbols"/>
              <a:buChar char="❖"/>
            </a:pPr>
            <a:r>
              <a:rPr lang="es-ES" sz="2600" dirty="0">
                <a:solidFill>
                  <a:schemeClr val="dk1"/>
                </a:solidFill>
              </a:rPr>
              <a:t>A partir de una descripción resumida del sistema se elabora un informe que recomienda la conveniencia o no de realizar el proceso de desarrollo.</a:t>
            </a:r>
            <a:endParaRPr lang="es-ES" sz="2600" dirty="0"/>
          </a:p>
          <a:p>
            <a:pPr marL="447466" indent="-447466" algn="just">
              <a:spcBef>
                <a:spcPts val="0"/>
              </a:spcBef>
              <a:spcAft>
                <a:spcPts val="0"/>
              </a:spcAft>
              <a:buClr>
                <a:srgbClr val="C00000"/>
              </a:buClr>
              <a:buSzPts val="2789"/>
              <a:buFont typeface="Noto Sans Symbols"/>
              <a:buChar char="❖"/>
            </a:pPr>
            <a:r>
              <a:rPr lang="es-ES" sz="2600" dirty="0">
                <a:solidFill>
                  <a:schemeClr val="dk1"/>
                </a:solidFill>
              </a:rPr>
              <a:t>Responde a las siguientes preguntas: </a:t>
            </a:r>
            <a:endParaRPr lang="es-ES" sz="2600" dirty="0">
              <a:solidFill>
                <a:schemeClr val="dk1"/>
              </a:solidFill>
              <a:latin typeface="Calibri"/>
              <a:ea typeface="Calibri"/>
              <a:cs typeface="Calibri"/>
              <a:sym typeface="Calibri"/>
            </a:endParaRPr>
          </a:p>
          <a:p>
            <a:pPr marL="806450" lvl="1" indent="-357188" algn="just">
              <a:spcBef>
                <a:spcPts val="450"/>
              </a:spcBef>
              <a:spcAft>
                <a:spcPts val="0"/>
              </a:spcAft>
              <a:buClr>
                <a:srgbClr val="C00000"/>
              </a:buClr>
              <a:buSzPts val="2300"/>
              <a:buFont typeface="Noto Sans Symbols2" panose="020B0502040504020204" pitchFamily="34" charset="0"/>
              <a:buChar char="»"/>
            </a:pPr>
            <a:r>
              <a:rPr lang="es-ES" sz="2200" dirty="0"/>
              <a:t>¿El sistema contribuye a los objetivos generales de la organización? (Si no contribuye, entonces no tiene un valor real en el negocio)</a:t>
            </a:r>
          </a:p>
          <a:p>
            <a:pPr marL="806450" lvl="1" indent="-357188" algn="just">
              <a:spcBef>
                <a:spcPts val="450"/>
              </a:spcBef>
              <a:spcAft>
                <a:spcPts val="0"/>
              </a:spcAft>
              <a:buClr>
                <a:srgbClr val="C00000"/>
              </a:buClr>
              <a:buSzPts val="2300"/>
              <a:buFont typeface="Noto Sans Symbols2" panose="020B0502040504020204" pitchFamily="34" charset="0"/>
              <a:buChar char="»"/>
            </a:pPr>
            <a:r>
              <a:rPr lang="es-ES" sz="2200" dirty="0"/>
              <a:t>¿El sistema se puede implementar con la tecnología actual?</a:t>
            </a:r>
          </a:p>
          <a:p>
            <a:pPr marL="806450" lvl="1" indent="-357188" algn="just">
              <a:spcBef>
                <a:spcPts val="450"/>
              </a:spcBef>
              <a:spcAft>
                <a:spcPts val="0"/>
              </a:spcAft>
              <a:buClr>
                <a:srgbClr val="C00000"/>
              </a:buClr>
              <a:buSzPts val="2300"/>
              <a:buFont typeface="Noto Sans Symbols2" panose="020B0502040504020204" pitchFamily="34" charset="0"/>
              <a:buChar char="»"/>
            </a:pPr>
            <a:r>
              <a:rPr lang="es-ES" sz="2200" dirty="0"/>
              <a:t>¿El sistema se puede implementar con las restricciones de costo y tiempo?</a:t>
            </a:r>
          </a:p>
          <a:p>
            <a:pPr marL="806450" lvl="1" indent="-357188" algn="just">
              <a:spcBef>
                <a:spcPts val="450"/>
              </a:spcBef>
              <a:spcAft>
                <a:spcPts val="0"/>
              </a:spcAft>
              <a:buClr>
                <a:srgbClr val="C00000"/>
              </a:buClr>
              <a:buSzPts val="2300"/>
              <a:buFont typeface="Noto Sans Symbols2" panose="020B0502040504020204" pitchFamily="34" charset="0"/>
              <a:buChar char="»"/>
            </a:pPr>
            <a:r>
              <a:rPr lang="es-ES" sz="2200" dirty="0"/>
              <a:t>¿El sistema puede integrarse a otros que existen en la organización?</a:t>
            </a:r>
          </a:p>
          <a:p>
            <a:pPr marL="447466" marR="0" lvl="0" indent="-447466" algn="just" rtl="0">
              <a:spcBef>
                <a:spcPts val="0"/>
              </a:spcBef>
              <a:spcAft>
                <a:spcPts val="0"/>
              </a:spcAft>
              <a:buClr>
                <a:srgbClr val="C00000"/>
              </a:buClr>
              <a:buSzPts val="2789"/>
              <a:buFont typeface="Noto Sans Symbols"/>
              <a:buChar char="❖"/>
            </a:pPr>
            <a:endParaRPr lang="es-ES" sz="2600" dirty="0">
              <a:solidFill>
                <a:schemeClr val="dk1"/>
              </a:solidFill>
              <a:latin typeface="Calibri"/>
              <a:ea typeface="Calibri"/>
              <a:cs typeface="Calibri"/>
              <a:sym typeface="Calibri"/>
            </a:endParaRPr>
          </a:p>
          <a:p>
            <a:pPr marL="447466" marR="0" lvl="0" indent="-447466" algn="just" rtl="0">
              <a:spcBef>
                <a:spcPts val="0"/>
              </a:spcBef>
              <a:spcAft>
                <a:spcPts val="0"/>
              </a:spcAft>
              <a:buClr>
                <a:srgbClr val="C00000"/>
              </a:buClr>
              <a:buSzPts val="2789"/>
              <a:buFont typeface="Noto Sans Symbols"/>
              <a:buChar char="❖"/>
            </a:pPr>
            <a:endParaRPr lang="es-ES" sz="26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07765945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0">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0">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70">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70">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70">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70">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5">
          <a:extLst>
            <a:ext uri="{FF2B5EF4-FFF2-40B4-BE49-F238E27FC236}">
              <a16:creationId xmlns:a16="http://schemas.microsoft.com/office/drawing/2014/main" id="{2AE6468E-5791-0346-FD5B-7CF4FB3A5FA1}"/>
            </a:ext>
          </a:extLst>
        </p:cNvPr>
        <p:cNvGrpSpPr/>
        <p:nvPr/>
      </p:nvGrpSpPr>
      <p:grpSpPr>
        <a:xfrm>
          <a:off x="0" y="0"/>
          <a:ext cx="0" cy="0"/>
          <a:chOff x="0" y="0"/>
          <a:chExt cx="0" cy="0"/>
        </a:xfrm>
      </p:grpSpPr>
      <p:sp>
        <p:nvSpPr>
          <p:cNvPr id="166" name="Google Shape;166;p8">
            <a:extLst>
              <a:ext uri="{FF2B5EF4-FFF2-40B4-BE49-F238E27FC236}">
                <a16:creationId xmlns:a16="http://schemas.microsoft.com/office/drawing/2014/main" id="{C481CFC1-FE17-0A51-D8ED-48FD17E4F04C}"/>
              </a:ext>
            </a:extLst>
          </p:cNvPr>
          <p:cNvSpPr txBox="1">
            <a:spLocks noGrp="1"/>
          </p:cNvSpPr>
          <p:nvPr>
            <p:ph type="title"/>
          </p:nvPr>
        </p:nvSpPr>
        <p:spPr>
          <a:xfrm>
            <a:off x="1086866" y="1140614"/>
            <a:ext cx="10258593" cy="632876"/>
          </a:xfrm>
          <a:prstGeom prst="rect">
            <a:avLst/>
          </a:prstGeom>
          <a:noFill/>
          <a:ln>
            <a:noFill/>
          </a:ln>
        </p:spPr>
        <p:txBody>
          <a:bodyPr spcFirstLastPara="1" wrap="square" lIns="71675" tIns="35825" rIns="71675" bIns="35825" anchor="t" anchorCtr="0">
            <a:normAutofit/>
          </a:bodyPr>
          <a:lstStyle/>
          <a:p>
            <a:pPr marL="0" lvl="0" indent="0" algn="l" rtl="0">
              <a:lnSpc>
                <a:spcPct val="84000"/>
              </a:lnSpc>
              <a:spcBef>
                <a:spcPts val="0"/>
              </a:spcBef>
              <a:spcAft>
                <a:spcPts val="0"/>
              </a:spcAft>
              <a:buNone/>
            </a:pPr>
            <a:r>
              <a:rPr lang="es-ES" sz="4382" dirty="0">
                <a:solidFill>
                  <a:schemeClr val="dk1"/>
                </a:solidFill>
                <a:latin typeface="Calibri"/>
                <a:ea typeface="Calibri"/>
                <a:cs typeface="Calibri"/>
                <a:sym typeface="Calibri"/>
              </a:rPr>
              <a:t>Estudio de Viabilidad</a:t>
            </a:r>
            <a:endParaRPr sz="4382" dirty="0">
              <a:solidFill>
                <a:schemeClr val="dk1"/>
              </a:solidFill>
              <a:latin typeface="Calibri"/>
              <a:ea typeface="Calibri"/>
              <a:cs typeface="Calibri"/>
              <a:sym typeface="Calibri"/>
            </a:endParaRPr>
          </a:p>
        </p:txBody>
      </p:sp>
      <p:sp>
        <p:nvSpPr>
          <p:cNvPr id="167" name="Google Shape;167;p8">
            <a:extLst>
              <a:ext uri="{FF2B5EF4-FFF2-40B4-BE49-F238E27FC236}">
                <a16:creationId xmlns:a16="http://schemas.microsoft.com/office/drawing/2014/main" id="{589A780F-9B7C-A5FC-3B93-C3F1E824100F}"/>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s-ES"/>
              <a:t>2026</a:t>
            </a:r>
            <a:endParaRPr/>
          </a:p>
        </p:txBody>
      </p:sp>
      <p:sp>
        <p:nvSpPr>
          <p:cNvPr id="168" name="Google Shape;168;p8">
            <a:extLst>
              <a:ext uri="{FF2B5EF4-FFF2-40B4-BE49-F238E27FC236}">
                <a16:creationId xmlns:a16="http://schemas.microsoft.com/office/drawing/2014/main" id="{6F48CD87-14F4-A4D7-9AF3-995DBD8CC2D0}"/>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s-ES" dirty="0"/>
              <a:t>INGENIERÍA DE SOFTWARE I</a:t>
            </a:r>
            <a:endParaRPr dirty="0"/>
          </a:p>
        </p:txBody>
      </p:sp>
      <p:sp>
        <p:nvSpPr>
          <p:cNvPr id="169" name="Google Shape;169;p8">
            <a:extLst>
              <a:ext uri="{FF2B5EF4-FFF2-40B4-BE49-F238E27FC236}">
                <a16:creationId xmlns:a16="http://schemas.microsoft.com/office/drawing/2014/main" id="{C8DEC2CD-0069-4017-9E90-3FD628E3AE0C}"/>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16</a:t>
            </a:fld>
            <a:endParaRPr/>
          </a:p>
        </p:txBody>
      </p:sp>
      <p:sp>
        <p:nvSpPr>
          <p:cNvPr id="170" name="Google Shape;170;p8">
            <a:extLst>
              <a:ext uri="{FF2B5EF4-FFF2-40B4-BE49-F238E27FC236}">
                <a16:creationId xmlns:a16="http://schemas.microsoft.com/office/drawing/2014/main" id="{35138F46-6D1E-4B4A-BE82-32F208DB4419}"/>
              </a:ext>
            </a:extLst>
          </p:cNvPr>
          <p:cNvSpPr/>
          <p:nvPr/>
        </p:nvSpPr>
        <p:spPr>
          <a:xfrm>
            <a:off x="1151584" y="1886309"/>
            <a:ext cx="10129156" cy="4460410"/>
          </a:xfrm>
          <a:prstGeom prst="rect">
            <a:avLst/>
          </a:prstGeom>
          <a:noFill/>
          <a:ln>
            <a:noFill/>
          </a:ln>
        </p:spPr>
        <p:txBody>
          <a:bodyPr spcFirstLastPara="1" wrap="square" lIns="89625" tIns="44800" rIns="89625" bIns="44800" anchor="t" anchorCtr="0">
            <a:noAutofit/>
          </a:bodyPr>
          <a:lstStyle/>
          <a:p>
            <a:pPr marL="447466" marR="0" lvl="0" indent="-447466" algn="just" rtl="0">
              <a:spcBef>
                <a:spcPts val="0"/>
              </a:spcBef>
              <a:spcAft>
                <a:spcPts val="1200"/>
              </a:spcAft>
              <a:buClr>
                <a:srgbClr val="C00000"/>
              </a:buClr>
              <a:buSzPts val="2789"/>
              <a:buFont typeface="Noto Sans Symbols"/>
              <a:buChar char="❖"/>
            </a:pPr>
            <a:r>
              <a:rPr lang="es-ES" sz="2600" dirty="0">
                <a:solidFill>
                  <a:schemeClr val="dk1"/>
                </a:solidFill>
                <a:latin typeface="Calibri"/>
                <a:ea typeface="Calibri"/>
                <a:cs typeface="Calibri"/>
                <a:sym typeface="Calibri"/>
              </a:rPr>
              <a:t>Una vez que se ha recopilado toda la información necesaria para contestar las preguntas anteriores se debería hablar con las fuentes de información para responder nuevas preguntas y luego se redacta el informe, donde debería hacerse una recomendación sobre si debe continuar o no el desarrollo.</a:t>
            </a:r>
          </a:p>
          <a:p>
            <a:pPr marL="447466" marR="0" lvl="0" indent="-447466" algn="just" rtl="0">
              <a:spcBef>
                <a:spcPts val="0"/>
              </a:spcBef>
              <a:spcAft>
                <a:spcPts val="1200"/>
              </a:spcAft>
              <a:buClr>
                <a:srgbClr val="C00000"/>
              </a:buClr>
              <a:buSzPts val="2789"/>
              <a:buFont typeface="Noto Sans Symbols"/>
              <a:buChar char="❖"/>
            </a:pPr>
            <a:endParaRPr lang="es-ES" sz="2600" dirty="0">
              <a:solidFill>
                <a:schemeClr val="dk1"/>
              </a:solidFill>
              <a:latin typeface="Calibri"/>
              <a:ea typeface="Calibri"/>
              <a:cs typeface="Calibri"/>
              <a:sym typeface="Calibri"/>
            </a:endParaRPr>
          </a:p>
          <a:p>
            <a:pPr marL="447466" marR="0" lvl="0" indent="-447466" algn="just" rtl="0">
              <a:spcBef>
                <a:spcPts val="0"/>
              </a:spcBef>
              <a:spcAft>
                <a:spcPts val="0"/>
              </a:spcAft>
              <a:buClr>
                <a:srgbClr val="C00000"/>
              </a:buClr>
              <a:buSzPts val="2789"/>
              <a:buFont typeface="Noto Sans Symbols"/>
              <a:buChar char="❖"/>
            </a:pPr>
            <a:endParaRPr lang="es-ES" sz="2600" dirty="0">
              <a:solidFill>
                <a:schemeClr val="dk1"/>
              </a:solidFill>
              <a:latin typeface="Calibri"/>
              <a:ea typeface="Calibri"/>
              <a:cs typeface="Calibri"/>
              <a:sym typeface="Calibri"/>
            </a:endParaRPr>
          </a:p>
          <a:p>
            <a:pPr marL="447466" marR="0" lvl="0" indent="-447466" algn="just" rtl="0">
              <a:spcBef>
                <a:spcPts val="0"/>
              </a:spcBef>
              <a:spcAft>
                <a:spcPts val="0"/>
              </a:spcAft>
              <a:buClr>
                <a:srgbClr val="C00000"/>
              </a:buClr>
              <a:buSzPts val="2789"/>
              <a:buFont typeface="Noto Sans Symbols"/>
              <a:buChar char="❖"/>
            </a:pPr>
            <a:endParaRPr lang="es-ES" sz="2600" dirty="0">
              <a:solidFill>
                <a:schemeClr val="dk1"/>
              </a:solidFill>
              <a:latin typeface="Calibri"/>
              <a:ea typeface="Calibri"/>
              <a:cs typeface="Calibri"/>
              <a:sym typeface="Calibri"/>
            </a:endParaRPr>
          </a:p>
        </p:txBody>
      </p:sp>
      <p:pic>
        <p:nvPicPr>
          <p:cNvPr id="3" name="Google Shape;369;p21" descr="http://urbaniker.net/wp-content/uploads/2013/10/estudio-de-viabilidad1.jpg">
            <a:extLst>
              <a:ext uri="{FF2B5EF4-FFF2-40B4-BE49-F238E27FC236}">
                <a16:creationId xmlns:a16="http://schemas.microsoft.com/office/drawing/2014/main" id="{BC4B43AE-AFC4-A459-0F1E-447CF4C6DF74}"/>
              </a:ext>
            </a:extLst>
          </p:cNvPr>
          <p:cNvPicPr preferRelativeResize="0"/>
          <p:nvPr/>
        </p:nvPicPr>
        <p:blipFill rotWithShape="1">
          <a:blip r:embed="rId3">
            <a:alphaModFix/>
          </a:blip>
          <a:srcRect/>
          <a:stretch/>
        </p:blipFill>
        <p:spPr>
          <a:xfrm>
            <a:off x="8082645" y="4168410"/>
            <a:ext cx="3635625" cy="1996029"/>
          </a:xfrm>
          <a:prstGeom prst="rect">
            <a:avLst/>
          </a:prstGeom>
          <a:noFill/>
          <a:ln>
            <a:noFill/>
          </a:ln>
        </p:spPr>
      </p:pic>
    </p:spTree>
    <p:extLst>
      <p:ext uri="{BB962C8B-B14F-4D97-AF65-F5344CB8AC3E}">
        <p14:creationId xmlns:p14="http://schemas.microsoft.com/office/powerpoint/2010/main" val="66426348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49">
          <a:extLst>
            <a:ext uri="{FF2B5EF4-FFF2-40B4-BE49-F238E27FC236}">
              <a16:creationId xmlns:a16="http://schemas.microsoft.com/office/drawing/2014/main" id="{A446541C-A63B-354F-B940-6A5DA71D48D7}"/>
            </a:ext>
          </a:extLst>
        </p:cNvPr>
        <p:cNvGrpSpPr/>
        <p:nvPr/>
      </p:nvGrpSpPr>
      <p:grpSpPr>
        <a:xfrm>
          <a:off x="0" y="0"/>
          <a:ext cx="0" cy="0"/>
          <a:chOff x="0" y="0"/>
          <a:chExt cx="0" cy="0"/>
        </a:xfrm>
      </p:grpSpPr>
      <p:sp>
        <p:nvSpPr>
          <p:cNvPr id="351" name="Google Shape;351;p19">
            <a:extLst>
              <a:ext uri="{FF2B5EF4-FFF2-40B4-BE49-F238E27FC236}">
                <a16:creationId xmlns:a16="http://schemas.microsoft.com/office/drawing/2014/main" id="{4DCDD3C8-63C5-27FB-51EA-C6A1886D9EFD}"/>
              </a:ext>
            </a:extLst>
          </p:cNvPr>
          <p:cNvSpPr txBox="1">
            <a:spLocks noGrp="1"/>
          </p:cNvSpPr>
          <p:nvPr>
            <p:ph type="title"/>
          </p:nvPr>
        </p:nvSpPr>
        <p:spPr>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262626"/>
              </a:buClr>
              <a:buSzPts val="8000"/>
              <a:buFont typeface="Calibri"/>
              <a:buNone/>
            </a:pPr>
            <a:r>
              <a:rPr lang="es-ES" dirty="0"/>
              <a:t>Validación de Requerimientos</a:t>
            </a:r>
            <a:endParaRPr dirty="0"/>
          </a:p>
        </p:txBody>
      </p:sp>
      <p:sp>
        <p:nvSpPr>
          <p:cNvPr id="4" name="Marcador de contenido 3">
            <a:extLst>
              <a:ext uri="{FF2B5EF4-FFF2-40B4-BE49-F238E27FC236}">
                <a16:creationId xmlns:a16="http://schemas.microsoft.com/office/drawing/2014/main" id="{2A4C6B53-91F8-BD2B-3D25-EB77EFD638A1}"/>
              </a:ext>
            </a:extLst>
          </p:cNvPr>
          <p:cNvSpPr>
            <a:spLocks noGrp="1"/>
          </p:cNvSpPr>
          <p:nvPr>
            <p:ph idx="1"/>
          </p:nvPr>
        </p:nvSpPr>
        <p:spPr/>
        <p:txBody>
          <a:bodyPr/>
          <a:lstStyle/>
          <a:p>
            <a:endParaRPr lang="es-ES" dirty="0"/>
          </a:p>
        </p:txBody>
      </p:sp>
      <p:sp>
        <p:nvSpPr>
          <p:cNvPr id="5" name="Marcador de texto 4">
            <a:extLst>
              <a:ext uri="{FF2B5EF4-FFF2-40B4-BE49-F238E27FC236}">
                <a16:creationId xmlns:a16="http://schemas.microsoft.com/office/drawing/2014/main" id="{E835D08A-81E6-CD2D-44A6-D67F39901F3A}"/>
              </a:ext>
            </a:extLst>
          </p:cNvPr>
          <p:cNvSpPr>
            <a:spLocks noGrp="1"/>
          </p:cNvSpPr>
          <p:nvPr>
            <p:ph type="body" sz="half" idx="2"/>
          </p:nvPr>
        </p:nvSpPr>
        <p:spPr/>
        <p:txBody>
          <a:bodyPr/>
          <a:lstStyle/>
          <a:p>
            <a:endParaRPr lang="es-ES"/>
          </a:p>
        </p:txBody>
      </p:sp>
      <p:sp>
        <p:nvSpPr>
          <p:cNvPr id="2" name="Marcador de fecha 1">
            <a:extLst>
              <a:ext uri="{FF2B5EF4-FFF2-40B4-BE49-F238E27FC236}">
                <a16:creationId xmlns:a16="http://schemas.microsoft.com/office/drawing/2014/main" id="{1F97F0C1-2758-1B88-A75A-58D54C4E4C38}"/>
              </a:ext>
            </a:extLst>
          </p:cNvPr>
          <p:cNvSpPr>
            <a:spLocks noGrp="1"/>
          </p:cNvSpPr>
          <p:nvPr>
            <p:ph type="dt" sz="half" idx="10"/>
          </p:nvPr>
        </p:nvSpPr>
        <p:spPr/>
        <p:txBody>
          <a:bodyPr/>
          <a:lstStyle/>
          <a:p>
            <a:r>
              <a:rPr lang="es-ES"/>
              <a:t>2026</a:t>
            </a:r>
            <a:endParaRPr lang="es-AR"/>
          </a:p>
        </p:txBody>
      </p:sp>
      <p:sp>
        <p:nvSpPr>
          <p:cNvPr id="3" name="Marcador de pie de página 2">
            <a:extLst>
              <a:ext uri="{FF2B5EF4-FFF2-40B4-BE49-F238E27FC236}">
                <a16:creationId xmlns:a16="http://schemas.microsoft.com/office/drawing/2014/main" id="{2EE9DF0C-0718-F44E-CF05-EE859997FF9B}"/>
              </a:ext>
            </a:extLst>
          </p:cNvPr>
          <p:cNvSpPr>
            <a:spLocks noGrp="1"/>
          </p:cNvSpPr>
          <p:nvPr>
            <p:ph type="ftr" sz="quarter" idx="11"/>
          </p:nvPr>
        </p:nvSpPr>
        <p:spPr/>
        <p:txBody>
          <a:bodyPr/>
          <a:lstStyle/>
          <a:p>
            <a:r>
              <a:rPr lang="es-AR"/>
              <a:t>Ingeniería de Software I</a:t>
            </a:r>
          </a:p>
        </p:txBody>
      </p:sp>
      <p:sp>
        <p:nvSpPr>
          <p:cNvPr id="350" name="Google Shape;350;p19">
            <a:extLst>
              <a:ext uri="{FF2B5EF4-FFF2-40B4-BE49-F238E27FC236}">
                <a16:creationId xmlns:a16="http://schemas.microsoft.com/office/drawing/2014/main" id="{B0466C94-E27A-44B4-26A5-03C2072027C6}"/>
              </a:ext>
            </a:extLst>
          </p:cNvPr>
          <p:cNvSpPr txBox="1">
            <a:spLocks noGrp="1"/>
          </p:cNvSpPr>
          <p:nvPr>
            <p:ph type="sldNum" sz="quarter" idx="12"/>
          </p:nvPr>
        </p:nvSpPr>
        <p:spPr>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050"/>
              <a:buNone/>
            </a:pPr>
            <a:fld id="{00000000-1234-1234-1234-123412341234}" type="slidenum">
              <a:rPr lang="es-ES"/>
              <a:t>17</a:t>
            </a:fld>
            <a:endParaRPr/>
          </a:p>
        </p:txBody>
      </p:sp>
      <p:pic>
        <p:nvPicPr>
          <p:cNvPr id="6" name="Google Shape;335;p18">
            <a:extLst>
              <a:ext uri="{FF2B5EF4-FFF2-40B4-BE49-F238E27FC236}">
                <a16:creationId xmlns:a16="http://schemas.microsoft.com/office/drawing/2014/main" id="{03C04609-8965-6944-889E-EC7389F61D44}"/>
              </a:ext>
            </a:extLst>
          </p:cNvPr>
          <p:cNvPicPr preferRelativeResize="0"/>
          <p:nvPr/>
        </p:nvPicPr>
        <p:blipFill rotWithShape="1">
          <a:blip r:embed="rId3">
            <a:alphaModFix/>
          </a:blip>
          <a:srcRect l="880" t="3959" r="6788" b="11656"/>
          <a:stretch>
            <a:fillRect/>
          </a:stretch>
        </p:blipFill>
        <p:spPr>
          <a:xfrm>
            <a:off x="4302771" y="1737359"/>
            <a:ext cx="7677419" cy="3681839"/>
          </a:xfrm>
          <a:prstGeom prst="rect">
            <a:avLst/>
          </a:prstGeom>
          <a:noFill/>
          <a:ln>
            <a:noFill/>
          </a:ln>
        </p:spPr>
      </p:pic>
      <p:sp>
        <p:nvSpPr>
          <p:cNvPr id="353" name="Google Shape;353;p19">
            <a:extLst>
              <a:ext uri="{FF2B5EF4-FFF2-40B4-BE49-F238E27FC236}">
                <a16:creationId xmlns:a16="http://schemas.microsoft.com/office/drawing/2014/main" id="{A64BB703-9063-4E0F-3633-342012F916A7}"/>
              </a:ext>
            </a:extLst>
          </p:cNvPr>
          <p:cNvSpPr/>
          <p:nvPr/>
        </p:nvSpPr>
        <p:spPr>
          <a:xfrm>
            <a:off x="9971925" y="2675505"/>
            <a:ext cx="1458075" cy="1069549"/>
          </a:xfrm>
          <a:prstGeom prst="ellipse">
            <a:avLst/>
          </a:prstGeom>
          <a:noFill/>
          <a:ln w="28575" cap="flat" cmpd="sng">
            <a:solidFill>
              <a:srgbClr val="8C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extLst>
      <p:ext uri="{BB962C8B-B14F-4D97-AF65-F5344CB8AC3E}">
        <p14:creationId xmlns:p14="http://schemas.microsoft.com/office/powerpoint/2010/main" val="34775878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65">
          <a:extLst>
            <a:ext uri="{FF2B5EF4-FFF2-40B4-BE49-F238E27FC236}">
              <a16:creationId xmlns:a16="http://schemas.microsoft.com/office/drawing/2014/main" id="{19F96F07-A43E-2763-02DC-DFB7C7CCC629}"/>
            </a:ext>
          </a:extLst>
        </p:cNvPr>
        <p:cNvGrpSpPr/>
        <p:nvPr/>
      </p:nvGrpSpPr>
      <p:grpSpPr>
        <a:xfrm>
          <a:off x="0" y="0"/>
          <a:ext cx="0" cy="0"/>
          <a:chOff x="0" y="0"/>
          <a:chExt cx="0" cy="0"/>
        </a:xfrm>
      </p:grpSpPr>
      <p:sp>
        <p:nvSpPr>
          <p:cNvPr id="166" name="Google Shape;166;p8">
            <a:extLst>
              <a:ext uri="{FF2B5EF4-FFF2-40B4-BE49-F238E27FC236}">
                <a16:creationId xmlns:a16="http://schemas.microsoft.com/office/drawing/2014/main" id="{D7684AB2-4049-9C37-67C7-76C8BF60F010}"/>
              </a:ext>
            </a:extLst>
          </p:cNvPr>
          <p:cNvSpPr txBox="1">
            <a:spLocks noGrp="1"/>
          </p:cNvSpPr>
          <p:nvPr>
            <p:ph type="title"/>
          </p:nvPr>
        </p:nvSpPr>
        <p:spPr>
          <a:xfrm>
            <a:off x="1086866" y="1140614"/>
            <a:ext cx="10258593" cy="632876"/>
          </a:xfrm>
          <a:prstGeom prst="rect">
            <a:avLst/>
          </a:prstGeom>
          <a:noFill/>
          <a:ln>
            <a:noFill/>
          </a:ln>
        </p:spPr>
        <p:txBody>
          <a:bodyPr spcFirstLastPara="1" wrap="square" lIns="71675" tIns="35825" rIns="71675" bIns="35825" anchor="t" anchorCtr="0">
            <a:normAutofit/>
          </a:bodyPr>
          <a:lstStyle/>
          <a:p>
            <a:pPr marL="0" lvl="0" indent="0" algn="l" rtl="0">
              <a:lnSpc>
                <a:spcPct val="84000"/>
              </a:lnSpc>
              <a:spcBef>
                <a:spcPts val="0"/>
              </a:spcBef>
              <a:spcAft>
                <a:spcPts val="0"/>
              </a:spcAft>
              <a:buNone/>
            </a:pPr>
            <a:r>
              <a:rPr lang="es-ES" sz="4382" dirty="0">
                <a:solidFill>
                  <a:schemeClr val="dk1"/>
                </a:solidFill>
                <a:latin typeface="Calibri"/>
                <a:ea typeface="Calibri"/>
                <a:cs typeface="Calibri"/>
                <a:sym typeface="Calibri"/>
              </a:rPr>
              <a:t>Validación de Requerimientos</a:t>
            </a:r>
            <a:endParaRPr sz="4382" dirty="0">
              <a:solidFill>
                <a:schemeClr val="dk1"/>
              </a:solidFill>
              <a:latin typeface="Calibri"/>
              <a:ea typeface="Calibri"/>
              <a:cs typeface="Calibri"/>
              <a:sym typeface="Calibri"/>
            </a:endParaRPr>
          </a:p>
        </p:txBody>
      </p:sp>
      <p:sp>
        <p:nvSpPr>
          <p:cNvPr id="167" name="Google Shape;167;p8">
            <a:extLst>
              <a:ext uri="{FF2B5EF4-FFF2-40B4-BE49-F238E27FC236}">
                <a16:creationId xmlns:a16="http://schemas.microsoft.com/office/drawing/2014/main" id="{BADEEE46-B3AD-BF58-D4F7-DF13596E36F0}"/>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s-ES"/>
              <a:t>2026</a:t>
            </a:r>
            <a:endParaRPr/>
          </a:p>
        </p:txBody>
      </p:sp>
      <p:sp>
        <p:nvSpPr>
          <p:cNvPr id="168" name="Google Shape;168;p8">
            <a:extLst>
              <a:ext uri="{FF2B5EF4-FFF2-40B4-BE49-F238E27FC236}">
                <a16:creationId xmlns:a16="http://schemas.microsoft.com/office/drawing/2014/main" id="{92A3A59B-044A-5C9E-B433-2E752060EDB4}"/>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s-ES"/>
              <a:t>INGENIERÍA DE SOFTWARE I</a:t>
            </a:r>
            <a:endParaRPr/>
          </a:p>
        </p:txBody>
      </p:sp>
      <p:sp>
        <p:nvSpPr>
          <p:cNvPr id="169" name="Google Shape;169;p8">
            <a:extLst>
              <a:ext uri="{FF2B5EF4-FFF2-40B4-BE49-F238E27FC236}">
                <a16:creationId xmlns:a16="http://schemas.microsoft.com/office/drawing/2014/main" id="{F39DCBEE-D25A-D8CC-FA1E-70B38AAEE08E}"/>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18</a:t>
            </a:fld>
            <a:endParaRPr/>
          </a:p>
        </p:txBody>
      </p:sp>
      <p:sp>
        <p:nvSpPr>
          <p:cNvPr id="170" name="Google Shape;170;p8">
            <a:extLst>
              <a:ext uri="{FF2B5EF4-FFF2-40B4-BE49-F238E27FC236}">
                <a16:creationId xmlns:a16="http://schemas.microsoft.com/office/drawing/2014/main" id="{3751908B-6D08-00DA-D16F-D67700C913A8}"/>
              </a:ext>
            </a:extLst>
          </p:cNvPr>
          <p:cNvSpPr/>
          <p:nvPr/>
        </p:nvSpPr>
        <p:spPr>
          <a:xfrm>
            <a:off x="1151584" y="1886309"/>
            <a:ext cx="10129156" cy="4460410"/>
          </a:xfrm>
          <a:prstGeom prst="rect">
            <a:avLst/>
          </a:prstGeom>
          <a:noFill/>
          <a:ln>
            <a:noFill/>
          </a:ln>
        </p:spPr>
        <p:txBody>
          <a:bodyPr spcFirstLastPara="1" wrap="square" lIns="89625" tIns="44800" rIns="89625" bIns="44800" anchor="t" anchorCtr="0">
            <a:noAutofit/>
          </a:bodyPr>
          <a:lstStyle/>
          <a:p>
            <a:pPr marL="447466" lvl="0" indent="-447466" algn="just">
              <a:spcBef>
                <a:spcPts val="0"/>
              </a:spcBef>
              <a:spcAft>
                <a:spcPts val="1200"/>
              </a:spcAft>
              <a:buClr>
                <a:srgbClr val="C00000"/>
              </a:buClr>
              <a:buSzPts val="2789"/>
              <a:buFont typeface="Noto Sans Symbols"/>
              <a:buChar char="❖"/>
            </a:pPr>
            <a:r>
              <a:rPr lang="es-ES" sz="2600" dirty="0">
                <a:solidFill>
                  <a:schemeClr val="dk1"/>
                </a:solidFill>
                <a:latin typeface="Calibri"/>
                <a:ea typeface="Calibri"/>
                <a:cs typeface="Calibri"/>
                <a:sym typeface="Calibri"/>
              </a:rPr>
              <a:t>Es el proceso de certificar la corrección del modelo de requerimientos contra las intenciones del usuario.</a:t>
            </a:r>
          </a:p>
          <a:p>
            <a:pPr marL="447466" lvl="0" indent="-447466" algn="just">
              <a:spcBef>
                <a:spcPts val="0"/>
              </a:spcBef>
              <a:spcAft>
                <a:spcPts val="1200"/>
              </a:spcAft>
              <a:buClr>
                <a:srgbClr val="C00000"/>
              </a:buClr>
              <a:buSzPts val="2789"/>
              <a:buFont typeface="Noto Sans Symbols"/>
              <a:buChar char="❖"/>
            </a:pPr>
            <a:r>
              <a:rPr lang="es-ES" sz="2600" dirty="0">
                <a:solidFill>
                  <a:schemeClr val="dk1"/>
                </a:solidFill>
                <a:latin typeface="Calibri"/>
                <a:ea typeface="Calibri"/>
                <a:cs typeface="Calibri"/>
                <a:sym typeface="Calibri"/>
              </a:rPr>
              <a:t>Trata de mostrar que los requerimientos definidos son los que estipula el sistema. Se describe el ambiente en el que debe operar el sistema.</a:t>
            </a:r>
          </a:p>
          <a:p>
            <a:pPr marL="447466" lvl="0" indent="-447466" algn="just">
              <a:spcBef>
                <a:spcPts val="0"/>
              </a:spcBef>
              <a:spcAft>
                <a:spcPts val="1200"/>
              </a:spcAft>
              <a:buClr>
                <a:srgbClr val="C00000"/>
              </a:buClr>
              <a:buSzPts val="2789"/>
              <a:buFont typeface="Noto Sans Symbols"/>
              <a:buChar char="❖"/>
            </a:pPr>
            <a:r>
              <a:rPr lang="es-ES" sz="2600" dirty="0">
                <a:solidFill>
                  <a:schemeClr val="dk1"/>
                </a:solidFill>
                <a:latin typeface="Calibri"/>
                <a:ea typeface="Calibri"/>
                <a:cs typeface="Calibri"/>
                <a:sym typeface="Calibri"/>
              </a:rPr>
              <a:t>Es importante, porque los errores en los requerimientos pueden conducir a grandes costos si se descubren más tarde.</a:t>
            </a:r>
          </a:p>
        </p:txBody>
      </p:sp>
    </p:spTree>
    <p:extLst>
      <p:ext uri="{BB962C8B-B14F-4D97-AF65-F5344CB8AC3E}">
        <p14:creationId xmlns:p14="http://schemas.microsoft.com/office/powerpoint/2010/main" val="352799930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0">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65">
          <a:extLst>
            <a:ext uri="{FF2B5EF4-FFF2-40B4-BE49-F238E27FC236}">
              <a16:creationId xmlns:a16="http://schemas.microsoft.com/office/drawing/2014/main" id="{0DBFEDD7-D3ED-71DE-8802-346DE820AE56}"/>
            </a:ext>
          </a:extLst>
        </p:cNvPr>
        <p:cNvGrpSpPr/>
        <p:nvPr/>
      </p:nvGrpSpPr>
      <p:grpSpPr>
        <a:xfrm>
          <a:off x="0" y="0"/>
          <a:ext cx="0" cy="0"/>
          <a:chOff x="0" y="0"/>
          <a:chExt cx="0" cy="0"/>
        </a:xfrm>
      </p:grpSpPr>
      <p:sp>
        <p:nvSpPr>
          <p:cNvPr id="166" name="Google Shape;166;p8">
            <a:extLst>
              <a:ext uri="{FF2B5EF4-FFF2-40B4-BE49-F238E27FC236}">
                <a16:creationId xmlns:a16="http://schemas.microsoft.com/office/drawing/2014/main" id="{B54B88AD-0DF3-8C1D-29C9-D8322792C291}"/>
              </a:ext>
            </a:extLst>
          </p:cNvPr>
          <p:cNvSpPr txBox="1">
            <a:spLocks noGrp="1"/>
          </p:cNvSpPr>
          <p:nvPr>
            <p:ph type="title"/>
          </p:nvPr>
        </p:nvSpPr>
        <p:spPr>
          <a:xfrm>
            <a:off x="1086866" y="1140614"/>
            <a:ext cx="10258593" cy="632876"/>
          </a:xfrm>
          <a:prstGeom prst="rect">
            <a:avLst/>
          </a:prstGeom>
          <a:noFill/>
          <a:ln>
            <a:noFill/>
          </a:ln>
        </p:spPr>
        <p:txBody>
          <a:bodyPr spcFirstLastPara="1" wrap="square" lIns="71675" tIns="35825" rIns="71675" bIns="35825" anchor="t" anchorCtr="0">
            <a:normAutofit/>
          </a:bodyPr>
          <a:lstStyle/>
          <a:p>
            <a:pPr marL="0" lvl="0" indent="0" algn="l" rtl="0">
              <a:lnSpc>
                <a:spcPct val="84000"/>
              </a:lnSpc>
              <a:spcBef>
                <a:spcPts val="0"/>
              </a:spcBef>
              <a:spcAft>
                <a:spcPts val="0"/>
              </a:spcAft>
              <a:buNone/>
            </a:pPr>
            <a:r>
              <a:rPr lang="es-ES" sz="4382" dirty="0">
                <a:solidFill>
                  <a:schemeClr val="dk1"/>
                </a:solidFill>
                <a:latin typeface="Calibri"/>
                <a:ea typeface="Calibri"/>
                <a:cs typeface="Calibri"/>
                <a:sym typeface="Calibri"/>
              </a:rPr>
              <a:t>Validación de Requerimientos</a:t>
            </a:r>
            <a:endParaRPr sz="4382" dirty="0">
              <a:solidFill>
                <a:schemeClr val="dk1"/>
              </a:solidFill>
              <a:latin typeface="Calibri"/>
              <a:ea typeface="Calibri"/>
              <a:cs typeface="Calibri"/>
              <a:sym typeface="Calibri"/>
            </a:endParaRPr>
          </a:p>
        </p:txBody>
      </p:sp>
      <p:sp>
        <p:nvSpPr>
          <p:cNvPr id="167" name="Google Shape;167;p8">
            <a:extLst>
              <a:ext uri="{FF2B5EF4-FFF2-40B4-BE49-F238E27FC236}">
                <a16:creationId xmlns:a16="http://schemas.microsoft.com/office/drawing/2014/main" id="{E826C701-7010-ABB5-1967-9DEFE6F03040}"/>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s-ES"/>
              <a:t>2026</a:t>
            </a:r>
            <a:endParaRPr/>
          </a:p>
        </p:txBody>
      </p:sp>
      <p:sp>
        <p:nvSpPr>
          <p:cNvPr id="168" name="Google Shape;168;p8">
            <a:extLst>
              <a:ext uri="{FF2B5EF4-FFF2-40B4-BE49-F238E27FC236}">
                <a16:creationId xmlns:a16="http://schemas.microsoft.com/office/drawing/2014/main" id="{C8D32294-652E-BD93-E185-4ED0AA544673}"/>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s-ES"/>
              <a:t>INGENIERÍA DE SOFTWARE I</a:t>
            </a:r>
            <a:endParaRPr/>
          </a:p>
        </p:txBody>
      </p:sp>
      <p:sp>
        <p:nvSpPr>
          <p:cNvPr id="169" name="Google Shape;169;p8">
            <a:extLst>
              <a:ext uri="{FF2B5EF4-FFF2-40B4-BE49-F238E27FC236}">
                <a16:creationId xmlns:a16="http://schemas.microsoft.com/office/drawing/2014/main" id="{EEE9D979-F62C-2C2D-49F0-4D54308D7952}"/>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19</a:t>
            </a:fld>
            <a:endParaRPr/>
          </a:p>
        </p:txBody>
      </p:sp>
      <p:sp>
        <p:nvSpPr>
          <p:cNvPr id="170" name="Google Shape;170;p8">
            <a:extLst>
              <a:ext uri="{FF2B5EF4-FFF2-40B4-BE49-F238E27FC236}">
                <a16:creationId xmlns:a16="http://schemas.microsoft.com/office/drawing/2014/main" id="{37CAC552-5569-6E3C-A38D-4DDAB22DEE46}"/>
              </a:ext>
            </a:extLst>
          </p:cNvPr>
          <p:cNvSpPr/>
          <p:nvPr/>
        </p:nvSpPr>
        <p:spPr>
          <a:xfrm>
            <a:off x="1151584" y="1886309"/>
            <a:ext cx="10129156" cy="4460410"/>
          </a:xfrm>
          <a:prstGeom prst="rect">
            <a:avLst/>
          </a:prstGeom>
          <a:noFill/>
          <a:ln>
            <a:noFill/>
          </a:ln>
        </p:spPr>
        <p:txBody>
          <a:bodyPr spcFirstLastPara="1" wrap="square" lIns="89625" tIns="44800" rIns="89625" bIns="44800" anchor="t" anchorCtr="0">
            <a:noAutofit/>
          </a:bodyPr>
          <a:lstStyle/>
          <a:p>
            <a:pPr marL="447466" lvl="0" indent="-447466" algn="just">
              <a:spcBef>
                <a:spcPts val="0"/>
              </a:spcBef>
              <a:spcAft>
                <a:spcPts val="1200"/>
              </a:spcAft>
              <a:buClr>
                <a:srgbClr val="C00000"/>
              </a:buClr>
              <a:buSzPts val="2789"/>
              <a:buFont typeface="Noto Sans Symbols"/>
              <a:buChar char="❖"/>
            </a:pPr>
            <a:endParaRPr lang="es-ES" sz="2600" dirty="0">
              <a:solidFill>
                <a:schemeClr val="dk1"/>
              </a:solidFill>
              <a:latin typeface="Calibri"/>
              <a:ea typeface="Calibri"/>
              <a:cs typeface="Calibri"/>
              <a:sym typeface="Calibri"/>
            </a:endParaRPr>
          </a:p>
          <a:p>
            <a:pPr marL="447466" lvl="0" indent="-447466" algn="just">
              <a:spcBef>
                <a:spcPts val="0"/>
              </a:spcBef>
              <a:spcAft>
                <a:spcPts val="1200"/>
              </a:spcAft>
              <a:buClr>
                <a:srgbClr val="C00000"/>
              </a:buClr>
              <a:buSzPts val="2789"/>
              <a:buFont typeface="Noto Sans Symbols"/>
              <a:buChar char="❖"/>
            </a:pPr>
            <a:endParaRPr lang="es-ES" sz="2600" dirty="0">
              <a:solidFill>
                <a:schemeClr val="dk1"/>
              </a:solidFill>
              <a:latin typeface="Calibri"/>
              <a:ea typeface="Calibri"/>
              <a:cs typeface="Calibri"/>
              <a:sym typeface="Calibri"/>
            </a:endParaRPr>
          </a:p>
          <a:p>
            <a:pPr marL="447466" lvl="0" indent="-447466" algn="just">
              <a:spcBef>
                <a:spcPts val="0"/>
              </a:spcBef>
              <a:spcAft>
                <a:spcPts val="1200"/>
              </a:spcAft>
              <a:buClr>
                <a:srgbClr val="C00000"/>
              </a:buClr>
              <a:buSzPts val="2789"/>
              <a:buFont typeface="Noto Sans Symbols"/>
              <a:buChar char="❖"/>
            </a:pPr>
            <a:endParaRPr lang="es-ES" sz="2600" dirty="0">
              <a:solidFill>
                <a:schemeClr val="dk1"/>
              </a:solidFill>
              <a:latin typeface="Calibri"/>
              <a:ea typeface="Calibri"/>
              <a:cs typeface="Calibri"/>
              <a:sym typeface="Calibri"/>
            </a:endParaRPr>
          </a:p>
          <a:p>
            <a:pPr marL="447466" lvl="0" indent="-447466" algn="just">
              <a:spcBef>
                <a:spcPts val="0"/>
              </a:spcBef>
              <a:spcAft>
                <a:spcPts val="1200"/>
              </a:spcAft>
              <a:buClr>
                <a:srgbClr val="C00000"/>
              </a:buClr>
              <a:buSzPts val="2789"/>
              <a:buFont typeface="Noto Sans Symbols"/>
              <a:buChar char="❖"/>
            </a:pPr>
            <a:endParaRPr lang="es-ES" sz="2600" dirty="0">
              <a:solidFill>
                <a:schemeClr val="dk1"/>
              </a:solidFill>
              <a:latin typeface="Calibri"/>
              <a:ea typeface="Calibri"/>
              <a:cs typeface="Calibri"/>
              <a:sym typeface="Calibri"/>
            </a:endParaRPr>
          </a:p>
          <a:p>
            <a:pPr marL="447466" lvl="0" indent="-447466" algn="just">
              <a:spcBef>
                <a:spcPts val="0"/>
              </a:spcBef>
              <a:spcAft>
                <a:spcPts val="0"/>
              </a:spcAft>
              <a:buClr>
                <a:srgbClr val="C00000"/>
              </a:buClr>
              <a:buSzPts val="2789"/>
              <a:buFont typeface="Noto Sans Symbols"/>
              <a:buChar char="❖"/>
            </a:pPr>
            <a:r>
              <a:rPr lang="es-ES" sz="2600" dirty="0">
                <a:solidFill>
                  <a:schemeClr val="dk1"/>
                </a:solidFill>
                <a:latin typeface="Calibri"/>
                <a:ea typeface="Calibri"/>
                <a:cs typeface="Calibri"/>
                <a:sym typeface="Calibri"/>
              </a:rPr>
              <a:t>Sobre estas definiciones:</a:t>
            </a:r>
          </a:p>
          <a:p>
            <a:pPr marL="712788" lvl="0" indent="-263525" algn="just">
              <a:spcBef>
                <a:spcPts val="0"/>
              </a:spcBef>
              <a:spcAft>
                <a:spcPts val="0"/>
              </a:spcAft>
              <a:buClr>
                <a:srgbClr val="C00000"/>
              </a:buClr>
              <a:buSzPct val="100000"/>
              <a:buFont typeface="Noto Sans Symbols2" panose="020B0502040504020204" pitchFamily="34" charset="0"/>
              <a:buChar char="»"/>
            </a:pPr>
            <a:r>
              <a:rPr lang="es-ES" sz="2400" dirty="0">
                <a:solidFill>
                  <a:schemeClr val="dk1"/>
                </a:solidFill>
                <a:latin typeface="Calibri"/>
                <a:ea typeface="Calibri"/>
                <a:cs typeface="Calibri"/>
                <a:sym typeface="Calibri"/>
              </a:rPr>
              <a:t>La validación sólo se puede hacer con la activa participación del usuario.</a:t>
            </a:r>
          </a:p>
          <a:p>
            <a:pPr marL="712788" lvl="0" indent="-263525" algn="just">
              <a:spcBef>
                <a:spcPts val="0"/>
              </a:spcBef>
              <a:spcAft>
                <a:spcPts val="0"/>
              </a:spcAft>
              <a:buClr>
                <a:srgbClr val="C00000"/>
              </a:buClr>
              <a:buSzPct val="100000"/>
              <a:buFont typeface="Noto Sans Symbols2" panose="020B0502040504020204" pitchFamily="34" charset="0"/>
              <a:buChar char="»"/>
            </a:pPr>
            <a:r>
              <a:rPr lang="es-ES" sz="2400" u="sng" dirty="0">
                <a:solidFill>
                  <a:schemeClr val="dk1"/>
                </a:solidFill>
                <a:latin typeface="Calibri"/>
                <a:ea typeface="Calibri"/>
                <a:cs typeface="Calibri"/>
                <a:sym typeface="Calibri"/>
              </a:rPr>
              <a:t>Validación</a:t>
            </a:r>
            <a:r>
              <a:rPr lang="es-ES" sz="2400" dirty="0">
                <a:solidFill>
                  <a:schemeClr val="dk1"/>
                </a:solidFill>
                <a:latin typeface="Calibri"/>
                <a:ea typeface="Calibri"/>
                <a:cs typeface="Calibri"/>
                <a:sym typeface="Calibri"/>
              </a:rPr>
              <a:t>: hacer el software correcto.</a:t>
            </a:r>
          </a:p>
          <a:p>
            <a:pPr marL="712788" lvl="0" indent="-263525" algn="just">
              <a:spcBef>
                <a:spcPts val="0"/>
              </a:spcBef>
              <a:spcAft>
                <a:spcPts val="0"/>
              </a:spcAft>
              <a:buClr>
                <a:srgbClr val="C00000"/>
              </a:buClr>
              <a:buSzPct val="100000"/>
              <a:buFont typeface="Noto Sans Symbols2" panose="020B0502040504020204" pitchFamily="34" charset="0"/>
              <a:buChar char="»"/>
            </a:pPr>
            <a:r>
              <a:rPr lang="es-ES" sz="2400" u="sng" dirty="0">
                <a:solidFill>
                  <a:schemeClr val="dk1"/>
                </a:solidFill>
                <a:latin typeface="Calibri"/>
                <a:ea typeface="Calibri"/>
                <a:cs typeface="Calibri"/>
                <a:sym typeface="Calibri"/>
              </a:rPr>
              <a:t>Verificación</a:t>
            </a:r>
            <a:r>
              <a:rPr lang="es-ES" sz="2400" dirty="0">
                <a:solidFill>
                  <a:schemeClr val="dk1"/>
                </a:solidFill>
                <a:latin typeface="Calibri"/>
                <a:ea typeface="Calibri"/>
                <a:cs typeface="Calibri"/>
                <a:sym typeface="Calibri"/>
              </a:rPr>
              <a:t>: hacer el software correctamente.</a:t>
            </a:r>
          </a:p>
        </p:txBody>
      </p:sp>
      <p:sp>
        <p:nvSpPr>
          <p:cNvPr id="2" name="Google Shape;443;p31">
            <a:extLst>
              <a:ext uri="{FF2B5EF4-FFF2-40B4-BE49-F238E27FC236}">
                <a16:creationId xmlns:a16="http://schemas.microsoft.com/office/drawing/2014/main" id="{6AFEF2FB-6AF6-AD63-FEF6-F9217743A6DF}"/>
              </a:ext>
            </a:extLst>
          </p:cNvPr>
          <p:cNvSpPr txBox="1">
            <a:spLocks/>
          </p:cNvSpPr>
          <p:nvPr/>
        </p:nvSpPr>
        <p:spPr>
          <a:xfrm>
            <a:off x="1310298" y="1968530"/>
            <a:ext cx="9693499" cy="1624801"/>
          </a:xfrm>
          <a:prstGeom prst="rect">
            <a:avLst/>
          </a:prstGeom>
        </p:spPr>
        <p:style>
          <a:lnRef idx="1">
            <a:schemeClr val="accent1"/>
          </a:lnRef>
          <a:fillRef idx="2">
            <a:schemeClr val="accent1"/>
          </a:fillRef>
          <a:effectRef idx="1">
            <a:schemeClr val="accent1"/>
          </a:effectRef>
          <a:fontRef idx="minor">
            <a:schemeClr val="dk1"/>
          </a:fontRef>
        </p:style>
        <p:txBody>
          <a:bodyPr spcFirstLastPara="1" wrap="square" lIns="91425" tIns="45700" rIns="91425" bIns="45700" anchor="t" anchorCtr="0">
            <a:noAutofit/>
          </a:bodyPr>
          <a:lstStyle>
            <a:lvl1pPr marL="90488" indent="-90488" algn="l" rtl="0" eaLnBrk="1" fontAlgn="base"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dk1"/>
                </a:solidFill>
                <a:latin typeface="+mn-lt"/>
                <a:ea typeface="+mn-ea"/>
                <a:cs typeface="+mn-cs"/>
              </a:defRPr>
            </a:lvl1pPr>
            <a:lvl2pPr marL="38258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kern="1200">
                <a:solidFill>
                  <a:schemeClr val="dk1"/>
                </a:solidFill>
                <a:latin typeface="+mn-lt"/>
                <a:ea typeface="+mn-ea"/>
                <a:cs typeface="+mn-cs"/>
              </a:defRPr>
            </a:lvl2pPr>
            <a:lvl3pPr marL="56673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dk1"/>
                </a:solidFill>
                <a:latin typeface="+mn-lt"/>
                <a:ea typeface="+mn-ea"/>
                <a:cs typeface="+mn-cs"/>
              </a:defRPr>
            </a:lvl3pPr>
            <a:lvl4pPr marL="749300"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dk1"/>
                </a:solidFill>
                <a:latin typeface="+mn-lt"/>
                <a:ea typeface="+mn-ea"/>
                <a:cs typeface="+mn-cs"/>
              </a:defRPr>
            </a:lvl4pPr>
            <a:lvl5pPr marL="931863"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dk1"/>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dk1"/>
                </a:solidFill>
                <a:latin typeface="+mn-lt"/>
                <a:ea typeface="+mn-ea"/>
                <a:cs typeface="+mn-cs"/>
              </a:defRPr>
            </a:lvl9pPr>
          </a:lstStyle>
          <a:p>
            <a:pPr marL="260604" lvl="1" indent="-257175" defTabSz="914400">
              <a:lnSpc>
                <a:spcPct val="85000"/>
              </a:lnSpc>
              <a:spcBef>
                <a:spcPts val="0"/>
              </a:spcBef>
              <a:spcAft>
                <a:spcPts val="0"/>
              </a:spcAft>
              <a:buSzPts val="2400"/>
              <a:buFont typeface="Calibri" panose="020F0502020204030204" pitchFamily="34" charset="0"/>
              <a:buNone/>
            </a:pPr>
            <a:r>
              <a:rPr lang="es-ES" sz="2400" b="1" dirty="0">
                <a:solidFill>
                  <a:sysClr val="windowText" lastClr="000000"/>
                </a:solidFill>
              </a:rPr>
              <a:t>Validación</a:t>
            </a:r>
          </a:p>
          <a:p>
            <a:pPr marL="260604" lvl="1" indent="-257175" defTabSz="914400">
              <a:lnSpc>
                <a:spcPct val="85000"/>
              </a:lnSpc>
              <a:spcBef>
                <a:spcPts val="0"/>
              </a:spcBef>
              <a:spcAft>
                <a:spcPts val="0"/>
              </a:spcAft>
              <a:buSzPts val="2400"/>
              <a:buFont typeface="Calibri" panose="020F0502020204030204" pitchFamily="34" charset="0"/>
              <a:buNone/>
            </a:pPr>
            <a:r>
              <a:rPr lang="es-ES" sz="2100" dirty="0">
                <a:solidFill>
                  <a:sysClr val="windowText" lastClr="000000"/>
                </a:solidFill>
              </a:rPr>
              <a:t>Al final del desarrollo evaluar el software para asegurar que cumple los requerimientos.</a:t>
            </a:r>
          </a:p>
          <a:p>
            <a:pPr marL="411480" lvl="2" indent="-411480" defTabSz="914400">
              <a:lnSpc>
                <a:spcPct val="85000"/>
              </a:lnSpc>
              <a:spcBef>
                <a:spcPts val="450"/>
              </a:spcBef>
              <a:spcAft>
                <a:spcPts val="0"/>
              </a:spcAft>
              <a:buSzPts val="2400"/>
              <a:buFont typeface="Calibri" panose="020F0502020204030204" pitchFamily="34" charset="0"/>
              <a:buNone/>
            </a:pPr>
            <a:endParaRPr lang="es-ES" sz="1500" dirty="0">
              <a:solidFill>
                <a:sysClr val="windowText" lastClr="000000"/>
              </a:solidFill>
            </a:endParaRPr>
          </a:p>
          <a:p>
            <a:pPr marL="260604" lvl="1" indent="-257175" defTabSz="914400">
              <a:lnSpc>
                <a:spcPct val="85000"/>
              </a:lnSpc>
              <a:spcBef>
                <a:spcPts val="450"/>
              </a:spcBef>
              <a:spcAft>
                <a:spcPts val="0"/>
              </a:spcAft>
              <a:buSzPts val="2400"/>
              <a:buFont typeface="Calibri" panose="020F0502020204030204" pitchFamily="34" charset="0"/>
              <a:buNone/>
            </a:pPr>
            <a:r>
              <a:rPr lang="es-ES" sz="2400" b="1" dirty="0">
                <a:solidFill>
                  <a:sysClr val="windowText" lastClr="000000"/>
                </a:solidFill>
              </a:rPr>
              <a:t>Verificación</a:t>
            </a:r>
          </a:p>
          <a:p>
            <a:pPr marL="260604" lvl="1" indent="-257175" defTabSz="914400">
              <a:lnSpc>
                <a:spcPct val="85000"/>
              </a:lnSpc>
              <a:spcBef>
                <a:spcPts val="450"/>
              </a:spcBef>
              <a:spcAft>
                <a:spcPts val="0"/>
              </a:spcAft>
              <a:buSzPts val="2400"/>
              <a:buFont typeface="Calibri" panose="020F0502020204030204" pitchFamily="34" charset="0"/>
              <a:buNone/>
            </a:pPr>
            <a:r>
              <a:rPr lang="es-ES" sz="2100" dirty="0">
                <a:solidFill>
                  <a:sysClr val="windowText" lastClr="000000"/>
                </a:solidFill>
              </a:rPr>
              <a:t>El software cumple los requerimientos correctamente.</a:t>
            </a:r>
          </a:p>
          <a:p>
            <a:pPr marL="411480" lvl="2" indent="-411480" defTabSz="914400">
              <a:lnSpc>
                <a:spcPct val="85000"/>
              </a:lnSpc>
              <a:spcBef>
                <a:spcPts val="450"/>
              </a:spcBef>
              <a:spcAft>
                <a:spcPts val="0"/>
              </a:spcAft>
              <a:buSzPts val="2400"/>
              <a:buFont typeface="Calibri" panose="020F0502020204030204" pitchFamily="34" charset="0"/>
              <a:buNone/>
            </a:pPr>
            <a:endParaRPr lang="es-ES" sz="2400" dirty="0">
              <a:solidFill>
                <a:sysClr val="windowText" lastClr="000000"/>
              </a:solidFill>
            </a:endParaRPr>
          </a:p>
        </p:txBody>
      </p:sp>
      <p:sp>
        <p:nvSpPr>
          <p:cNvPr id="3" name="Google Shape;447;p31">
            <a:extLst>
              <a:ext uri="{FF2B5EF4-FFF2-40B4-BE49-F238E27FC236}">
                <a16:creationId xmlns:a16="http://schemas.microsoft.com/office/drawing/2014/main" id="{5242658B-DD4D-BA72-7F34-94D5E63B566D}"/>
              </a:ext>
            </a:extLst>
          </p:cNvPr>
          <p:cNvSpPr/>
          <p:nvPr/>
        </p:nvSpPr>
        <p:spPr>
          <a:xfrm>
            <a:off x="9386046" y="1077567"/>
            <a:ext cx="1991189" cy="612648"/>
          </a:xfrm>
          <a:prstGeom prst="wedgeRoundRectCallout">
            <a:avLst>
              <a:gd name="adj1" fmla="val -90253"/>
              <a:gd name="adj2" fmla="val 96155"/>
              <a:gd name="adj3" fmla="val 16667"/>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s-ES" sz="1600" b="0" i="0" u="none" strike="noStrike" cap="none" dirty="0">
                <a:solidFill>
                  <a:schemeClr val="dk1"/>
                </a:solidFill>
                <a:latin typeface="Arial"/>
                <a:ea typeface="Arial"/>
                <a:cs typeface="Arial"/>
                <a:sym typeface="Arial"/>
              </a:rPr>
              <a:t>Definiciones de la IEEE</a:t>
            </a:r>
            <a:endParaRPr sz="14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373503674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65">
          <a:extLst>
            <a:ext uri="{FF2B5EF4-FFF2-40B4-BE49-F238E27FC236}">
              <a16:creationId xmlns:a16="http://schemas.microsoft.com/office/drawing/2014/main" id="{3627D0AE-3019-D437-8157-A46238D7928F}"/>
            </a:ext>
          </a:extLst>
        </p:cNvPr>
        <p:cNvGrpSpPr/>
        <p:nvPr/>
      </p:nvGrpSpPr>
      <p:grpSpPr>
        <a:xfrm>
          <a:off x="0" y="0"/>
          <a:ext cx="0" cy="0"/>
          <a:chOff x="0" y="0"/>
          <a:chExt cx="0" cy="0"/>
        </a:xfrm>
      </p:grpSpPr>
      <p:sp>
        <p:nvSpPr>
          <p:cNvPr id="166" name="Google Shape;166;p8">
            <a:extLst>
              <a:ext uri="{FF2B5EF4-FFF2-40B4-BE49-F238E27FC236}">
                <a16:creationId xmlns:a16="http://schemas.microsoft.com/office/drawing/2014/main" id="{7A29F95E-91EC-89DF-7571-4A894C84CB47}"/>
              </a:ext>
            </a:extLst>
          </p:cNvPr>
          <p:cNvSpPr txBox="1">
            <a:spLocks noGrp="1"/>
          </p:cNvSpPr>
          <p:nvPr>
            <p:ph type="title"/>
          </p:nvPr>
        </p:nvSpPr>
        <p:spPr>
          <a:xfrm>
            <a:off x="1086866" y="1140614"/>
            <a:ext cx="10258593" cy="632876"/>
          </a:xfrm>
          <a:prstGeom prst="rect">
            <a:avLst/>
          </a:prstGeom>
          <a:noFill/>
          <a:ln>
            <a:noFill/>
          </a:ln>
        </p:spPr>
        <p:txBody>
          <a:bodyPr spcFirstLastPara="1" wrap="square" lIns="71675" tIns="35825" rIns="71675" bIns="35825" anchor="t" anchorCtr="0">
            <a:normAutofit/>
          </a:bodyPr>
          <a:lstStyle/>
          <a:p>
            <a:pPr marL="0" lvl="0" indent="0" algn="l" rtl="0">
              <a:lnSpc>
                <a:spcPct val="84000"/>
              </a:lnSpc>
              <a:spcBef>
                <a:spcPts val="0"/>
              </a:spcBef>
              <a:spcAft>
                <a:spcPts val="0"/>
              </a:spcAft>
              <a:buNone/>
            </a:pPr>
            <a:r>
              <a:rPr lang="es-ES" sz="4382" dirty="0">
                <a:solidFill>
                  <a:schemeClr val="dk1"/>
                </a:solidFill>
                <a:latin typeface="Calibri"/>
                <a:ea typeface="Calibri"/>
                <a:cs typeface="Calibri"/>
                <a:sym typeface="Calibri"/>
              </a:rPr>
              <a:t>Validación de Requerimientos</a:t>
            </a:r>
            <a:endParaRPr sz="4382" dirty="0">
              <a:solidFill>
                <a:schemeClr val="dk1"/>
              </a:solidFill>
              <a:latin typeface="Calibri"/>
              <a:ea typeface="Calibri"/>
              <a:cs typeface="Calibri"/>
              <a:sym typeface="Calibri"/>
            </a:endParaRPr>
          </a:p>
        </p:txBody>
      </p:sp>
      <p:sp>
        <p:nvSpPr>
          <p:cNvPr id="167" name="Google Shape;167;p8">
            <a:extLst>
              <a:ext uri="{FF2B5EF4-FFF2-40B4-BE49-F238E27FC236}">
                <a16:creationId xmlns:a16="http://schemas.microsoft.com/office/drawing/2014/main" id="{6DEA7D3C-1942-0DF1-8F83-71C3054B5CCE}"/>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s-ES"/>
              <a:t>2026</a:t>
            </a:r>
            <a:endParaRPr/>
          </a:p>
        </p:txBody>
      </p:sp>
      <p:sp>
        <p:nvSpPr>
          <p:cNvPr id="168" name="Google Shape;168;p8">
            <a:extLst>
              <a:ext uri="{FF2B5EF4-FFF2-40B4-BE49-F238E27FC236}">
                <a16:creationId xmlns:a16="http://schemas.microsoft.com/office/drawing/2014/main" id="{60086FD4-5932-CBBF-C409-4EC0F340719E}"/>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s-ES"/>
              <a:t>INGENIERÍA DE SOFTWARE I</a:t>
            </a:r>
            <a:endParaRPr/>
          </a:p>
        </p:txBody>
      </p:sp>
      <p:sp>
        <p:nvSpPr>
          <p:cNvPr id="169" name="Google Shape;169;p8">
            <a:extLst>
              <a:ext uri="{FF2B5EF4-FFF2-40B4-BE49-F238E27FC236}">
                <a16:creationId xmlns:a16="http://schemas.microsoft.com/office/drawing/2014/main" id="{059AA910-5317-97D0-FDD6-1145FA73C4D4}"/>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20</a:t>
            </a:fld>
            <a:endParaRPr/>
          </a:p>
        </p:txBody>
      </p:sp>
      <p:sp>
        <p:nvSpPr>
          <p:cNvPr id="170" name="Google Shape;170;p8">
            <a:extLst>
              <a:ext uri="{FF2B5EF4-FFF2-40B4-BE49-F238E27FC236}">
                <a16:creationId xmlns:a16="http://schemas.microsoft.com/office/drawing/2014/main" id="{49B66E54-FF1C-D455-3F3F-394A6AAD4821}"/>
              </a:ext>
            </a:extLst>
          </p:cNvPr>
          <p:cNvSpPr/>
          <p:nvPr/>
        </p:nvSpPr>
        <p:spPr>
          <a:xfrm>
            <a:off x="1151584" y="1886309"/>
            <a:ext cx="10129156" cy="4460410"/>
          </a:xfrm>
          <a:prstGeom prst="rect">
            <a:avLst/>
          </a:prstGeom>
          <a:noFill/>
          <a:ln>
            <a:noFill/>
          </a:ln>
        </p:spPr>
        <p:txBody>
          <a:bodyPr spcFirstLastPara="1" wrap="square" lIns="89625" tIns="44800" rIns="89625" bIns="44800" anchor="t" anchorCtr="0">
            <a:noAutofit/>
          </a:bodyPr>
          <a:lstStyle/>
          <a:p>
            <a:pPr marL="447466" lvl="0" indent="-447466" algn="just">
              <a:spcBef>
                <a:spcPts val="0"/>
              </a:spcBef>
              <a:spcAft>
                <a:spcPts val="0"/>
              </a:spcAft>
              <a:buClr>
                <a:srgbClr val="C00000"/>
              </a:buClr>
              <a:buSzPts val="2789"/>
              <a:buFont typeface="Noto Sans Symbols"/>
              <a:buChar char="❖"/>
            </a:pPr>
            <a:r>
              <a:rPr lang="es-ES" sz="2600" dirty="0">
                <a:solidFill>
                  <a:schemeClr val="dk1"/>
                </a:solidFill>
                <a:latin typeface="Calibri"/>
                <a:ea typeface="Calibri"/>
                <a:cs typeface="Calibri"/>
                <a:sym typeface="Calibri"/>
              </a:rPr>
              <a:t>¿Es suficiente validar después del desarrollo del software?</a:t>
            </a:r>
          </a:p>
          <a:p>
            <a:pPr marL="712788" lvl="1" indent="-263525">
              <a:lnSpc>
                <a:spcPct val="90000"/>
              </a:lnSpc>
              <a:spcBef>
                <a:spcPts val="0"/>
              </a:spcBef>
              <a:spcAft>
                <a:spcPts val="300"/>
              </a:spcAft>
              <a:buClr>
                <a:srgbClr val="C00000"/>
              </a:buClr>
              <a:buSzPts val="2200"/>
              <a:buFont typeface="Noto Sans Symbols2" panose="020B0502040504020204" pitchFamily="34" charset="0"/>
              <a:buChar char="»"/>
            </a:pPr>
            <a:r>
              <a:rPr lang="es-ES" sz="2200" dirty="0">
                <a:solidFill>
                  <a:schemeClr val="dk1"/>
                </a:solidFill>
              </a:rPr>
              <a:t>La evidencia estadística dice que NO.</a:t>
            </a:r>
            <a:endParaRPr lang="es-ES" dirty="0"/>
          </a:p>
          <a:p>
            <a:pPr marL="712788" lvl="1" indent="-263525">
              <a:lnSpc>
                <a:spcPct val="90000"/>
              </a:lnSpc>
              <a:spcBef>
                <a:spcPts val="0"/>
              </a:spcBef>
              <a:spcAft>
                <a:spcPts val="300"/>
              </a:spcAft>
              <a:buClr>
                <a:srgbClr val="C00000"/>
              </a:buClr>
              <a:buSzPts val="2200"/>
              <a:buFont typeface="Noto Sans Symbols2" panose="020B0502040504020204" pitchFamily="34" charset="0"/>
              <a:buChar char="»"/>
            </a:pPr>
            <a:r>
              <a:rPr lang="es-ES" sz="2200" dirty="0">
                <a:solidFill>
                  <a:schemeClr val="dk1"/>
                </a:solidFill>
              </a:rPr>
              <a:t>Cuanto más tarde se detecta, más cuesta corregir. (Boehm)</a:t>
            </a:r>
            <a:endParaRPr lang="es-ES" dirty="0"/>
          </a:p>
          <a:p>
            <a:pPr marL="712788" lvl="1" indent="-263525">
              <a:lnSpc>
                <a:spcPct val="90000"/>
              </a:lnSpc>
              <a:spcBef>
                <a:spcPts val="0"/>
              </a:spcBef>
              <a:spcAft>
                <a:spcPts val="300"/>
              </a:spcAft>
              <a:buClr>
                <a:srgbClr val="C00000"/>
              </a:buClr>
              <a:buSzPts val="2200"/>
              <a:buFont typeface="Noto Sans Symbols2" panose="020B0502040504020204" pitchFamily="34" charset="0"/>
              <a:buChar char="»"/>
            </a:pPr>
            <a:r>
              <a:rPr lang="es-ES" sz="2200" dirty="0">
                <a:solidFill>
                  <a:schemeClr val="dk1"/>
                </a:solidFill>
              </a:rPr>
              <a:t>Bola de nieve de defectos.</a:t>
            </a:r>
            <a:endParaRPr lang="es-ES" dirty="0"/>
          </a:p>
          <a:p>
            <a:pPr marL="712788" lvl="1" indent="-263525">
              <a:lnSpc>
                <a:spcPct val="90000"/>
              </a:lnSpc>
              <a:spcBef>
                <a:spcPts val="0"/>
              </a:spcBef>
              <a:spcAft>
                <a:spcPts val="300"/>
              </a:spcAft>
              <a:buClr>
                <a:srgbClr val="C00000"/>
              </a:buClr>
              <a:buSzPts val="2200"/>
              <a:buFont typeface="Noto Sans Symbols2" panose="020B0502040504020204" pitchFamily="34" charset="0"/>
              <a:buChar char="»"/>
            </a:pPr>
            <a:r>
              <a:rPr lang="es-ES" sz="2200" dirty="0">
                <a:solidFill>
                  <a:schemeClr val="dk1"/>
                </a:solidFill>
              </a:rPr>
              <a:t>Validar en la fase de especificación de requerimientos puede ayudar a evitar costosas correcciones después del desarrollo.</a:t>
            </a:r>
            <a:endParaRPr lang="es-ES" dirty="0"/>
          </a:p>
          <a:p>
            <a:pPr marL="447466" lvl="0" indent="-447466" algn="just">
              <a:spcBef>
                <a:spcPts val="0"/>
              </a:spcBef>
              <a:spcAft>
                <a:spcPts val="0"/>
              </a:spcAft>
              <a:buClr>
                <a:srgbClr val="C00000"/>
              </a:buClr>
              <a:buSzPts val="2789"/>
              <a:buFont typeface="Noto Sans Symbols"/>
              <a:buChar char="❖"/>
            </a:pPr>
            <a:endParaRPr lang="es-ES" sz="1200" dirty="0">
              <a:solidFill>
                <a:schemeClr val="dk1"/>
              </a:solidFill>
              <a:latin typeface="Calibri"/>
              <a:ea typeface="Calibri"/>
              <a:cs typeface="Calibri"/>
              <a:sym typeface="Calibri"/>
            </a:endParaRPr>
          </a:p>
          <a:p>
            <a:pPr marL="447466" lvl="0" indent="-447466" algn="just">
              <a:spcBef>
                <a:spcPts val="0"/>
              </a:spcBef>
              <a:spcAft>
                <a:spcPts val="0"/>
              </a:spcAft>
              <a:buClr>
                <a:srgbClr val="C00000"/>
              </a:buClr>
              <a:buSzPts val="2789"/>
              <a:buFont typeface="Noto Sans Symbols"/>
              <a:buChar char="❖"/>
            </a:pPr>
            <a:r>
              <a:rPr lang="es-ES" sz="2600" dirty="0">
                <a:solidFill>
                  <a:schemeClr val="dk1"/>
                </a:solidFill>
                <a:latin typeface="Calibri"/>
                <a:ea typeface="Calibri"/>
                <a:cs typeface="Calibri"/>
                <a:sym typeface="Calibri"/>
              </a:rPr>
              <a:t>¿Contra qué se verifican los requerimientos?</a:t>
            </a:r>
          </a:p>
          <a:p>
            <a:pPr marL="712788" lvl="1" indent="-263525">
              <a:spcBef>
                <a:spcPts val="0"/>
              </a:spcBef>
              <a:spcAft>
                <a:spcPts val="300"/>
              </a:spcAft>
              <a:buClr>
                <a:srgbClr val="C00000"/>
              </a:buClr>
              <a:buSzPts val="2200"/>
              <a:buFont typeface="Noto Sans Symbols2" panose="020B0502040504020204" pitchFamily="34" charset="0"/>
              <a:buChar char="»"/>
            </a:pPr>
            <a:r>
              <a:rPr lang="es-ES" sz="2200" dirty="0">
                <a:solidFill>
                  <a:schemeClr val="dk1"/>
                </a:solidFill>
              </a:rPr>
              <a:t>No existen los “requerimientos de los requerimientos”.</a:t>
            </a:r>
          </a:p>
          <a:p>
            <a:pPr marL="712788" lvl="1" indent="-263525">
              <a:spcBef>
                <a:spcPts val="0"/>
              </a:spcBef>
              <a:spcAft>
                <a:spcPts val="300"/>
              </a:spcAft>
              <a:buClr>
                <a:srgbClr val="C00000"/>
              </a:buClr>
              <a:buSzPts val="2200"/>
              <a:buFont typeface="Noto Sans Symbols2" panose="020B0502040504020204" pitchFamily="34" charset="0"/>
              <a:buChar char="»"/>
            </a:pPr>
            <a:r>
              <a:rPr lang="es-ES" sz="2200" dirty="0">
                <a:solidFill>
                  <a:schemeClr val="dk1"/>
                </a:solidFill>
              </a:rPr>
              <a:t>No puede probarse formalmente que un Modelo de Requerimientos es correcto. Puede alcanzarse una convicción de que la solución especificada en el modelo de requerimientos es el correcto para el usuario.</a:t>
            </a:r>
          </a:p>
          <a:p>
            <a:pPr marL="447466" lvl="0" indent="-447466" algn="just">
              <a:spcBef>
                <a:spcPts val="0"/>
              </a:spcBef>
              <a:spcAft>
                <a:spcPts val="1200"/>
              </a:spcAft>
              <a:buClr>
                <a:srgbClr val="C00000"/>
              </a:buClr>
              <a:buSzPts val="2789"/>
              <a:buFont typeface="Noto Sans Symbols"/>
              <a:buChar char="❖"/>
            </a:pPr>
            <a:endParaRPr lang="es-ES" sz="26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86844098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65">
          <a:extLst>
            <a:ext uri="{FF2B5EF4-FFF2-40B4-BE49-F238E27FC236}">
              <a16:creationId xmlns:a16="http://schemas.microsoft.com/office/drawing/2014/main" id="{D2E1FCAA-B1D5-DF56-54F2-5B91C6E3559D}"/>
            </a:ext>
          </a:extLst>
        </p:cNvPr>
        <p:cNvGrpSpPr/>
        <p:nvPr/>
      </p:nvGrpSpPr>
      <p:grpSpPr>
        <a:xfrm>
          <a:off x="0" y="0"/>
          <a:ext cx="0" cy="0"/>
          <a:chOff x="0" y="0"/>
          <a:chExt cx="0" cy="0"/>
        </a:xfrm>
      </p:grpSpPr>
      <p:sp>
        <p:nvSpPr>
          <p:cNvPr id="166" name="Google Shape;166;p8">
            <a:extLst>
              <a:ext uri="{FF2B5EF4-FFF2-40B4-BE49-F238E27FC236}">
                <a16:creationId xmlns:a16="http://schemas.microsoft.com/office/drawing/2014/main" id="{520A442E-EA74-43A4-AA09-319EBBAB3334}"/>
              </a:ext>
            </a:extLst>
          </p:cNvPr>
          <p:cNvSpPr txBox="1">
            <a:spLocks noGrp="1"/>
          </p:cNvSpPr>
          <p:nvPr>
            <p:ph type="title"/>
          </p:nvPr>
        </p:nvSpPr>
        <p:spPr>
          <a:xfrm>
            <a:off x="1086866" y="1140614"/>
            <a:ext cx="10258593" cy="632876"/>
          </a:xfrm>
          <a:prstGeom prst="rect">
            <a:avLst/>
          </a:prstGeom>
          <a:noFill/>
          <a:ln>
            <a:noFill/>
          </a:ln>
        </p:spPr>
        <p:txBody>
          <a:bodyPr spcFirstLastPara="1" wrap="square" lIns="71675" tIns="35825" rIns="71675" bIns="35825" anchor="t" anchorCtr="0">
            <a:normAutofit/>
          </a:bodyPr>
          <a:lstStyle/>
          <a:p>
            <a:pPr marL="0" lvl="0" indent="0" algn="l" rtl="0">
              <a:lnSpc>
                <a:spcPct val="84000"/>
              </a:lnSpc>
              <a:spcBef>
                <a:spcPts val="0"/>
              </a:spcBef>
              <a:spcAft>
                <a:spcPts val="0"/>
              </a:spcAft>
              <a:buNone/>
            </a:pPr>
            <a:r>
              <a:rPr lang="es-ES" sz="4382" dirty="0">
                <a:solidFill>
                  <a:schemeClr val="dk1"/>
                </a:solidFill>
                <a:latin typeface="Calibri"/>
                <a:ea typeface="Calibri"/>
                <a:cs typeface="Calibri"/>
                <a:sym typeface="Calibri"/>
              </a:rPr>
              <a:t>Validación de Requerimientos</a:t>
            </a:r>
            <a:endParaRPr sz="4382" dirty="0">
              <a:solidFill>
                <a:schemeClr val="dk1"/>
              </a:solidFill>
              <a:latin typeface="Calibri"/>
              <a:ea typeface="Calibri"/>
              <a:cs typeface="Calibri"/>
              <a:sym typeface="Calibri"/>
            </a:endParaRPr>
          </a:p>
        </p:txBody>
      </p:sp>
      <p:sp>
        <p:nvSpPr>
          <p:cNvPr id="167" name="Google Shape;167;p8">
            <a:extLst>
              <a:ext uri="{FF2B5EF4-FFF2-40B4-BE49-F238E27FC236}">
                <a16:creationId xmlns:a16="http://schemas.microsoft.com/office/drawing/2014/main" id="{1A96F938-9EB7-4C70-B5C7-20085F486859}"/>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s-ES"/>
              <a:t>2026</a:t>
            </a:r>
            <a:endParaRPr/>
          </a:p>
        </p:txBody>
      </p:sp>
      <p:sp>
        <p:nvSpPr>
          <p:cNvPr id="168" name="Google Shape;168;p8">
            <a:extLst>
              <a:ext uri="{FF2B5EF4-FFF2-40B4-BE49-F238E27FC236}">
                <a16:creationId xmlns:a16="http://schemas.microsoft.com/office/drawing/2014/main" id="{7C112AE8-A2D6-DC7E-81E9-6475254A30EC}"/>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s-ES"/>
              <a:t>INGENIERÍA DE SOFTWARE I</a:t>
            </a:r>
            <a:endParaRPr/>
          </a:p>
        </p:txBody>
      </p:sp>
      <p:sp>
        <p:nvSpPr>
          <p:cNvPr id="169" name="Google Shape;169;p8">
            <a:extLst>
              <a:ext uri="{FF2B5EF4-FFF2-40B4-BE49-F238E27FC236}">
                <a16:creationId xmlns:a16="http://schemas.microsoft.com/office/drawing/2014/main" id="{D6E37F8F-A262-4564-1124-9FBED8E1E95E}"/>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21</a:t>
            </a:fld>
            <a:endParaRPr/>
          </a:p>
        </p:txBody>
      </p:sp>
      <p:sp>
        <p:nvSpPr>
          <p:cNvPr id="170" name="Google Shape;170;p8">
            <a:extLst>
              <a:ext uri="{FF2B5EF4-FFF2-40B4-BE49-F238E27FC236}">
                <a16:creationId xmlns:a16="http://schemas.microsoft.com/office/drawing/2014/main" id="{81038148-B545-B15C-ABFC-266E954F1403}"/>
              </a:ext>
            </a:extLst>
          </p:cNvPr>
          <p:cNvSpPr/>
          <p:nvPr/>
        </p:nvSpPr>
        <p:spPr>
          <a:xfrm>
            <a:off x="1151584" y="1886309"/>
            <a:ext cx="10129156" cy="4460410"/>
          </a:xfrm>
          <a:prstGeom prst="rect">
            <a:avLst/>
          </a:prstGeom>
          <a:noFill/>
          <a:ln>
            <a:noFill/>
          </a:ln>
        </p:spPr>
        <p:txBody>
          <a:bodyPr spcFirstLastPara="1" wrap="square" lIns="89625" tIns="44800" rIns="89625" bIns="44800" anchor="t" anchorCtr="0">
            <a:noAutofit/>
          </a:bodyPr>
          <a:lstStyle/>
          <a:p>
            <a:pPr marL="447466" lvl="0" indent="-447466" algn="just">
              <a:spcBef>
                <a:spcPts val="0"/>
              </a:spcBef>
              <a:spcAft>
                <a:spcPts val="0"/>
              </a:spcAft>
              <a:buClr>
                <a:srgbClr val="C00000"/>
              </a:buClr>
              <a:buSzPts val="2789"/>
              <a:buFont typeface="Noto Sans Symbols"/>
              <a:buChar char="❖"/>
            </a:pPr>
            <a:r>
              <a:rPr lang="es-ES" sz="2600" dirty="0">
                <a:solidFill>
                  <a:schemeClr val="dk1"/>
                </a:solidFill>
                <a:latin typeface="Calibri"/>
                <a:cs typeface="Calibri"/>
                <a:sym typeface="Calibri"/>
              </a:rPr>
              <a:t>Comprenden:</a:t>
            </a:r>
            <a:endParaRPr lang="es-ES" dirty="0"/>
          </a:p>
          <a:p>
            <a:pPr marL="712788" lvl="1" indent="-263525">
              <a:spcBef>
                <a:spcPts val="0"/>
              </a:spcBef>
              <a:spcAft>
                <a:spcPts val="300"/>
              </a:spcAft>
              <a:buClr>
                <a:srgbClr val="C00000"/>
              </a:buClr>
              <a:buSzPts val="2200"/>
              <a:buFont typeface="Noto Sans Symbols2" panose="020B0502040504020204" pitchFamily="34" charset="0"/>
              <a:buChar char="»"/>
            </a:pPr>
            <a:r>
              <a:rPr lang="es-ES" sz="2200" dirty="0">
                <a:solidFill>
                  <a:schemeClr val="dk1"/>
                </a:solidFill>
              </a:rPr>
              <a:t>Verificaciones de validez (para todos los usuarios).</a:t>
            </a:r>
          </a:p>
          <a:p>
            <a:pPr marL="712788" lvl="1" indent="-263525">
              <a:spcBef>
                <a:spcPts val="0"/>
              </a:spcBef>
              <a:spcAft>
                <a:spcPts val="300"/>
              </a:spcAft>
              <a:buClr>
                <a:srgbClr val="C00000"/>
              </a:buClr>
              <a:buSzPts val="2200"/>
              <a:buFont typeface="Noto Sans Symbols2" panose="020B0502040504020204" pitchFamily="34" charset="0"/>
              <a:buChar char="»"/>
            </a:pPr>
            <a:r>
              <a:rPr lang="es-ES" sz="2200" dirty="0">
                <a:solidFill>
                  <a:schemeClr val="dk1"/>
                </a:solidFill>
              </a:rPr>
              <a:t>Verificaciones de consistencia (sin contradicciones).</a:t>
            </a:r>
          </a:p>
          <a:p>
            <a:pPr marL="712788" lvl="1" indent="-263525">
              <a:spcBef>
                <a:spcPts val="0"/>
              </a:spcBef>
              <a:spcAft>
                <a:spcPts val="300"/>
              </a:spcAft>
              <a:buClr>
                <a:srgbClr val="C00000"/>
              </a:buClr>
              <a:buSzPts val="2200"/>
              <a:buFont typeface="Noto Sans Symbols2" panose="020B0502040504020204" pitchFamily="34" charset="0"/>
              <a:buChar char="»"/>
            </a:pPr>
            <a:r>
              <a:rPr lang="es-ES" sz="2200" dirty="0">
                <a:solidFill>
                  <a:schemeClr val="dk1"/>
                </a:solidFill>
              </a:rPr>
              <a:t>Verificaciones de completitud (todos los requerimientos).</a:t>
            </a:r>
          </a:p>
          <a:p>
            <a:pPr marL="712788" lvl="1" indent="-263525">
              <a:spcBef>
                <a:spcPts val="0"/>
              </a:spcBef>
              <a:spcAft>
                <a:spcPts val="300"/>
              </a:spcAft>
              <a:buClr>
                <a:srgbClr val="C00000"/>
              </a:buClr>
              <a:buSzPts val="2200"/>
              <a:buFont typeface="Noto Sans Symbols2" panose="020B0502040504020204" pitchFamily="34" charset="0"/>
              <a:buChar char="»"/>
            </a:pPr>
            <a:r>
              <a:rPr lang="es-ES" sz="2200" dirty="0">
                <a:solidFill>
                  <a:schemeClr val="dk1"/>
                </a:solidFill>
              </a:rPr>
              <a:t>Verificaciones de realismo (se pueden implementar).</a:t>
            </a:r>
          </a:p>
          <a:p>
            <a:pPr marL="712788" lvl="1" indent="-263525">
              <a:spcBef>
                <a:spcPts val="0"/>
              </a:spcBef>
              <a:spcAft>
                <a:spcPts val="300"/>
              </a:spcAft>
              <a:buClr>
                <a:srgbClr val="C00000"/>
              </a:buClr>
              <a:buSzPts val="2200"/>
              <a:buFont typeface="Noto Sans Symbols2" panose="020B0502040504020204" pitchFamily="34" charset="0"/>
              <a:buChar char="»"/>
            </a:pPr>
            <a:r>
              <a:rPr lang="es-ES" sz="2200" dirty="0">
                <a:solidFill>
                  <a:schemeClr val="dk1"/>
                </a:solidFill>
              </a:rPr>
              <a:t>Verificabilidad (se puede diseñar conjunto de pruebas).</a:t>
            </a:r>
          </a:p>
          <a:p>
            <a:pPr marL="447466" lvl="0" indent="-447466" algn="just">
              <a:spcBef>
                <a:spcPts val="0"/>
              </a:spcBef>
              <a:spcAft>
                <a:spcPts val="1200"/>
              </a:spcAft>
              <a:buClr>
                <a:srgbClr val="C00000"/>
              </a:buClr>
              <a:buSzPts val="2789"/>
              <a:buFont typeface="Noto Sans Symbols"/>
              <a:buChar char="❖"/>
            </a:pPr>
            <a:endParaRPr lang="es-ES" sz="26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4458160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65">
          <a:extLst>
            <a:ext uri="{FF2B5EF4-FFF2-40B4-BE49-F238E27FC236}">
              <a16:creationId xmlns:a16="http://schemas.microsoft.com/office/drawing/2014/main" id="{3B616447-D087-6195-B52E-351485956A59}"/>
            </a:ext>
          </a:extLst>
        </p:cNvPr>
        <p:cNvGrpSpPr/>
        <p:nvPr/>
      </p:nvGrpSpPr>
      <p:grpSpPr>
        <a:xfrm>
          <a:off x="0" y="0"/>
          <a:ext cx="0" cy="0"/>
          <a:chOff x="0" y="0"/>
          <a:chExt cx="0" cy="0"/>
        </a:xfrm>
      </p:grpSpPr>
      <p:sp>
        <p:nvSpPr>
          <p:cNvPr id="166" name="Google Shape;166;p8">
            <a:extLst>
              <a:ext uri="{FF2B5EF4-FFF2-40B4-BE49-F238E27FC236}">
                <a16:creationId xmlns:a16="http://schemas.microsoft.com/office/drawing/2014/main" id="{0D6B2546-B46F-A18D-32B1-5641BD7A30A1}"/>
              </a:ext>
            </a:extLst>
          </p:cNvPr>
          <p:cNvSpPr txBox="1">
            <a:spLocks noGrp="1"/>
          </p:cNvSpPr>
          <p:nvPr>
            <p:ph type="title"/>
          </p:nvPr>
        </p:nvSpPr>
        <p:spPr>
          <a:xfrm>
            <a:off x="1086866" y="1140614"/>
            <a:ext cx="10258593" cy="632876"/>
          </a:xfrm>
          <a:prstGeom prst="rect">
            <a:avLst/>
          </a:prstGeom>
          <a:noFill/>
          <a:ln>
            <a:noFill/>
          </a:ln>
        </p:spPr>
        <p:txBody>
          <a:bodyPr spcFirstLastPara="1" wrap="square" lIns="71675" tIns="35825" rIns="71675" bIns="35825" anchor="t" anchorCtr="0">
            <a:normAutofit/>
          </a:bodyPr>
          <a:lstStyle/>
          <a:p>
            <a:pPr marL="0" lvl="0" indent="0" algn="l" rtl="0">
              <a:lnSpc>
                <a:spcPct val="84000"/>
              </a:lnSpc>
              <a:spcBef>
                <a:spcPts val="0"/>
              </a:spcBef>
              <a:spcAft>
                <a:spcPts val="0"/>
              </a:spcAft>
              <a:buNone/>
            </a:pPr>
            <a:r>
              <a:rPr lang="es-ES" sz="4382" dirty="0">
                <a:solidFill>
                  <a:schemeClr val="dk1"/>
                </a:solidFill>
                <a:latin typeface="Calibri"/>
                <a:ea typeface="Calibri"/>
                <a:cs typeface="Calibri"/>
                <a:sym typeface="Calibri"/>
              </a:rPr>
              <a:t>Técnicas de Validación de Requerimientos</a:t>
            </a:r>
            <a:endParaRPr sz="4382" dirty="0">
              <a:solidFill>
                <a:schemeClr val="dk1"/>
              </a:solidFill>
              <a:latin typeface="Calibri"/>
              <a:ea typeface="Calibri"/>
              <a:cs typeface="Calibri"/>
              <a:sym typeface="Calibri"/>
            </a:endParaRPr>
          </a:p>
        </p:txBody>
      </p:sp>
      <p:sp>
        <p:nvSpPr>
          <p:cNvPr id="167" name="Google Shape;167;p8">
            <a:extLst>
              <a:ext uri="{FF2B5EF4-FFF2-40B4-BE49-F238E27FC236}">
                <a16:creationId xmlns:a16="http://schemas.microsoft.com/office/drawing/2014/main" id="{8F625421-BF0E-1D4B-5527-0255CEA7CECF}"/>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s-ES"/>
              <a:t>2026</a:t>
            </a:r>
            <a:endParaRPr/>
          </a:p>
        </p:txBody>
      </p:sp>
      <p:sp>
        <p:nvSpPr>
          <p:cNvPr id="168" name="Google Shape;168;p8">
            <a:extLst>
              <a:ext uri="{FF2B5EF4-FFF2-40B4-BE49-F238E27FC236}">
                <a16:creationId xmlns:a16="http://schemas.microsoft.com/office/drawing/2014/main" id="{DD8D8FF3-1980-549E-F896-70FB52A32C76}"/>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s-ES"/>
              <a:t>INGENIERÍA DE SOFTWARE I</a:t>
            </a:r>
            <a:endParaRPr/>
          </a:p>
        </p:txBody>
      </p:sp>
      <p:sp>
        <p:nvSpPr>
          <p:cNvPr id="169" name="Google Shape;169;p8">
            <a:extLst>
              <a:ext uri="{FF2B5EF4-FFF2-40B4-BE49-F238E27FC236}">
                <a16:creationId xmlns:a16="http://schemas.microsoft.com/office/drawing/2014/main" id="{89821B7F-9DFD-F612-62D7-ADB0E3164647}"/>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22</a:t>
            </a:fld>
            <a:endParaRPr/>
          </a:p>
        </p:txBody>
      </p:sp>
      <p:sp>
        <p:nvSpPr>
          <p:cNvPr id="170" name="Google Shape;170;p8">
            <a:extLst>
              <a:ext uri="{FF2B5EF4-FFF2-40B4-BE49-F238E27FC236}">
                <a16:creationId xmlns:a16="http://schemas.microsoft.com/office/drawing/2014/main" id="{303E5E9D-982B-5373-F147-AFFA8F6383EF}"/>
              </a:ext>
            </a:extLst>
          </p:cNvPr>
          <p:cNvSpPr/>
          <p:nvPr/>
        </p:nvSpPr>
        <p:spPr>
          <a:xfrm>
            <a:off x="1151584" y="1886309"/>
            <a:ext cx="10129156" cy="4460410"/>
          </a:xfrm>
          <a:prstGeom prst="rect">
            <a:avLst/>
          </a:prstGeom>
          <a:noFill/>
          <a:ln>
            <a:noFill/>
          </a:ln>
        </p:spPr>
        <p:txBody>
          <a:bodyPr spcFirstLastPara="1" wrap="square" lIns="89625" tIns="44800" rIns="89625" bIns="44800" anchor="t" anchorCtr="0">
            <a:noAutofit/>
          </a:bodyPr>
          <a:lstStyle/>
          <a:p>
            <a:pPr marL="447466" lvl="0" indent="-447466" algn="just">
              <a:spcBef>
                <a:spcPts val="0"/>
              </a:spcBef>
              <a:spcAft>
                <a:spcPts val="0"/>
              </a:spcAft>
              <a:buClr>
                <a:srgbClr val="C00000"/>
              </a:buClr>
              <a:buSzPts val="2789"/>
              <a:buFont typeface="Noto Sans Symbols"/>
              <a:buChar char="❖"/>
            </a:pPr>
            <a:r>
              <a:rPr lang="es-ES" sz="2600" dirty="0">
                <a:solidFill>
                  <a:schemeClr val="dk1"/>
                </a:solidFill>
                <a:latin typeface="Calibri"/>
                <a:cs typeface="Calibri"/>
                <a:sym typeface="Calibri"/>
              </a:rPr>
              <a:t>Pueden ser manuales o automatizadas.</a:t>
            </a:r>
          </a:p>
          <a:p>
            <a:pPr marL="447466" lvl="0" indent="-447466" algn="just">
              <a:spcBef>
                <a:spcPts val="0"/>
              </a:spcBef>
              <a:spcAft>
                <a:spcPts val="0"/>
              </a:spcAft>
              <a:buClr>
                <a:srgbClr val="C00000"/>
              </a:buClr>
              <a:buSzPts val="2789"/>
              <a:buFont typeface="Noto Sans Symbols"/>
              <a:buChar char="❖"/>
            </a:pPr>
            <a:endParaRPr lang="es-ES" sz="1200" dirty="0">
              <a:solidFill>
                <a:schemeClr val="dk1"/>
              </a:solidFill>
              <a:latin typeface="Calibri"/>
              <a:cs typeface="Calibri"/>
              <a:sym typeface="Calibri"/>
            </a:endParaRPr>
          </a:p>
          <a:p>
            <a:pPr marL="447466" lvl="0" indent="-447466" algn="just">
              <a:spcBef>
                <a:spcPts val="0"/>
              </a:spcBef>
              <a:spcAft>
                <a:spcPts val="0"/>
              </a:spcAft>
              <a:buClr>
                <a:srgbClr val="C00000"/>
              </a:buClr>
              <a:buSzPts val="2789"/>
              <a:buFont typeface="Noto Sans Symbols"/>
              <a:buChar char="❖"/>
            </a:pPr>
            <a:r>
              <a:rPr lang="es-ES" sz="2600" dirty="0">
                <a:solidFill>
                  <a:schemeClr val="dk1"/>
                </a:solidFill>
                <a:latin typeface="Calibri"/>
                <a:cs typeface="Calibri"/>
                <a:sym typeface="Calibri"/>
              </a:rPr>
              <a:t>Revisiones de requerimientos (formales o informales)</a:t>
            </a:r>
          </a:p>
          <a:p>
            <a:pPr marL="712788" lvl="0" indent="-263525" algn="just">
              <a:spcBef>
                <a:spcPts val="0"/>
              </a:spcBef>
              <a:spcAft>
                <a:spcPts val="0"/>
              </a:spcAft>
              <a:buClr>
                <a:srgbClr val="C00000"/>
              </a:buClr>
              <a:buSzPct val="100000"/>
              <a:buFont typeface="Noto Sans Symbols2" panose="020B0502040504020204" pitchFamily="34" charset="0"/>
              <a:buChar char="»"/>
            </a:pPr>
            <a:r>
              <a:rPr lang="es-ES" sz="2200" dirty="0">
                <a:solidFill>
                  <a:schemeClr val="dk1"/>
                </a:solidFill>
                <a:latin typeface="Calibri"/>
                <a:cs typeface="Calibri"/>
                <a:sym typeface="Calibri"/>
              </a:rPr>
              <a:t>Informales: Los desarrolladores deben tratar los requerimientos con tantos </a:t>
            </a:r>
            <a:r>
              <a:rPr lang="es-ES" sz="2200" dirty="0" err="1">
                <a:solidFill>
                  <a:schemeClr val="dk1"/>
                </a:solidFill>
                <a:latin typeface="Calibri"/>
                <a:cs typeface="Calibri"/>
                <a:sym typeface="Calibri"/>
              </a:rPr>
              <a:t>stakeholders</a:t>
            </a:r>
            <a:r>
              <a:rPr lang="es-ES" sz="2200" dirty="0">
                <a:solidFill>
                  <a:schemeClr val="dk1"/>
                </a:solidFill>
                <a:latin typeface="Calibri"/>
                <a:cs typeface="Calibri"/>
                <a:sym typeface="Calibri"/>
              </a:rPr>
              <a:t> como sea posible. </a:t>
            </a:r>
          </a:p>
          <a:p>
            <a:pPr marL="712788" lvl="0" indent="-263525" algn="just">
              <a:spcBef>
                <a:spcPts val="0"/>
              </a:spcBef>
              <a:spcAft>
                <a:spcPts val="0"/>
              </a:spcAft>
              <a:buClr>
                <a:srgbClr val="C00000"/>
              </a:buClr>
              <a:buSzPct val="100000"/>
              <a:buFont typeface="Noto Sans Symbols2" panose="020B0502040504020204" pitchFamily="34" charset="0"/>
              <a:buChar char="»"/>
            </a:pPr>
            <a:r>
              <a:rPr lang="es-ES" sz="2200" dirty="0">
                <a:solidFill>
                  <a:schemeClr val="dk1"/>
                </a:solidFill>
                <a:latin typeface="Calibri"/>
                <a:cs typeface="Calibri"/>
                <a:sym typeface="Calibri"/>
              </a:rPr>
              <a:t>Formal: El equipo de desarrollo debe conducir al cliente, explicándole las implicaciones de cada requerimiento.</a:t>
            </a:r>
          </a:p>
          <a:p>
            <a:pPr marL="449263" lvl="0" algn="just">
              <a:spcBef>
                <a:spcPts val="0"/>
              </a:spcBef>
              <a:spcAft>
                <a:spcPts val="0"/>
              </a:spcAft>
              <a:buClr>
                <a:srgbClr val="C00000"/>
              </a:buClr>
              <a:buSzPts val="2789"/>
            </a:pPr>
            <a:r>
              <a:rPr lang="es-ES" sz="2200" i="1" dirty="0">
                <a:solidFill>
                  <a:schemeClr val="dk1"/>
                </a:solidFill>
                <a:latin typeface="Calibri"/>
                <a:cs typeface="Calibri"/>
                <a:sym typeface="Calibri"/>
              </a:rPr>
              <a:t>Antes de una revisión formal, es conveniente realizar una revisión informal.</a:t>
            </a:r>
          </a:p>
          <a:p>
            <a:pPr marL="447466" lvl="0" indent="-447466" algn="just">
              <a:spcBef>
                <a:spcPts val="0"/>
              </a:spcBef>
              <a:spcAft>
                <a:spcPts val="0"/>
              </a:spcAft>
              <a:buClr>
                <a:srgbClr val="C00000"/>
              </a:buClr>
              <a:buSzPts val="2789"/>
              <a:buFont typeface="Noto Sans Symbols"/>
              <a:buChar char="❖"/>
            </a:pPr>
            <a:endParaRPr lang="es-ES" sz="1200" dirty="0">
              <a:solidFill>
                <a:schemeClr val="dk1"/>
              </a:solidFill>
              <a:latin typeface="Calibri"/>
              <a:cs typeface="Calibri"/>
              <a:sym typeface="Calibri"/>
            </a:endParaRPr>
          </a:p>
          <a:p>
            <a:pPr marL="447466" lvl="0" indent="-447466" algn="just">
              <a:spcBef>
                <a:spcPts val="0"/>
              </a:spcBef>
              <a:spcAft>
                <a:spcPts val="0"/>
              </a:spcAft>
              <a:buClr>
                <a:srgbClr val="C00000"/>
              </a:buClr>
              <a:buSzPts val="2789"/>
              <a:buFont typeface="Noto Sans Symbols"/>
              <a:buChar char="❖"/>
            </a:pPr>
            <a:r>
              <a:rPr lang="es-ES" sz="2600" dirty="0">
                <a:solidFill>
                  <a:schemeClr val="dk1"/>
                </a:solidFill>
                <a:latin typeface="Calibri"/>
                <a:cs typeface="Calibri"/>
                <a:sym typeface="Calibri"/>
              </a:rPr>
              <a:t>Construcción de prototipos.</a:t>
            </a:r>
          </a:p>
          <a:p>
            <a:pPr marL="447466" lvl="0" indent="-447466" algn="just">
              <a:spcBef>
                <a:spcPts val="0"/>
              </a:spcBef>
              <a:spcAft>
                <a:spcPts val="0"/>
              </a:spcAft>
              <a:buClr>
                <a:srgbClr val="C00000"/>
              </a:buClr>
              <a:buSzPts val="2789"/>
              <a:buFont typeface="Noto Sans Symbols"/>
              <a:buChar char="❖"/>
            </a:pPr>
            <a:endParaRPr lang="es-ES" sz="1200" dirty="0">
              <a:solidFill>
                <a:schemeClr val="dk1"/>
              </a:solidFill>
              <a:latin typeface="Calibri"/>
              <a:cs typeface="Calibri"/>
              <a:sym typeface="Calibri"/>
            </a:endParaRPr>
          </a:p>
          <a:p>
            <a:pPr marL="447466" lvl="0" indent="-447466" algn="just">
              <a:spcBef>
                <a:spcPts val="0"/>
              </a:spcBef>
              <a:spcAft>
                <a:spcPts val="0"/>
              </a:spcAft>
              <a:buClr>
                <a:srgbClr val="C00000"/>
              </a:buClr>
              <a:buSzPts val="2789"/>
              <a:buFont typeface="Noto Sans Symbols"/>
              <a:buChar char="❖"/>
            </a:pPr>
            <a:r>
              <a:rPr lang="es-ES" sz="2600" dirty="0">
                <a:solidFill>
                  <a:schemeClr val="dk1"/>
                </a:solidFill>
                <a:latin typeface="Calibri"/>
                <a:cs typeface="Calibri"/>
                <a:sym typeface="Calibri"/>
              </a:rPr>
              <a:t>Generación de casos de prueba.</a:t>
            </a:r>
          </a:p>
          <a:p>
            <a:pPr marL="447466" lvl="0" indent="-447466" algn="just">
              <a:spcBef>
                <a:spcPts val="0"/>
              </a:spcBef>
              <a:spcAft>
                <a:spcPts val="1200"/>
              </a:spcAft>
              <a:buClr>
                <a:srgbClr val="C00000"/>
              </a:buClr>
              <a:buSzPts val="2789"/>
              <a:buFont typeface="Noto Sans Symbols"/>
              <a:buChar char="❖"/>
            </a:pPr>
            <a:endParaRPr lang="es-ES" sz="26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10476926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98"/>
        <p:cNvGrpSpPr/>
        <p:nvPr/>
      </p:nvGrpSpPr>
      <p:grpSpPr>
        <a:xfrm>
          <a:off x="0" y="0"/>
          <a:ext cx="0" cy="0"/>
          <a:chOff x="0" y="0"/>
          <a:chExt cx="0" cy="0"/>
        </a:xfrm>
      </p:grpSpPr>
      <p:sp>
        <p:nvSpPr>
          <p:cNvPr id="399" name="Google Shape;399;p38"/>
          <p:cNvSpPr txBox="1">
            <a:spLocks noGrp="1"/>
          </p:cNvSpPr>
          <p:nvPr>
            <p:ph type="title"/>
          </p:nvPr>
        </p:nvSpPr>
        <p:spPr>
          <a:xfrm>
            <a:off x="457199" y="594359"/>
            <a:ext cx="3432876" cy="2286000"/>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262626"/>
              </a:buClr>
              <a:buSzPts val="4800"/>
              <a:buFont typeface="Calibri"/>
              <a:buNone/>
            </a:pPr>
            <a:r>
              <a:rPr lang="es-ES" dirty="0"/>
              <a:t>Técnicas de Especificación de Requerimientos</a:t>
            </a:r>
            <a:endParaRPr dirty="0"/>
          </a:p>
        </p:txBody>
      </p:sp>
      <p:sp>
        <p:nvSpPr>
          <p:cNvPr id="400" name="Google Shape;400;p38"/>
          <p:cNvSpPr txBox="1">
            <a:spLocks noGrp="1"/>
          </p:cNvSpPr>
          <p:nvPr>
            <p:ph type="body" idx="2"/>
          </p:nvPr>
        </p:nvSpPr>
        <p:spPr>
          <a:xfrm>
            <a:off x="457200" y="2926080"/>
            <a:ext cx="3200400" cy="3379124"/>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1200"/>
              </a:spcBef>
              <a:spcAft>
                <a:spcPts val="200"/>
              </a:spcAft>
              <a:buSzPts val="3600"/>
              <a:buNone/>
            </a:pPr>
            <a:r>
              <a:rPr lang="es-ES" sz="2800" dirty="0">
                <a:latin typeface="Calibri"/>
                <a:ea typeface="Calibri"/>
                <a:cs typeface="Calibri"/>
                <a:sym typeface="Calibri"/>
              </a:rPr>
              <a:t>Redes de Petri</a:t>
            </a:r>
            <a:endParaRPr sz="1200" dirty="0"/>
          </a:p>
        </p:txBody>
      </p:sp>
      <p:sp>
        <p:nvSpPr>
          <p:cNvPr id="401" name="Google Shape;401;p38"/>
          <p:cNvSpPr txBox="1">
            <a:spLocks noGrp="1"/>
          </p:cNvSpPr>
          <p:nvPr>
            <p:ph type="dt" idx="10"/>
          </p:nvPr>
        </p:nvSpPr>
        <p:spPr>
          <a:xfrm>
            <a:off x="465138" y="6459538"/>
            <a:ext cx="2619375"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s-ES"/>
              <a:t>2026</a:t>
            </a:r>
            <a:endParaRPr/>
          </a:p>
        </p:txBody>
      </p:sp>
      <p:sp>
        <p:nvSpPr>
          <p:cNvPr id="402" name="Google Shape;402;p38"/>
          <p:cNvSpPr txBox="1">
            <a:spLocks noGrp="1"/>
          </p:cNvSpPr>
          <p:nvPr>
            <p:ph type="ftr" idx="11"/>
          </p:nvPr>
        </p:nvSpPr>
        <p:spPr>
          <a:xfrm>
            <a:off x="4800600" y="6459538"/>
            <a:ext cx="4648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s-ES"/>
              <a:t>INGENIERÍA DE SOFTWARE I</a:t>
            </a:r>
            <a:endParaRPr/>
          </a:p>
        </p:txBody>
      </p:sp>
      <p:sp>
        <p:nvSpPr>
          <p:cNvPr id="403" name="Google Shape;403;p38"/>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C00000"/>
              </a:buClr>
              <a:buSzPts val="1050"/>
              <a:buFont typeface="Calibri"/>
              <a:buNone/>
            </a:pPr>
            <a:fld id="{00000000-1234-1234-1234-123412341234}" type="slidenum">
              <a:rPr lang="es-ES">
                <a:solidFill>
                  <a:srgbClr val="C00000"/>
                </a:solidFill>
              </a:rPr>
              <a:t>23</a:t>
            </a:fld>
            <a:endParaRPr>
              <a:solidFill>
                <a:srgbClr val="C00000"/>
              </a:solidFill>
            </a:endParaRPr>
          </a:p>
        </p:txBody>
      </p:sp>
      <p:sp>
        <p:nvSpPr>
          <p:cNvPr id="404" name="Google Shape;404;p38"/>
          <p:cNvSpPr txBox="1">
            <a:spLocks noGrp="1"/>
          </p:cNvSpPr>
          <p:nvPr>
            <p:ph type="body" idx="1"/>
          </p:nvPr>
        </p:nvSpPr>
        <p:spPr>
          <a:xfrm>
            <a:off x="4800600" y="731838"/>
            <a:ext cx="6637149" cy="5257800"/>
          </a:xfrm>
          <a:prstGeom prst="rect">
            <a:avLst/>
          </a:prstGeom>
          <a:noFill/>
          <a:ln>
            <a:noFill/>
          </a:ln>
        </p:spPr>
        <p:txBody>
          <a:bodyPr spcFirstLastPara="1" wrap="square" lIns="91425" tIns="45700" rIns="91425" bIns="45700" anchor="t" anchorCtr="0">
            <a:normAutofit/>
          </a:bodyPr>
          <a:lstStyle/>
          <a:p>
            <a:pPr marL="447466" lvl="0" indent="-447466" algn="just" rtl="0">
              <a:lnSpc>
                <a:spcPct val="90000"/>
              </a:lnSpc>
              <a:spcBef>
                <a:spcPts val="0"/>
              </a:spcBef>
              <a:spcAft>
                <a:spcPts val="1200"/>
              </a:spcAft>
              <a:buClr>
                <a:srgbClr val="C00000"/>
              </a:buClr>
              <a:buSzPts val="2800"/>
              <a:buFont typeface="Noto Sans Symbols"/>
              <a:buChar char="❖"/>
            </a:pPr>
            <a:r>
              <a:rPr lang="es-ES" sz="2800" dirty="0">
                <a:solidFill>
                  <a:schemeClr val="dk1"/>
                </a:solidFill>
              </a:rPr>
              <a:t>Las Redes de Petri fueron inventadas por Carl Petri en la Universidad de Bonn, Alemania Occidental.</a:t>
            </a:r>
          </a:p>
          <a:p>
            <a:pPr marL="447466" lvl="0" indent="-447466" algn="just" rtl="0">
              <a:lnSpc>
                <a:spcPct val="90000"/>
              </a:lnSpc>
              <a:spcBef>
                <a:spcPts val="0"/>
              </a:spcBef>
              <a:spcAft>
                <a:spcPts val="1200"/>
              </a:spcAft>
              <a:buClr>
                <a:srgbClr val="C00000"/>
              </a:buClr>
              <a:buSzPts val="2800"/>
              <a:buFont typeface="Noto Sans Symbols"/>
              <a:buChar char="❖"/>
            </a:pPr>
            <a:r>
              <a:rPr lang="es-ES" sz="2800" dirty="0">
                <a:solidFill>
                  <a:schemeClr val="dk1"/>
                </a:solidFill>
              </a:rPr>
              <a:t>Utilizadas para especificar sistemas de tiempo real en los que son necesarios representar aspectos de concurrencia.</a:t>
            </a:r>
          </a:p>
          <a:p>
            <a:pPr marL="447466" lvl="0" indent="-447466" algn="just" rtl="0">
              <a:lnSpc>
                <a:spcPct val="90000"/>
              </a:lnSpc>
              <a:spcBef>
                <a:spcPts val="0"/>
              </a:spcBef>
              <a:spcAft>
                <a:spcPts val="1200"/>
              </a:spcAft>
              <a:buClr>
                <a:srgbClr val="C00000"/>
              </a:buClr>
              <a:buSzPts val="2800"/>
              <a:buFont typeface="Noto Sans Symbols"/>
              <a:buChar char="❖"/>
            </a:pPr>
            <a:r>
              <a:rPr lang="es-ES" sz="2800" dirty="0">
                <a:solidFill>
                  <a:schemeClr val="dk1"/>
                </a:solidFill>
              </a:rPr>
              <a:t>Los sistemas concurrentes se diseñan para permitir la ejecución simultánea de componentes de programación, llamadas tareas o procesos, en varios procesadores o intercalados en un solo procesador.</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65">
          <a:extLst>
            <a:ext uri="{FF2B5EF4-FFF2-40B4-BE49-F238E27FC236}">
              <a16:creationId xmlns:a16="http://schemas.microsoft.com/office/drawing/2014/main" id="{7A7EE932-8E4B-90D8-EF58-8E6ACE89EBFE}"/>
            </a:ext>
          </a:extLst>
        </p:cNvPr>
        <p:cNvGrpSpPr/>
        <p:nvPr/>
      </p:nvGrpSpPr>
      <p:grpSpPr>
        <a:xfrm>
          <a:off x="0" y="0"/>
          <a:ext cx="0" cy="0"/>
          <a:chOff x="0" y="0"/>
          <a:chExt cx="0" cy="0"/>
        </a:xfrm>
      </p:grpSpPr>
      <p:sp>
        <p:nvSpPr>
          <p:cNvPr id="166" name="Google Shape;166;p8">
            <a:extLst>
              <a:ext uri="{FF2B5EF4-FFF2-40B4-BE49-F238E27FC236}">
                <a16:creationId xmlns:a16="http://schemas.microsoft.com/office/drawing/2014/main" id="{EEDDFED5-B42D-6641-35B3-6EAEF2BFCF7D}"/>
              </a:ext>
            </a:extLst>
          </p:cNvPr>
          <p:cNvSpPr txBox="1">
            <a:spLocks noGrp="1"/>
          </p:cNvSpPr>
          <p:nvPr>
            <p:ph type="title"/>
          </p:nvPr>
        </p:nvSpPr>
        <p:spPr>
          <a:xfrm>
            <a:off x="1086866" y="1140614"/>
            <a:ext cx="10258593" cy="632876"/>
          </a:xfrm>
          <a:prstGeom prst="rect">
            <a:avLst/>
          </a:prstGeom>
          <a:noFill/>
          <a:ln>
            <a:noFill/>
          </a:ln>
        </p:spPr>
        <p:txBody>
          <a:bodyPr spcFirstLastPara="1" wrap="square" lIns="71675" tIns="35825" rIns="71675" bIns="35825" anchor="t" anchorCtr="0">
            <a:normAutofit/>
          </a:bodyPr>
          <a:lstStyle/>
          <a:p>
            <a:pPr marL="0" lvl="0" indent="0" algn="l" rtl="0">
              <a:lnSpc>
                <a:spcPct val="84000"/>
              </a:lnSpc>
              <a:spcBef>
                <a:spcPts val="0"/>
              </a:spcBef>
              <a:spcAft>
                <a:spcPts val="0"/>
              </a:spcAft>
              <a:buNone/>
            </a:pPr>
            <a:r>
              <a:rPr lang="es-ES" sz="4382" dirty="0">
                <a:solidFill>
                  <a:schemeClr val="dk1"/>
                </a:solidFill>
                <a:latin typeface="Calibri"/>
                <a:ea typeface="Calibri"/>
                <a:cs typeface="Calibri"/>
                <a:sym typeface="Calibri"/>
              </a:rPr>
              <a:t>Redes de Petri</a:t>
            </a:r>
            <a:endParaRPr sz="4382" dirty="0">
              <a:solidFill>
                <a:schemeClr val="dk1"/>
              </a:solidFill>
              <a:latin typeface="Calibri"/>
              <a:ea typeface="Calibri"/>
              <a:cs typeface="Calibri"/>
              <a:sym typeface="Calibri"/>
            </a:endParaRPr>
          </a:p>
        </p:txBody>
      </p:sp>
      <p:sp>
        <p:nvSpPr>
          <p:cNvPr id="167" name="Google Shape;167;p8">
            <a:extLst>
              <a:ext uri="{FF2B5EF4-FFF2-40B4-BE49-F238E27FC236}">
                <a16:creationId xmlns:a16="http://schemas.microsoft.com/office/drawing/2014/main" id="{D8C768FC-A414-C585-A6A9-68A258651BCD}"/>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s-ES"/>
              <a:t>2026</a:t>
            </a:r>
            <a:endParaRPr/>
          </a:p>
        </p:txBody>
      </p:sp>
      <p:sp>
        <p:nvSpPr>
          <p:cNvPr id="168" name="Google Shape;168;p8">
            <a:extLst>
              <a:ext uri="{FF2B5EF4-FFF2-40B4-BE49-F238E27FC236}">
                <a16:creationId xmlns:a16="http://schemas.microsoft.com/office/drawing/2014/main" id="{431EF719-ADE8-0213-DA20-7DDE850C3F94}"/>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s-ES"/>
              <a:t>INGENIERÍA DE SOFTWARE I</a:t>
            </a:r>
            <a:endParaRPr/>
          </a:p>
        </p:txBody>
      </p:sp>
      <p:sp>
        <p:nvSpPr>
          <p:cNvPr id="169" name="Google Shape;169;p8">
            <a:extLst>
              <a:ext uri="{FF2B5EF4-FFF2-40B4-BE49-F238E27FC236}">
                <a16:creationId xmlns:a16="http://schemas.microsoft.com/office/drawing/2014/main" id="{8CE425EC-F69E-EEFA-76C4-27F72A31C264}"/>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24</a:t>
            </a:fld>
            <a:endParaRPr/>
          </a:p>
        </p:txBody>
      </p:sp>
      <p:sp>
        <p:nvSpPr>
          <p:cNvPr id="170" name="Google Shape;170;p8">
            <a:extLst>
              <a:ext uri="{FF2B5EF4-FFF2-40B4-BE49-F238E27FC236}">
                <a16:creationId xmlns:a16="http://schemas.microsoft.com/office/drawing/2014/main" id="{E8B167D5-48AA-002E-16A1-98F9348CE31A}"/>
              </a:ext>
            </a:extLst>
          </p:cNvPr>
          <p:cNvSpPr/>
          <p:nvPr/>
        </p:nvSpPr>
        <p:spPr>
          <a:xfrm>
            <a:off x="1151584" y="1886309"/>
            <a:ext cx="10129156" cy="4460410"/>
          </a:xfrm>
          <a:prstGeom prst="rect">
            <a:avLst/>
          </a:prstGeom>
          <a:noFill/>
          <a:ln>
            <a:noFill/>
          </a:ln>
        </p:spPr>
        <p:txBody>
          <a:bodyPr spcFirstLastPara="1" wrap="square" lIns="89625" tIns="44800" rIns="89625" bIns="44800" anchor="t" anchorCtr="0">
            <a:noAutofit/>
          </a:bodyPr>
          <a:lstStyle/>
          <a:p>
            <a:pPr marL="447466" lvl="0" indent="-447466" algn="just">
              <a:spcBef>
                <a:spcPts val="0"/>
              </a:spcBef>
              <a:spcAft>
                <a:spcPts val="1200"/>
              </a:spcAft>
              <a:buClr>
                <a:srgbClr val="C00000"/>
              </a:buClr>
              <a:buSzPts val="2789"/>
              <a:buFont typeface="Noto Sans Symbols"/>
              <a:buChar char="❖"/>
            </a:pPr>
            <a:r>
              <a:rPr lang="es-ES" sz="2800" dirty="0">
                <a:solidFill>
                  <a:schemeClr val="dk1"/>
                </a:solidFill>
                <a:latin typeface="Calibri"/>
                <a:ea typeface="Calibri"/>
                <a:cs typeface="Calibri"/>
                <a:sym typeface="Calibri"/>
              </a:rPr>
              <a:t>Las tareas concurrentes deben estar sincronizadas para permitir la comunicación entre ellas (pueden operar a distintas velocidades, deben prevenir la modificación de datos compartidos o condiciones de bloqueo).</a:t>
            </a:r>
          </a:p>
          <a:p>
            <a:pPr marL="447466" lvl="0" indent="-447466" algn="just">
              <a:spcBef>
                <a:spcPts val="0"/>
              </a:spcBef>
              <a:spcAft>
                <a:spcPts val="1200"/>
              </a:spcAft>
              <a:buClr>
                <a:srgbClr val="C00000"/>
              </a:buClr>
              <a:buSzPts val="2789"/>
              <a:buFont typeface="Noto Sans Symbols"/>
              <a:buChar char="❖"/>
            </a:pPr>
            <a:r>
              <a:rPr lang="es-ES" sz="2800" dirty="0">
                <a:solidFill>
                  <a:schemeClr val="dk1"/>
                </a:solidFill>
                <a:latin typeface="Calibri"/>
                <a:ea typeface="Calibri"/>
                <a:cs typeface="Calibri"/>
                <a:sym typeface="Calibri"/>
              </a:rPr>
              <a:t>Pueden realizarse varias tareas en paralelo, pero son ejecutados en un orden impredecible.</a:t>
            </a:r>
          </a:p>
          <a:p>
            <a:pPr marL="447466" lvl="0" indent="-447466" algn="just">
              <a:spcBef>
                <a:spcPts val="0"/>
              </a:spcBef>
              <a:spcAft>
                <a:spcPts val="1200"/>
              </a:spcAft>
              <a:buClr>
                <a:srgbClr val="C00000"/>
              </a:buClr>
              <a:buSzPts val="2789"/>
              <a:buFont typeface="Noto Sans Symbols"/>
              <a:buChar char="❖"/>
            </a:pPr>
            <a:r>
              <a:rPr lang="es-ES" sz="2800" dirty="0">
                <a:solidFill>
                  <a:schemeClr val="dk1"/>
                </a:solidFill>
                <a:latin typeface="Calibri"/>
                <a:ea typeface="Calibri"/>
                <a:cs typeface="Calibri"/>
                <a:sym typeface="Calibri"/>
              </a:rPr>
              <a:t>Éstas NO son secuenciales.</a:t>
            </a:r>
          </a:p>
          <a:p>
            <a:pPr marL="447466" lvl="0" indent="-447466" algn="just">
              <a:spcBef>
                <a:spcPts val="0"/>
              </a:spcBef>
              <a:spcAft>
                <a:spcPts val="1200"/>
              </a:spcAft>
              <a:buClr>
                <a:srgbClr val="C00000"/>
              </a:buClr>
              <a:buSzPts val="2789"/>
              <a:buFont typeface="Noto Sans Symbols"/>
              <a:buChar char="❖"/>
            </a:pPr>
            <a:endParaRPr lang="es-ES" sz="28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15683550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65">
          <a:extLst>
            <a:ext uri="{FF2B5EF4-FFF2-40B4-BE49-F238E27FC236}">
              <a16:creationId xmlns:a16="http://schemas.microsoft.com/office/drawing/2014/main" id="{E1441C4E-02A9-8901-0352-CFE9C51D716A}"/>
            </a:ext>
          </a:extLst>
        </p:cNvPr>
        <p:cNvGrpSpPr/>
        <p:nvPr/>
      </p:nvGrpSpPr>
      <p:grpSpPr>
        <a:xfrm>
          <a:off x="0" y="0"/>
          <a:ext cx="0" cy="0"/>
          <a:chOff x="0" y="0"/>
          <a:chExt cx="0" cy="0"/>
        </a:xfrm>
      </p:grpSpPr>
      <p:sp>
        <p:nvSpPr>
          <p:cNvPr id="166" name="Google Shape;166;p8">
            <a:extLst>
              <a:ext uri="{FF2B5EF4-FFF2-40B4-BE49-F238E27FC236}">
                <a16:creationId xmlns:a16="http://schemas.microsoft.com/office/drawing/2014/main" id="{E09261DD-F13E-EF5F-09AA-874667DD8104}"/>
              </a:ext>
            </a:extLst>
          </p:cNvPr>
          <p:cNvSpPr txBox="1">
            <a:spLocks noGrp="1"/>
          </p:cNvSpPr>
          <p:nvPr>
            <p:ph type="title"/>
          </p:nvPr>
        </p:nvSpPr>
        <p:spPr>
          <a:xfrm>
            <a:off x="1086866" y="1140614"/>
            <a:ext cx="10258593" cy="632876"/>
          </a:xfrm>
          <a:prstGeom prst="rect">
            <a:avLst/>
          </a:prstGeom>
          <a:noFill/>
          <a:ln>
            <a:noFill/>
          </a:ln>
        </p:spPr>
        <p:txBody>
          <a:bodyPr spcFirstLastPara="1" wrap="square" lIns="71675" tIns="35825" rIns="71675" bIns="35825" anchor="t" anchorCtr="0">
            <a:normAutofit/>
          </a:bodyPr>
          <a:lstStyle/>
          <a:p>
            <a:pPr marL="0" lvl="0" indent="0" algn="l" rtl="0">
              <a:lnSpc>
                <a:spcPct val="84000"/>
              </a:lnSpc>
              <a:spcBef>
                <a:spcPts val="0"/>
              </a:spcBef>
              <a:spcAft>
                <a:spcPts val="0"/>
              </a:spcAft>
              <a:buNone/>
            </a:pPr>
            <a:r>
              <a:rPr lang="es-ES" sz="4382" dirty="0">
                <a:solidFill>
                  <a:schemeClr val="dk1"/>
                </a:solidFill>
                <a:latin typeface="Calibri"/>
                <a:ea typeface="Calibri"/>
                <a:cs typeface="Calibri"/>
                <a:sym typeface="Calibri"/>
              </a:rPr>
              <a:t>Redes de Petri</a:t>
            </a:r>
            <a:endParaRPr sz="4382" dirty="0">
              <a:solidFill>
                <a:schemeClr val="dk1"/>
              </a:solidFill>
              <a:latin typeface="Calibri"/>
              <a:ea typeface="Calibri"/>
              <a:cs typeface="Calibri"/>
              <a:sym typeface="Calibri"/>
            </a:endParaRPr>
          </a:p>
        </p:txBody>
      </p:sp>
      <p:sp>
        <p:nvSpPr>
          <p:cNvPr id="167" name="Google Shape;167;p8">
            <a:extLst>
              <a:ext uri="{FF2B5EF4-FFF2-40B4-BE49-F238E27FC236}">
                <a16:creationId xmlns:a16="http://schemas.microsoft.com/office/drawing/2014/main" id="{7E3F4407-F5D6-940F-8E96-B05BE9E9976D}"/>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s-ES"/>
              <a:t>2026</a:t>
            </a:r>
            <a:endParaRPr/>
          </a:p>
        </p:txBody>
      </p:sp>
      <p:sp>
        <p:nvSpPr>
          <p:cNvPr id="168" name="Google Shape;168;p8">
            <a:extLst>
              <a:ext uri="{FF2B5EF4-FFF2-40B4-BE49-F238E27FC236}">
                <a16:creationId xmlns:a16="http://schemas.microsoft.com/office/drawing/2014/main" id="{866CC480-92C4-BA3B-5148-B7B7CDD07CAB}"/>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s-ES"/>
              <a:t>INGENIERÍA DE SOFTWARE I</a:t>
            </a:r>
            <a:endParaRPr/>
          </a:p>
        </p:txBody>
      </p:sp>
      <p:sp>
        <p:nvSpPr>
          <p:cNvPr id="169" name="Google Shape;169;p8">
            <a:extLst>
              <a:ext uri="{FF2B5EF4-FFF2-40B4-BE49-F238E27FC236}">
                <a16:creationId xmlns:a16="http://schemas.microsoft.com/office/drawing/2014/main" id="{47684583-1BEA-F8EB-1944-F611BCFC485A}"/>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25</a:t>
            </a:fld>
            <a:endParaRPr/>
          </a:p>
        </p:txBody>
      </p:sp>
      <p:sp>
        <p:nvSpPr>
          <p:cNvPr id="170" name="Google Shape;170;p8">
            <a:extLst>
              <a:ext uri="{FF2B5EF4-FFF2-40B4-BE49-F238E27FC236}">
                <a16:creationId xmlns:a16="http://schemas.microsoft.com/office/drawing/2014/main" id="{22A8C5CB-5F72-68FD-9A57-6BE9486F491C}"/>
              </a:ext>
            </a:extLst>
          </p:cNvPr>
          <p:cNvSpPr/>
          <p:nvPr/>
        </p:nvSpPr>
        <p:spPr>
          <a:xfrm>
            <a:off x="1151584" y="1886309"/>
            <a:ext cx="10129156" cy="4460410"/>
          </a:xfrm>
          <a:prstGeom prst="rect">
            <a:avLst/>
          </a:prstGeom>
          <a:noFill/>
          <a:ln>
            <a:noFill/>
          </a:ln>
        </p:spPr>
        <p:txBody>
          <a:bodyPr spcFirstLastPara="1" wrap="square" lIns="89625" tIns="44800" rIns="89625" bIns="44800" anchor="t" anchorCtr="0">
            <a:noAutofit/>
          </a:bodyPr>
          <a:lstStyle/>
          <a:p>
            <a:pPr marL="447466" lvl="0" indent="-447466" algn="just">
              <a:spcBef>
                <a:spcPts val="0"/>
              </a:spcBef>
              <a:spcAft>
                <a:spcPts val="0"/>
              </a:spcAft>
              <a:buClr>
                <a:srgbClr val="C00000"/>
              </a:buClr>
              <a:buSzPts val="2789"/>
              <a:buFont typeface="Noto Sans Symbols"/>
              <a:buChar char="❖"/>
            </a:pPr>
            <a:r>
              <a:rPr lang="es-ES" sz="2800" dirty="0">
                <a:solidFill>
                  <a:schemeClr val="dk1"/>
                </a:solidFill>
                <a:latin typeface="Calibri"/>
                <a:ea typeface="Calibri"/>
                <a:cs typeface="Calibri"/>
                <a:sym typeface="Calibri"/>
              </a:rPr>
              <a:t>Sincronización:</a:t>
            </a:r>
          </a:p>
          <a:p>
            <a:pPr marL="712788" lvl="0" indent="-263525" algn="just">
              <a:spcBef>
                <a:spcPts val="0"/>
              </a:spcBef>
              <a:spcAft>
                <a:spcPts val="0"/>
              </a:spcAft>
              <a:buClr>
                <a:srgbClr val="C00000"/>
              </a:buClr>
              <a:buSzPct val="100000"/>
              <a:buFont typeface="Noto Sans Symbols2" panose="020B0502040504020204" pitchFamily="34" charset="0"/>
              <a:buChar char="»"/>
            </a:pPr>
            <a:r>
              <a:rPr lang="es-ES" sz="2400" dirty="0">
                <a:solidFill>
                  <a:schemeClr val="dk1"/>
                </a:solidFill>
                <a:latin typeface="Calibri"/>
                <a:ea typeface="Calibri"/>
                <a:cs typeface="Calibri"/>
                <a:sym typeface="Calibri"/>
              </a:rPr>
              <a:t>Orquesta sinfónica</a:t>
            </a:r>
          </a:p>
          <a:p>
            <a:pPr marL="712788" lvl="0" indent="-263525" algn="just">
              <a:spcBef>
                <a:spcPts val="0"/>
              </a:spcBef>
              <a:spcAft>
                <a:spcPts val="0"/>
              </a:spcAft>
              <a:buClr>
                <a:srgbClr val="C00000"/>
              </a:buClr>
              <a:buSzPct val="100000"/>
              <a:buFont typeface="Noto Sans Symbols2" panose="020B0502040504020204" pitchFamily="34" charset="0"/>
              <a:buChar char="»"/>
            </a:pPr>
            <a:r>
              <a:rPr lang="es-ES" sz="2400" dirty="0">
                <a:solidFill>
                  <a:schemeClr val="dk1"/>
                </a:solidFill>
                <a:latin typeface="Calibri"/>
                <a:ea typeface="Calibri"/>
                <a:cs typeface="Calibri"/>
                <a:sym typeface="Calibri"/>
              </a:rPr>
              <a:t>Compartir archivos</a:t>
            </a:r>
          </a:p>
          <a:p>
            <a:pPr marL="447466" lvl="0" indent="-447466" algn="just">
              <a:spcBef>
                <a:spcPts val="0"/>
              </a:spcBef>
              <a:spcAft>
                <a:spcPts val="0"/>
              </a:spcAft>
              <a:buClr>
                <a:srgbClr val="C00000"/>
              </a:buClr>
              <a:buSzPts val="2789"/>
              <a:buFont typeface="Noto Sans Symbols"/>
              <a:buChar char="❖"/>
            </a:pPr>
            <a:endParaRPr lang="es-ES" sz="2800" dirty="0">
              <a:solidFill>
                <a:schemeClr val="dk1"/>
              </a:solidFill>
              <a:latin typeface="Calibri"/>
              <a:ea typeface="Calibri"/>
              <a:cs typeface="Calibri"/>
              <a:sym typeface="Calibri"/>
            </a:endParaRPr>
          </a:p>
          <a:p>
            <a:pPr marL="447466" lvl="0" indent="-447466" algn="just">
              <a:spcBef>
                <a:spcPts val="0"/>
              </a:spcBef>
              <a:spcAft>
                <a:spcPts val="0"/>
              </a:spcAft>
              <a:buClr>
                <a:srgbClr val="C00000"/>
              </a:buClr>
              <a:buSzPts val="2789"/>
              <a:buFont typeface="Noto Sans Symbols"/>
              <a:buChar char="❖"/>
            </a:pPr>
            <a:endParaRPr lang="es-ES" sz="2800" dirty="0">
              <a:solidFill>
                <a:schemeClr val="dk1"/>
              </a:solidFill>
              <a:latin typeface="Calibri"/>
              <a:ea typeface="Calibri"/>
              <a:cs typeface="Calibri"/>
              <a:sym typeface="Calibri"/>
            </a:endParaRPr>
          </a:p>
          <a:p>
            <a:pPr marL="447466" indent="-447466" algn="just">
              <a:spcBef>
                <a:spcPts val="0"/>
              </a:spcBef>
              <a:spcAft>
                <a:spcPts val="0"/>
              </a:spcAft>
              <a:buClr>
                <a:srgbClr val="C00000"/>
              </a:buClr>
              <a:buSzPts val="2789"/>
              <a:buFont typeface="Noto Sans Symbols"/>
              <a:buChar char="❖"/>
            </a:pPr>
            <a:r>
              <a:rPr lang="es-ES" sz="2800" dirty="0"/>
              <a:t>Tareas que ocurren en paralelo y se necesita alguna forma de controlar los eventos para cambiar de estado.</a:t>
            </a:r>
          </a:p>
          <a:p>
            <a:pPr marL="712788" indent="-263525" algn="just">
              <a:spcBef>
                <a:spcPts val="0"/>
              </a:spcBef>
              <a:spcAft>
                <a:spcPts val="0"/>
              </a:spcAft>
              <a:buClr>
                <a:srgbClr val="C00000"/>
              </a:buClr>
              <a:buSzPct val="100000"/>
              <a:buFont typeface="Noto Sans Symbols2" panose="020B0502040504020204" pitchFamily="34" charset="0"/>
              <a:buChar char="»"/>
            </a:pPr>
            <a:r>
              <a:rPr lang="es-ES" sz="2400" dirty="0">
                <a:solidFill>
                  <a:schemeClr val="dk1"/>
                </a:solidFill>
                <a:latin typeface="Calibri"/>
                <a:cs typeface="Calibri"/>
              </a:rPr>
              <a:t>Estación de servicio</a:t>
            </a:r>
          </a:p>
          <a:p>
            <a:pPr marL="447466" lvl="0" indent="-447466" algn="just">
              <a:spcBef>
                <a:spcPts val="0"/>
              </a:spcBef>
              <a:spcAft>
                <a:spcPts val="0"/>
              </a:spcAft>
              <a:buClr>
                <a:srgbClr val="C00000"/>
              </a:buClr>
              <a:buSzPts val="2789"/>
              <a:buFont typeface="Noto Sans Symbols"/>
              <a:buChar char="❖"/>
            </a:pPr>
            <a:endParaRPr lang="es-ES" sz="2800" dirty="0">
              <a:solidFill>
                <a:schemeClr val="dk1"/>
              </a:solidFill>
              <a:latin typeface="Calibri"/>
              <a:ea typeface="Calibri"/>
              <a:cs typeface="Calibri"/>
              <a:sym typeface="Calibri"/>
            </a:endParaRPr>
          </a:p>
          <a:p>
            <a:pPr marL="447466" lvl="0" indent="-447466" algn="just">
              <a:spcBef>
                <a:spcPts val="0"/>
              </a:spcBef>
              <a:spcAft>
                <a:spcPts val="0"/>
              </a:spcAft>
              <a:buClr>
                <a:srgbClr val="C00000"/>
              </a:buClr>
              <a:buSzPts val="2789"/>
              <a:buFont typeface="Noto Sans Symbols"/>
              <a:buChar char="❖"/>
            </a:pPr>
            <a:endParaRPr lang="es-ES" sz="2800" dirty="0">
              <a:solidFill>
                <a:schemeClr val="dk1"/>
              </a:solidFill>
              <a:latin typeface="Calibri"/>
              <a:ea typeface="Calibri"/>
              <a:cs typeface="Calibri"/>
              <a:sym typeface="Calibri"/>
            </a:endParaRPr>
          </a:p>
        </p:txBody>
      </p:sp>
      <p:pic>
        <p:nvPicPr>
          <p:cNvPr id="3" name="Google Shape;593;p8" descr="http://revel.cl/wp-content/uploads/2010/07/orquesta.jpg">
            <a:extLst>
              <a:ext uri="{FF2B5EF4-FFF2-40B4-BE49-F238E27FC236}">
                <a16:creationId xmlns:a16="http://schemas.microsoft.com/office/drawing/2014/main" id="{228EFB20-495D-27E4-DE01-66EF525678D7}"/>
              </a:ext>
            </a:extLst>
          </p:cNvPr>
          <p:cNvPicPr preferRelativeResize="0"/>
          <p:nvPr/>
        </p:nvPicPr>
        <p:blipFill rotWithShape="1">
          <a:blip r:embed="rId3">
            <a:alphaModFix/>
          </a:blip>
          <a:srcRect/>
          <a:stretch/>
        </p:blipFill>
        <p:spPr>
          <a:xfrm>
            <a:off x="5340730" y="1886309"/>
            <a:ext cx="2578627" cy="1632366"/>
          </a:xfrm>
          <a:prstGeom prst="rect">
            <a:avLst/>
          </a:prstGeom>
          <a:noFill/>
          <a:ln>
            <a:noFill/>
          </a:ln>
        </p:spPr>
      </p:pic>
      <p:pic>
        <p:nvPicPr>
          <p:cNvPr id="5" name="Google Shape;592;p8" descr="http://upload.wikimedia.org/wikipedia/commons/thumb/7/79/GasStationHiroshima.jpg/300px-GasStationHiroshima.jpg">
            <a:extLst>
              <a:ext uri="{FF2B5EF4-FFF2-40B4-BE49-F238E27FC236}">
                <a16:creationId xmlns:a16="http://schemas.microsoft.com/office/drawing/2014/main" id="{DACFFEAB-73A3-8C0E-5F69-8F118C1CDAC8}"/>
              </a:ext>
            </a:extLst>
          </p:cNvPr>
          <p:cNvPicPr preferRelativeResize="0"/>
          <p:nvPr/>
        </p:nvPicPr>
        <p:blipFill rotWithShape="1">
          <a:blip r:embed="rId4">
            <a:alphaModFix/>
          </a:blip>
          <a:srcRect/>
          <a:stretch/>
        </p:blipFill>
        <p:spPr>
          <a:xfrm>
            <a:off x="8480313" y="4457701"/>
            <a:ext cx="2841850" cy="1761670"/>
          </a:xfrm>
          <a:prstGeom prst="rect">
            <a:avLst/>
          </a:prstGeom>
          <a:noFill/>
          <a:ln>
            <a:noFill/>
          </a:ln>
        </p:spPr>
      </p:pic>
    </p:spTree>
    <p:extLst>
      <p:ext uri="{BB962C8B-B14F-4D97-AF65-F5344CB8AC3E}">
        <p14:creationId xmlns:p14="http://schemas.microsoft.com/office/powerpoint/2010/main" val="531759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65">
          <a:extLst>
            <a:ext uri="{FF2B5EF4-FFF2-40B4-BE49-F238E27FC236}">
              <a16:creationId xmlns:a16="http://schemas.microsoft.com/office/drawing/2014/main" id="{A002B85B-2E53-C635-99C1-5553860D9D0F}"/>
            </a:ext>
          </a:extLst>
        </p:cNvPr>
        <p:cNvGrpSpPr/>
        <p:nvPr/>
      </p:nvGrpSpPr>
      <p:grpSpPr>
        <a:xfrm>
          <a:off x="0" y="0"/>
          <a:ext cx="0" cy="0"/>
          <a:chOff x="0" y="0"/>
          <a:chExt cx="0" cy="0"/>
        </a:xfrm>
      </p:grpSpPr>
      <p:sp>
        <p:nvSpPr>
          <p:cNvPr id="166" name="Google Shape;166;p8">
            <a:extLst>
              <a:ext uri="{FF2B5EF4-FFF2-40B4-BE49-F238E27FC236}">
                <a16:creationId xmlns:a16="http://schemas.microsoft.com/office/drawing/2014/main" id="{1D1EA5C5-81AE-BB64-9267-00AFA9AAD717}"/>
              </a:ext>
            </a:extLst>
          </p:cNvPr>
          <p:cNvSpPr txBox="1">
            <a:spLocks noGrp="1"/>
          </p:cNvSpPr>
          <p:nvPr>
            <p:ph type="title"/>
          </p:nvPr>
        </p:nvSpPr>
        <p:spPr>
          <a:xfrm>
            <a:off x="1086866" y="1140614"/>
            <a:ext cx="10258593" cy="632876"/>
          </a:xfrm>
          <a:prstGeom prst="rect">
            <a:avLst/>
          </a:prstGeom>
          <a:noFill/>
          <a:ln>
            <a:noFill/>
          </a:ln>
        </p:spPr>
        <p:txBody>
          <a:bodyPr spcFirstLastPara="1" wrap="square" lIns="71675" tIns="35825" rIns="71675" bIns="35825" anchor="t" anchorCtr="0">
            <a:normAutofit/>
          </a:bodyPr>
          <a:lstStyle/>
          <a:p>
            <a:pPr marL="0" lvl="0" indent="0" algn="l" rtl="0">
              <a:lnSpc>
                <a:spcPct val="84000"/>
              </a:lnSpc>
              <a:spcBef>
                <a:spcPts val="0"/>
              </a:spcBef>
              <a:spcAft>
                <a:spcPts val="0"/>
              </a:spcAft>
              <a:buNone/>
            </a:pPr>
            <a:r>
              <a:rPr lang="es-ES" sz="4382" dirty="0">
                <a:solidFill>
                  <a:schemeClr val="dk1"/>
                </a:solidFill>
                <a:latin typeface="Calibri"/>
                <a:ea typeface="Calibri"/>
                <a:cs typeface="Calibri"/>
                <a:sym typeface="Calibri"/>
              </a:rPr>
              <a:t>Redes de Petri - Componentes</a:t>
            </a:r>
            <a:endParaRPr sz="4382" dirty="0">
              <a:solidFill>
                <a:schemeClr val="dk1"/>
              </a:solidFill>
              <a:latin typeface="Calibri"/>
              <a:ea typeface="Calibri"/>
              <a:cs typeface="Calibri"/>
              <a:sym typeface="Calibri"/>
            </a:endParaRPr>
          </a:p>
        </p:txBody>
      </p:sp>
      <p:sp>
        <p:nvSpPr>
          <p:cNvPr id="167" name="Google Shape;167;p8">
            <a:extLst>
              <a:ext uri="{FF2B5EF4-FFF2-40B4-BE49-F238E27FC236}">
                <a16:creationId xmlns:a16="http://schemas.microsoft.com/office/drawing/2014/main" id="{CDC916C9-2CC2-4071-05DB-32B4D7F1D6C0}"/>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s-ES"/>
              <a:t>2026</a:t>
            </a:r>
            <a:endParaRPr/>
          </a:p>
        </p:txBody>
      </p:sp>
      <p:sp>
        <p:nvSpPr>
          <p:cNvPr id="168" name="Google Shape;168;p8">
            <a:extLst>
              <a:ext uri="{FF2B5EF4-FFF2-40B4-BE49-F238E27FC236}">
                <a16:creationId xmlns:a16="http://schemas.microsoft.com/office/drawing/2014/main" id="{A87D994C-1B65-50E2-F50D-2023E1649460}"/>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s-ES"/>
              <a:t>INGENIERÍA DE SOFTWARE I</a:t>
            </a:r>
            <a:endParaRPr/>
          </a:p>
        </p:txBody>
      </p:sp>
      <p:sp>
        <p:nvSpPr>
          <p:cNvPr id="169" name="Google Shape;169;p8">
            <a:extLst>
              <a:ext uri="{FF2B5EF4-FFF2-40B4-BE49-F238E27FC236}">
                <a16:creationId xmlns:a16="http://schemas.microsoft.com/office/drawing/2014/main" id="{E3AC5790-A421-4D66-BC5B-D6E8635EC1D0}"/>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26</a:t>
            </a:fld>
            <a:endParaRPr/>
          </a:p>
        </p:txBody>
      </p:sp>
      <p:sp>
        <p:nvSpPr>
          <p:cNvPr id="170" name="Google Shape;170;p8">
            <a:extLst>
              <a:ext uri="{FF2B5EF4-FFF2-40B4-BE49-F238E27FC236}">
                <a16:creationId xmlns:a16="http://schemas.microsoft.com/office/drawing/2014/main" id="{EDBB7906-42E1-A4E7-7B43-54D864B7601C}"/>
              </a:ext>
            </a:extLst>
          </p:cNvPr>
          <p:cNvSpPr/>
          <p:nvPr/>
        </p:nvSpPr>
        <p:spPr>
          <a:xfrm>
            <a:off x="1151584" y="1886309"/>
            <a:ext cx="10129156" cy="4460410"/>
          </a:xfrm>
          <a:prstGeom prst="rect">
            <a:avLst/>
          </a:prstGeom>
          <a:noFill/>
          <a:ln>
            <a:noFill/>
          </a:ln>
        </p:spPr>
        <p:txBody>
          <a:bodyPr spcFirstLastPara="1" wrap="square" lIns="89625" tIns="44800" rIns="89625" bIns="44800" anchor="t" anchorCtr="0">
            <a:noAutofit/>
          </a:bodyPr>
          <a:lstStyle/>
          <a:p>
            <a:pPr marL="447466" lvl="0" indent="-447466" algn="just">
              <a:spcBef>
                <a:spcPts val="0"/>
              </a:spcBef>
              <a:spcAft>
                <a:spcPts val="1200"/>
              </a:spcAft>
              <a:buClr>
                <a:srgbClr val="C00000"/>
              </a:buClr>
              <a:buSzPts val="2789"/>
              <a:buFont typeface="Noto Sans Symbols"/>
              <a:buChar char="❖"/>
            </a:pPr>
            <a:endParaRPr lang="es-ES" sz="2800" dirty="0">
              <a:solidFill>
                <a:schemeClr val="dk1"/>
              </a:solidFill>
              <a:latin typeface="Calibri"/>
              <a:ea typeface="Calibri"/>
              <a:cs typeface="Calibri"/>
              <a:sym typeface="Calibri"/>
            </a:endParaRPr>
          </a:p>
          <a:p>
            <a:pPr marL="447466" lvl="0" indent="-447466" algn="just">
              <a:spcBef>
                <a:spcPts val="0"/>
              </a:spcBef>
              <a:spcAft>
                <a:spcPts val="0"/>
              </a:spcAft>
              <a:buClr>
                <a:srgbClr val="C00000"/>
              </a:buClr>
              <a:buSzPts val="2789"/>
              <a:buFont typeface="Noto Sans Symbols"/>
              <a:buChar char="❖"/>
            </a:pPr>
            <a:r>
              <a:rPr lang="es-ES" sz="2800" dirty="0">
                <a:solidFill>
                  <a:schemeClr val="dk1"/>
                </a:solidFill>
                <a:latin typeface="Calibri"/>
                <a:ea typeface="Calibri"/>
                <a:cs typeface="Calibri"/>
                <a:sym typeface="Calibri"/>
              </a:rPr>
              <a:t>EVENTOS o ACCIONES </a:t>
            </a:r>
          </a:p>
          <a:p>
            <a:pPr lvl="0" algn="just">
              <a:spcBef>
                <a:spcPts val="0"/>
              </a:spcBef>
              <a:spcAft>
                <a:spcPts val="0"/>
              </a:spcAft>
              <a:buClr>
                <a:srgbClr val="C00000"/>
              </a:buClr>
              <a:buSzPts val="2789"/>
            </a:pPr>
            <a:r>
              <a:rPr lang="es-ES" sz="1000" dirty="0">
                <a:solidFill>
                  <a:schemeClr val="dk1"/>
                </a:solidFill>
                <a:latin typeface="Calibri"/>
                <a:ea typeface="Calibri"/>
                <a:cs typeface="Calibri"/>
                <a:sym typeface="Calibri"/>
              </a:rPr>
              <a:t> </a:t>
            </a:r>
          </a:p>
          <a:p>
            <a:pPr marL="447466" lvl="0" indent="-447466" algn="just">
              <a:spcBef>
                <a:spcPts val="0"/>
              </a:spcBef>
              <a:spcAft>
                <a:spcPts val="0"/>
              </a:spcAft>
              <a:buClr>
                <a:srgbClr val="C00000"/>
              </a:buClr>
              <a:buSzPts val="2789"/>
              <a:buFont typeface="Noto Sans Symbols"/>
              <a:buChar char="❖"/>
            </a:pPr>
            <a:r>
              <a:rPr lang="es-ES" sz="2800" dirty="0">
                <a:solidFill>
                  <a:schemeClr val="dk1"/>
                </a:solidFill>
                <a:latin typeface="Calibri"/>
                <a:ea typeface="Calibri"/>
                <a:cs typeface="Calibri"/>
                <a:sym typeface="Calibri"/>
              </a:rPr>
              <a:t>ESTADOS o CONDICIONES</a:t>
            </a:r>
          </a:p>
          <a:p>
            <a:pPr marL="447466" lvl="0" indent="-447466" algn="just">
              <a:spcBef>
                <a:spcPts val="0"/>
              </a:spcBef>
              <a:spcAft>
                <a:spcPts val="1200"/>
              </a:spcAft>
              <a:buClr>
                <a:srgbClr val="C00000"/>
              </a:buClr>
              <a:buSzPts val="2789"/>
              <a:buFont typeface="Noto Sans Symbols"/>
              <a:buChar char="❖"/>
            </a:pPr>
            <a:endParaRPr lang="es-ES" sz="2800" dirty="0">
              <a:solidFill>
                <a:schemeClr val="dk1"/>
              </a:solidFill>
              <a:latin typeface="Calibri"/>
              <a:ea typeface="Calibri"/>
              <a:cs typeface="Calibri"/>
              <a:sym typeface="Calibri"/>
            </a:endParaRPr>
          </a:p>
          <a:p>
            <a:pPr marL="447466" lvl="0" indent="-447466" algn="just">
              <a:spcBef>
                <a:spcPts val="0"/>
              </a:spcBef>
              <a:spcAft>
                <a:spcPts val="1200"/>
              </a:spcAft>
              <a:buClr>
                <a:srgbClr val="C00000"/>
              </a:buClr>
              <a:buSzPts val="2789"/>
              <a:buFont typeface="Noto Sans Symbols"/>
              <a:buChar char="❖"/>
            </a:pPr>
            <a:endParaRPr lang="es-ES" sz="2800" dirty="0">
              <a:solidFill>
                <a:schemeClr val="dk1"/>
              </a:solidFill>
              <a:latin typeface="Calibri"/>
              <a:ea typeface="Calibri"/>
              <a:cs typeface="Calibri"/>
              <a:sym typeface="Calibri"/>
            </a:endParaRPr>
          </a:p>
          <a:p>
            <a:pPr marL="712788" lvl="0" indent="-263525" algn="just">
              <a:spcBef>
                <a:spcPts val="0"/>
              </a:spcBef>
              <a:spcAft>
                <a:spcPts val="1200"/>
              </a:spcAft>
              <a:buClr>
                <a:srgbClr val="C00000"/>
              </a:buClr>
              <a:buSzPct val="100000"/>
              <a:buFont typeface="Noto Sans Symbols2" panose="020B0502040504020204" pitchFamily="34" charset="0"/>
              <a:buChar char="»"/>
            </a:pPr>
            <a:r>
              <a:rPr lang="es-ES" sz="2400" i="1" dirty="0">
                <a:solidFill>
                  <a:schemeClr val="dk1"/>
                </a:solidFill>
                <a:latin typeface="Calibri"/>
                <a:ea typeface="Calibri"/>
                <a:cs typeface="Calibri"/>
                <a:sym typeface="Calibri"/>
              </a:rPr>
              <a:t>Los eventos se representan como transiciones (T).  </a:t>
            </a:r>
          </a:p>
          <a:p>
            <a:pPr marL="712788" lvl="0" indent="-263525" algn="just">
              <a:spcBef>
                <a:spcPts val="0"/>
              </a:spcBef>
              <a:spcAft>
                <a:spcPts val="1200"/>
              </a:spcAft>
              <a:buClr>
                <a:srgbClr val="C00000"/>
              </a:buClr>
              <a:buSzPct val="100000"/>
              <a:buFont typeface="Noto Sans Symbols2" panose="020B0502040504020204" pitchFamily="34" charset="0"/>
              <a:buChar char="»"/>
            </a:pPr>
            <a:r>
              <a:rPr lang="es-ES" sz="2400" i="1" dirty="0">
                <a:solidFill>
                  <a:schemeClr val="dk1"/>
                </a:solidFill>
                <a:latin typeface="Calibri"/>
                <a:ea typeface="Calibri"/>
                <a:cs typeface="Calibri"/>
                <a:sym typeface="Calibri"/>
              </a:rPr>
              <a:t>Los estados se representan como lugares o sitios (P).</a:t>
            </a:r>
          </a:p>
          <a:p>
            <a:pPr marL="447466" lvl="0" indent="-447466" algn="just">
              <a:spcBef>
                <a:spcPts val="0"/>
              </a:spcBef>
              <a:spcAft>
                <a:spcPts val="1200"/>
              </a:spcAft>
              <a:buClr>
                <a:srgbClr val="C00000"/>
              </a:buClr>
              <a:buSzPts val="2789"/>
              <a:buFont typeface="Noto Sans Symbols"/>
              <a:buChar char="❖"/>
            </a:pPr>
            <a:endParaRPr lang="es-ES" sz="28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95786098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65">
          <a:extLst>
            <a:ext uri="{FF2B5EF4-FFF2-40B4-BE49-F238E27FC236}">
              <a16:creationId xmlns:a16="http://schemas.microsoft.com/office/drawing/2014/main" id="{98A38C49-2D12-913F-5E6B-071E584E0EC2}"/>
            </a:ext>
          </a:extLst>
        </p:cNvPr>
        <p:cNvGrpSpPr/>
        <p:nvPr/>
      </p:nvGrpSpPr>
      <p:grpSpPr>
        <a:xfrm>
          <a:off x="0" y="0"/>
          <a:ext cx="0" cy="0"/>
          <a:chOff x="0" y="0"/>
          <a:chExt cx="0" cy="0"/>
        </a:xfrm>
      </p:grpSpPr>
      <p:sp>
        <p:nvSpPr>
          <p:cNvPr id="166" name="Google Shape;166;p8">
            <a:extLst>
              <a:ext uri="{FF2B5EF4-FFF2-40B4-BE49-F238E27FC236}">
                <a16:creationId xmlns:a16="http://schemas.microsoft.com/office/drawing/2014/main" id="{9730F9D7-6F8F-02CD-33F0-E2386755153B}"/>
              </a:ext>
            </a:extLst>
          </p:cNvPr>
          <p:cNvSpPr txBox="1">
            <a:spLocks noGrp="1"/>
          </p:cNvSpPr>
          <p:nvPr>
            <p:ph type="title"/>
          </p:nvPr>
        </p:nvSpPr>
        <p:spPr>
          <a:xfrm>
            <a:off x="1086866" y="1140614"/>
            <a:ext cx="10258593" cy="632876"/>
          </a:xfrm>
          <a:prstGeom prst="rect">
            <a:avLst/>
          </a:prstGeom>
          <a:noFill/>
          <a:ln>
            <a:noFill/>
          </a:ln>
        </p:spPr>
        <p:txBody>
          <a:bodyPr spcFirstLastPara="1" wrap="square" lIns="71675" tIns="35825" rIns="71675" bIns="35825" anchor="t" anchorCtr="0">
            <a:normAutofit/>
          </a:bodyPr>
          <a:lstStyle/>
          <a:p>
            <a:pPr marL="0" lvl="0" indent="0" algn="l" rtl="0">
              <a:lnSpc>
                <a:spcPct val="84000"/>
              </a:lnSpc>
              <a:spcBef>
                <a:spcPts val="0"/>
              </a:spcBef>
              <a:spcAft>
                <a:spcPts val="0"/>
              </a:spcAft>
              <a:buNone/>
            </a:pPr>
            <a:r>
              <a:rPr lang="es-ES" sz="4382" dirty="0">
                <a:solidFill>
                  <a:schemeClr val="dk1"/>
                </a:solidFill>
                <a:latin typeface="Calibri"/>
                <a:ea typeface="Calibri"/>
                <a:cs typeface="Calibri"/>
                <a:sym typeface="Calibri"/>
              </a:rPr>
              <a:t>Redes de Petri</a:t>
            </a:r>
            <a:endParaRPr sz="4382" dirty="0">
              <a:solidFill>
                <a:schemeClr val="dk1"/>
              </a:solidFill>
              <a:latin typeface="Calibri"/>
              <a:ea typeface="Calibri"/>
              <a:cs typeface="Calibri"/>
              <a:sym typeface="Calibri"/>
            </a:endParaRPr>
          </a:p>
        </p:txBody>
      </p:sp>
      <p:sp>
        <p:nvSpPr>
          <p:cNvPr id="167" name="Google Shape;167;p8">
            <a:extLst>
              <a:ext uri="{FF2B5EF4-FFF2-40B4-BE49-F238E27FC236}">
                <a16:creationId xmlns:a16="http://schemas.microsoft.com/office/drawing/2014/main" id="{4FFB4A9D-15E2-9E1F-F3D1-5EA4BEDF9E5C}"/>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s-ES"/>
              <a:t>2026</a:t>
            </a:r>
            <a:endParaRPr/>
          </a:p>
        </p:txBody>
      </p:sp>
      <p:sp>
        <p:nvSpPr>
          <p:cNvPr id="168" name="Google Shape;168;p8">
            <a:extLst>
              <a:ext uri="{FF2B5EF4-FFF2-40B4-BE49-F238E27FC236}">
                <a16:creationId xmlns:a16="http://schemas.microsoft.com/office/drawing/2014/main" id="{3B7420D0-C63F-E403-EBBA-89291C98AD3C}"/>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s-ES"/>
              <a:t>INGENIERÍA DE SOFTWARE I</a:t>
            </a:r>
            <a:endParaRPr/>
          </a:p>
        </p:txBody>
      </p:sp>
      <p:sp>
        <p:nvSpPr>
          <p:cNvPr id="169" name="Google Shape;169;p8">
            <a:extLst>
              <a:ext uri="{FF2B5EF4-FFF2-40B4-BE49-F238E27FC236}">
                <a16:creationId xmlns:a16="http://schemas.microsoft.com/office/drawing/2014/main" id="{87D081F6-B086-1380-D1E3-7413E208AC91}"/>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27</a:t>
            </a:fld>
            <a:endParaRPr/>
          </a:p>
        </p:txBody>
      </p:sp>
      <p:sp>
        <p:nvSpPr>
          <p:cNvPr id="170" name="Google Shape;170;p8">
            <a:extLst>
              <a:ext uri="{FF2B5EF4-FFF2-40B4-BE49-F238E27FC236}">
                <a16:creationId xmlns:a16="http://schemas.microsoft.com/office/drawing/2014/main" id="{6AD588AE-6746-F7DF-1A72-B757C4F384F5}"/>
              </a:ext>
            </a:extLst>
          </p:cNvPr>
          <p:cNvSpPr/>
          <p:nvPr/>
        </p:nvSpPr>
        <p:spPr>
          <a:xfrm>
            <a:off x="1151584" y="1886309"/>
            <a:ext cx="10129156" cy="4460410"/>
          </a:xfrm>
          <a:prstGeom prst="rect">
            <a:avLst/>
          </a:prstGeom>
          <a:noFill/>
          <a:ln>
            <a:noFill/>
          </a:ln>
        </p:spPr>
        <p:txBody>
          <a:bodyPr spcFirstLastPara="1" wrap="square" lIns="89625" tIns="44800" rIns="89625" bIns="44800" anchor="t" anchorCtr="0">
            <a:noAutofit/>
          </a:bodyPr>
          <a:lstStyle/>
          <a:p>
            <a:pPr marL="447466" lvl="0" indent="-447466" algn="just">
              <a:spcBef>
                <a:spcPts val="0"/>
              </a:spcBef>
              <a:spcAft>
                <a:spcPts val="0"/>
              </a:spcAft>
              <a:buClr>
                <a:srgbClr val="C00000"/>
              </a:buClr>
              <a:buSzPts val="2789"/>
              <a:buFont typeface="Noto Sans Symbols"/>
              <a:buChar char="❖"/>
            </a:pPr>
            <a:r>
              <a:rPr lang="es-ES" sz="2800" dirty="0">
                <a:solidFill>
                  <a:schemeClr val="dk1"/>
                </a:solidFill>
                <a:latin typeface="Calibri"/>
                <a:ea typeface="Calibri"/>
                <a:cs typeface="Calibri"/>
                <a:sym typeface="Calibri"/>
              </a:rPr>
              <a:t>Caso más simple:</a:t>
            </a:r>
          </a:p>
          <a:p>
            <a:pPr marL="449263" lvl="0" algn="just">
              <a:spcBef>
                <a:spcPts val="0"/>
              </a:spcBef>
              <a:spcAft>
                <a:spcPts val="0"/>
              </a:spcAft>
              <a:buClr>
                <a:srgbClr val="C00000"/>
              </a:buClr>
              <a:buSzPts val="2789"/>
            </a:pPr>
            <a:r>
              <a:rPr lang="es-ES" sz="2400" dirty="0">
                <a:solidFill>
                  <a:schemeClr val="dk1"/>
                </a:solidFill>
                <a:latin typeface="Calibri"/>
                <a:ea typeface="Calibri"/>
                <a:cs typeface="Calibri"/>
                <a:sym typeface="Calibri"/>
              </a:rPr>
              <a:t> f(</a:t>
            </a:r>
            <a:r>
              <a:rPr lang="es-ES" sz="2400" dirty="0" err="1">
                <a:solidFill>
                  <a:schemeClr val="dk1"/>
                </a:solidFill>
                <a:latin typeface="Calibri"/>
                <a:ea typeface="Calibri"/>
                <a:cs typeface="Calibri"/>
                <a:sym typeface="Calibri"/>
              </a:rPr>
              <a:t>EstadoA</a:t>
            </a:r>
            <a:r>
              <a:rPr lang="es-ES" sz="2400" dirty="0">
                <a:solidFill>
                  <a:schemeClr val="dk1"/>
                </a:solidFill>
                <a:latin typeface="Calibri"/>
                <a:ea typeface="Calibri"/>
                <a:cs typeface="Calibri"/>
                <a:sym typeface="Calibri"/>
              </a:rPr>
              <a:t>, Evento) -&gt; </a:t>
            </a:r>
            <a:r>
              <a:rPr lang="es-ES" sz="2400" dirty="0" err="1">
                <a:solidFill>
                  <a:schemeClr val="dk1"/>
                </a:solidFill>
                <a:latin typeface="Calibri"/>
                <a:ea typeface="Calibri"/>
                <a:cs typeface="Calibri"/>
                <a:sym typeface="Calibri"/>
              </a:rPr>
              <a:t>EstadoS</a:t>
            </a:r>
            <a:endParaRPr lang="es-ES" sz="2400" dirty="0">
              <a:solidFill>
                <a:schemeClr val="dk1"/>
              </a:solidFill>
              <a:latin typeface="Calibri"/>
              <a:ea typeface="Calibri"/>
              <a:cs typeface="Calibri"/>
              <a:sym typeface="Calibri"/>
            </a:endParaRPr>
          </a:p>
          <a:p>
            <a:pPr marL="449263" lvl="0" algn="just">
              <a:spcBef>
                <a:spcPts val="0"/>
              </a:spcBef>
              <a:spcAft>
                <a:spcPts val="0"/>
              </a:spcAft>
              <a:buClr>
                <a:srgbClr val="C00000"/>
              </a:buClr>
              <a:buSzPts val="2789"/>
            </a:pPr>
            <a:endParaRPr lang="es-ES" sz="2400" dirty="0">
              <a:solidFill>
                <a:schemeClr val="dk1"/>
              </a:solidFill>
              <a:latin typeface="Calibri"/>
              <a:ea typeface="Calibri"/>
              <a:cs typeface="Calibri"/>
              <a:sym typeface="Calibri"/>
            </a:endParaRPr>
          </a:p>
          <a:p>
            <a:pPr marL="447466" lvl="0" indent="-447466" algn="just">
              <a:spcBef>
                <a:spcPts val="0"/>
              </a:spcBef>
              <a:spcAft>
                <a:spcPts val="0"/>
              </a:spcAft>
              <a:buClr>
                <a:srgbClr val="C00000"/>
              </a:buClr>
              <a:buSzPts val="2789"/>
              <a:buFont typeface="Noto Sans Symbols"/>
              <a:buChar char="❖"/>
            </a:pPr>
            <a:r>
              <a:rPr lang="es-ES" sz="2800" dirty="0">
                <a:solidFill>
                  <a:schemeClr val="dk1"/>
                </a:solidFill>
                <a:latin typeface="Calibri"/>
                <a:ea typeface="Calibri"/>
                <a:cs typeface="Calibri"/>
                <a:sym typeface="Calibri"/>
              </a:rPr>
              <a:t>Se requieren varios eventos para pasar de un estado a otro. Los eventos NO ocurren en un orden determinado.</a:t>
            </a:r>
          </a:p>
          <a:p>
            <a:pPr marL="449263" lvl="0" algn="just">
              <a:spcBef>
                <a:spcPts val="0"/>
              </a:spcBef>
              <a:spcAft>
                <a:spcPts val="0"/>
              </a:spcAft>
              <a:buClr>
                <a:srgbClr val="C00000"/>
              </a:buClr>
              <a:buSzPts val="2789"/>
            </a:pPr>
            <a:r>
              <a:rPr lang="es-ES" sz="2400" dirty="0">
                <a:solidFill>
                  <a:schemeClr val="dk1"/>
                </a:solidFill>
                <a:latin typeface="Calibri"/>
                <a:ea typeface="Calibri"/>
                <a:cs typeface="Calibri"/>
                <a:sym typeface="Calibri"/>
              </a:rPr>
              <a:t> f(</a:t>
            </a:r>
            <a:r>
              <a:rPr lang="es-ES" sz="2400" dirty="0" err="1">
                <a:solidFill>
                  <a:schemeClr val="dk1"/>
                </a:solidFill>
                <a:latin typeface="Calibri"/>
                <a:ea typeface="Calibri"/>
                <a:cs typeface="Calibri"/>
                <a:sym typeface="Calibri"/>
              </a:rPr>
              <a:t>EstadoA</a:t>
            </a:r>
            <a:r>
              <a:rPr lang="es-ES" sz="2400" dirty="0">
                <a:solidFill>
                  <a:schemeClr val="dk1"/>
                </a:solidFill>
                <a:latin typeface="Calibri"/>
                <a:ea typeface="Calibri"/>
                <a:cs typeface="Calibri"/>
                <a:sym typeface="Calibri"/>
              </a:rPr>
              <a:t>, Even1,Even2...</a:t>
            </a:r>
            <a:r>
              <a:rPr lang="es-ES" sz="2400" dirty="0" err="1">
                <a:solidFill>
                  <a:schemeClr val="dk1"/>
                </a:solidFill>
                <a:latin typeface="Calibri"/>
                <a:ea typeface="Calibri"/>
                <a:cs typeface="Calibri"/>
                <a:sym typeface="Calibri"/>
              </a:rPr>
              <a:t>EvenN</a:t>
            </a:r>
            <a:r>
              <a:rPr lang="es-ES" sz="2400" dirty="0">
                <a:solidFill>
                  <a:schemeClr val="dk1"/>
                </a:solidFill>
                <a:latin typeface="Calibri"/>
                <a:ea typeface="Calibri"/>
                <a:cs typeface="Calibri"/>
                <a:sym typeface="Calibri"/>
              </a:rPr>
              <a:t>)-&gt;</a:t>
            </a:r>
            <a:r>
              <a:rPr lang="es-ES" sz="2400" dirty="0" err="1">
                <a:solidFill>
                  <a:schemeClr val="dk1"/>
                </a:solidFill>
                <a:latin typeface="Calibri"/>
                <a:ea typeface="Calibri"/>
                <a:cs typeface="Calibri"/>
                <a:sym typeface="Calibri"/>
              </a:rPr>
              <a:t>EstadoS</a:t>
            </a:r>
            <a:endParaRPr lang="es-ES" sz="2400" dirty="0">
              <a:solidFill>
                <a:schemeClr val="dk1"/>
              </a:solidFill>
              <a:latin typeface="Calibri"/>
              <a:ea typeface="Calibri"/>
              <a:cs typeface="Calibri"/>
              <a:sym typeface="Calibri"/>
            </a:endParaRPr>
          </a:p>
          <a:p>
            <a:pPr marL="449263" lvl="0" algn="just">
              <a:spcBef>
                <a:spcPts val="0"/>
              </a:spcBef>
              <a:spcAft>
                <a:spcPts val="0"/>
              </a:spcAft>
              <a:buClr>
                <a:srgbClr val="C00000"/>
              </a:buClr>
              <a:buSzPts val="2789"/>
            </a:pPr>
            <a:endParaRPr lang="es-ES" sz="2400" dirty="0">
              <a:solidFill>
                <a:schemeClr val="dk1"/>
              </a:solidFill>
              <a:latin typeface="Calibri"/>
              <a:ea typeface="Calibri"/>
              <a:cs typeface="Calibri"/>
              <a:sym typeface="Calibri"/>
            </a:endParaRPr>
          </a:p>
          <a:p>
            <a:pPr marL="447466" lvl="0" indent="-447466" algn="just">
              <a:spcBef>
                <a:spcPts val="0"/>
              </a:spcBef>
              <a:spcAft>
                <a:spcPts val="0"/>
              </a:spcAft>
              <a:buClr>
                <a:srgbClr val="C00000"/>
              </a:buClr>
              <a:buSzPts val="2789"/>
              <a:buFont typeface="Noto Sans Symbols"/>
              <a:buChar char="❖"/>
            </a:pPr>
            <a:r>
              <a:rPr lang="es-ES" sz="2800" dirty="0">
                <a:solidFill>
                  <a:schemeClr val="dk1"/>
                </a:solidFill>
                <a:latin typeface="Calibri"/>
                <a:ea typeface="Calibri"/>
                <a:cs typeface="Calibri"/>
                <a:sym typeface="Calibri"/>
              </a:rPr>
              <a:t>Se requieren varios eventos para habilitar el paso del estado a otros varios estados que se ejecutan en paralelo. </a:t>
            </a:r>
          </a:p>
          <a:p>
            <a:pPr marL="449263" lvl="0" algn="just">
              <a:spcBef>
                <a:spcPts val="0"/>
              </a:spcBef>
              <a:spcAft>
                <a:spcPts val="0"/>
              </a:spcAft>
              <a:buClr>
                <a:srgbClr val="C00000"/>
              </a:buClr>
              <a:buSzPts val="2789"/>
            </a:pPr>
            <a:r>
              <a:rPr lang="es-ES" sz="2400" dirty="0">
                <a:solidFill>
                  <a:schemeClr val="dk1"/>
                </a:solidFill>
                <a:latin typeface="Calibri"/>
                <a:ea typeface="Calibri"/>
                <a:cs typeface="Calibri"/>
                <a:sym typeface="Calibri"/>
              </a:rPr>
              <a:t> f(</a:t>
            </a:r>
            <a:r>
              <a:rPr lang="es-ES" sz="2400" dirty="0" err="1">
                <a:solidFill>
                  <a:schemeClr val="dk1"/>
                </a:solidFill>
                <a:latin typeface="Calibri"/>
                <a:ea typeface="Calibri"/>
                <a:cs typeface="Calibri"/>
                <a:sym typeface="Calibri"/>
              </a:rPr>
              <a:t>EstadoA</a:t>
            </a:r>
            <a:r>
              <a:rPr lang="es-ES" sz="2400" dirty="0">
                <a:solidFill>
                  <a:schemeClr val="dk1"/>
                </a:solidFill>
                <a:latin typeface="Calibri"/>
                <a:ea typeface="Calibri"/>
                <a:cs typeface="Calibri"/>
                <a:sym typeface="Calibri"/>
              </a:rPr>
              <a:t>, Even1,Even2...</a:t>
            </a:r>
            <a:r>
              <a:rPr lang="es-ES" sz="2400" dirty="0" err="1">
                <a:solidFill>
                  <a:schemeClr val="dk1"/>
                </a:solidFill>
                <a:latin typeface="Calibri"/>
                <a:ea typeface="Calibri"/>
                <a:cs typeface="Calibri"/>
                <a:sym typeface="Calibri"/>
              </a:rPr>
              <a:t>EvenN</a:t>
            </a:r>
            <a:r>
              <a:rPr lang="es-ES" sz="2400" dirty="0">
                <a:solidFill>
                  <a:schemeClr val="dk1"/>
                </a:solidFill>
                <a:latin typeface="Calibri"/>
                <a:ea typeface="Calibri"/>
                <a:cs typeface="Calibri"/>
                <a:sym typeface="Calibri"/>
              </a:rPr>
              <a:t>)-&gt;  Estado1, Estado2…, </a:t>
            </a:r>
            <a:r>
              <a:rPr lang="es-ES" sz="2400" dirty="0" err="1">
                <a:solidFill>
                  <a:schemeClr val="dk1"/>
                </a:solidFill>
                <a:latin typeface="Calibri"/>
                <a:ea typeface="Calibri"/>
                <a:cs typeface="Calibri"/>
                <a:sym typeface="Calibri"/>
              </a:rPr>
              <a:t>EstadoN</a:t>
            </a:r>
            <a:endParaRPr lang="es-ES" sz="2400" dirty="0">
              <a:solidFill>
                <a:schemeClr val="dk1"/>
              </a:solidFill>
              <a:latin typeface="Calibri"/>
              <a:ea typeface="Calibri"/>
              <a:cs typeface="Calibri"/>
              <a:sym typeface="Calibri"/>
            </a:endParaRPr>
          </a:p>
          <a:p>
            <a:pPr marL="447466" lvl="0" indent="-447466" algn="just">
              <a:spcBef>
                <a:spcPts val="0"/>
              </a:spcBef>
              <a:spcAft>
                <a:spcPts val="0"/>
              </a:spcAft>
              <a:buClr>
                <a:srgbClr val="C00000"/>
              </a:buClr>
              <a:buSzPts val="2789"/>
              <a:buFont typeface="Noto Sans Symbols"/>
              <a:buChar char="❖"/>
            </a:pPr>
            <a:endParaRPr lang="es-ES" sz="28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818223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65">
          <a:extLst>
            <a:ext uri="{FF2B5EF4-FFF2-40B4-BE49-F238E27FC236}">
              <a16:creationId xmlns:a16="http://schemas.microsoft.com/office/drawing/2014/main" id="{099FCD98-D132-4569-6835-ADCA52812111}"/>
            </a:ext>
          </a:extLst>
        </p:cNvPr>
        <p:cNvGrpSpPr/>
        <p:nvPr/>
      </p:nvGrpSpPr>
      <p:grpSpPr>
        <a:xfrm>
          <a:off x="0" y="0"/>
          <a:ext cx="0" cy="0"/>
          <a:chOff x="0" y="0"/>
          <a:chExt cx="0" cy="0"/>
        </a:xfrm>
      </p:grpSpPr>
      <p:sp>
        <p:nvSpPr>
          <p:cNvPr id="166" name="Google Shape;166;p8">
            <a:extLst>
              <a:ext uri="{FF2B5EF4-FFF2-40B4-BE49-F238E27FC236}">
                <a16:creationId xmlns:a16="http://schemas.microsoft.com/office/drawing/2014/main" id="{6C3EDF30-2552-C98B-2A15-1F972389C7AB}"/>
              </a:ext>
            </a:extLst>
          </p:cNvPr>
          <p:cNvSpPr txBox="1">
            <a:spLocks noGrp="1"/>
          </p:cNvSpPr>
          <p:nvPr>
            <p:ph type="title"/>
          </p:nvPr>
        </p:nvSpPr>
        <p:spPr>
          <a:xfrm>
            <a:off x="1086866" y="1140614"/>
            <a:ext cx="10258593" cy="632876"/>
          </a:xfrm>
          <a:prstGeom prst="rect">
            <a:avLst/>
          </a:prstGeom>
          <a:noFill/>
          <a:ln>
            <a:noFill/>
          </a:ln>
        </p:spPr>
        <p:txBody>
          <a:bodyPr spcFirstLastPara="1" wrap="square" lIns="71675" tIns="35825" rIns="71675" bIns="35825" anchor="t" anchorCtr="0">
            <a:normAutofit/>
          </a:bodyPr>
          <a:lstStyle/>
          <a:p>
            <a:pPr marL="0" lvl="0" indent="0" algn="l" rtl="0">
              <a:lnSpc>
                <a:spcPct val="84000"/>
              </a:lnSpc>
              <a:spcBef>
                <a:spcPts val="0"/>
              </a:spcBef>
              <a:spcAft>
                <a:spcPts val="0"/>
              </a:spcAft>
              <a:buNone/>
            </a:pPr>
            <a:r>
              <a:rPr lang="es-ES" sz="4382" dirty="0">
                <a:solidFill>
                  <a:schemeClr val="dk1"/>
                </a:solidFill>
                <a:latin typeface="Calibri"/>
                <a:ea typeface="Calibri"/>
                <a:cs typeface="Calibri"/>
                <a:sym typeface="Calibri"/>
              </a:rPr>
              <a:t>Redes de Petri</a:t>
            </a:r>
            <a:endParaRPr sz="4382" dirty="0">
              <a:solidFill>
                <a:schemeClr val="dk1"/>
              </a:solidFill>
              <a:latin typeface="Calibri"/>
              <a:ea typeface="Calibri"/>
              <a:cs typeface="Calibri"/>
              <a:sym typeface="Calibri"/>
            </a:endParaRPr>
          </a:p>
        </p:txBody>
      </p:sp>
      <p:sp>
        <p:nvSpPr>
          <p:cNvPr id="167" name="Google Shape;167;p8">
            <a:extLst>
              <a:ext uri="{FF2B5EF4-FFF2-40B4-BE49-F238E27FC236}">
                <a16:creationId xmlns:a16="http://schemas.microsoft.com/office/drawing/2014/main" id="{F9D47AA1-D953-25C6-0370-3A4016754C7B}"/>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s-ES"/>
              <a:t>2026</a:t>
            </a:r>
            <a:endParaRPr/>
          </a:p>
        </p:txBody>
      </p:sp>
      <p:sp>
        <p:nvSpPr>
          <p:cNvPr id="168" name="Google Shape;168;p8">
            <a:extLst>
              <a:ext uri="{FF2B5EF4-FFF2-40B4-BE49-F238E27FC236}">
                <a16:creationId xmlns:a16="http://schemas.microsoft.com/office/drawing/2014/main" id="{4734C2E1-028A-9756-B0A1-2C6B4D282C3E}"/>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s-ES"/>
              <a:t>INGENIERÍA DE SOFTWARE I</a:t>
            </a:r>
            <a:endParaRPr/>
          </a:p>
        </p:txBody>
      </p:sp>
      <p:sp>
        <p:nvSpPr>
          <p:cNvPr id="169" name="Google Shape;169;p8">
            <a:extLst>
              <a:ext uri="{FF2B5EF4-FFF2-40B4-BE49-F238E27FC236}">
                <a16:creationId xmlns:a16="http://schemas.microsoft.com/office/drawing/2014/main" id="{0F248F46-96D7-8209-4FBC-C0167F728D49}"/>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28</a:t>
            </a:fld>
            <a:endParaRPr/>
          </a:p>
        </p:txBody>
      </p:sp>
      <p:sp>
        <p:nvSpPr>
          <p:cNvPr id="170" name="Google Shape;170;p8">
            <a:extLst>
              <a:ext uri="{FF2B5EF4-FFF2-40B4-BE49-F238E27FC236}">
                <a16:creationId xmlns:a16="http://schemas.microsoft.com/office/drawing/2014/main" id="{DF9A614F-3921-36CF-B1E3-B2DE87967221}"/>
              </a:ext>
            </a:extLst>
          </p:cNvPr>
          <p:cNvSpPr/>
          <p:nvPr/>
        </p:nvSpPr>
        <p:spPr>
          <a:xfrm>
            <a:off x="1151584" y="1886309"/>
            <a:ext cx="10129156" cy="4460410"/>
          </a:xfrm>
          <a:prstGeom prst="rect">
            <a:avLst/>
          </a:prstGeom>
          <a:noFill/>
          <a:ln>
            <a:noFill/>
          </a:ln>
        </p:spPr>
        <p:txBody>
          <a:bodyPr spcFirstLastPara="1" wrap="square" lIns="89625" tIns="44800" rIns="89625" bIns="44800" anchor="t" anchorCtr="0">
            <a:noAutofit/>
          </a:bodyPr>
          <a:lstStyle/>
          <a:p>
            <a:pPr marL="447466" lvl="0" indent="-447466" algn="just">
              <a:spcBef>
                <a:spcPts val="0"/>
              </a:spcBef>
              <a:spcAft>
                <a:spcPts val="0"/>
              </a:spcAft>
              <a:buClr>
                <a:srgbClr val="C00000"/>
              </a:buClr>
              <a:buSzPts val="2789"/>
              <a:buFont typeface="Noto Sans Symbols"/>
              <a:buChar char="❖"/>
            </a:pPr>
            <a:r>
              <a:rPr lang="es-ES" sz="2800" dirty="0">
                <a:solidFill>
                  <a:schemeClr val="dk1"/>
                </a:solidFill>
                <a:latin typeface="Calibri"/>
                <a:ea typeface="Calibri"/>
                <a:cs typeface="Calibri"/>
                <a:sym typeface="Calibri"/>
              </a:rPr>
              <a:t>Definición formal:</a:t>
            </a:r>
          </a:p>
          <a:p>
            <a:pPr marL="449263" lvl="0" algn="just">
              <a:spcBef>
                <a:spcPts val="0"/>
              </a:spcBef>
              <a:spcAft>
                <a:spcPts val="0"/>
              </a:spcAft>
              <a:buClr>
                <a:srgbClr val="C00000"/>
              </a:buClr>
              <a:buSzPts val="2789"/>
            </a:pPr>
            <a:r>
              <a:rPr lang="es-ES" sz="2400" dirty="0">
                <a:solidFill>
                  <a:schemeClr val="dk1"/>
                </a:solidFill>
                <a:latin typeface="Calibri"/>
                <a:ea typeface="Calibri"/>
                <a:cs typeface="Calibri"/>
                <a:sym typeface="Calibri"/>
              </a:rPr>
              <a:t>Una estructura de Red de Petri es una 4-upla.</a:t>
            </a:r>
          </a:p>
          <a:p>
            <a:pPr marL="449263" lvl="0" algn="just">
              <a:spcBef>
                <a:spcPts val="0"/>
              </a:spcBef>
              <a:spcAft>
                <a:spcPts val="0"/>
              </a:spcAft>
              <a:buClr>
                <a:srgbClr val="C00000"/>
              </a:buClr>
              <a:buSzPts val="2789"/>
            </a:pPr>
            <a:endParaRPr lang="es-ES" sz="2400" dirty="0">
              <a:solidFill>
                <a:schemeClr val="dk1"/>
              </a:solidFill>
              <a:latin typeface="Calibri"/>
              <a:ea typeface="Calibri"/>
              <a:cs typeface="Calibri"/>
              <a:sym typeface="Calibri"/>
            </a:endParaRPr>
          </a:p>
          <a:p>
            <a:pPr marL="449263" lvl="0" algn="just">
              <a:spcBef>
                <a:spcPts val="0"/>
              </a:spcBef>
              <a:spcAft>
                <a:spcPts val="0"/>
              </a:spcAft>
              <a:buClr>
                <a:srgbClr val="C00000"/>
              </a:buClr>
              <a:buSzPts val="2789"/>
            </a:pPr>
            <a:endParaRPr lang="es-ES" sz="2400" dirty="0">
              <a:solidFill>
                <a:schemeClr val="dk1"/>
              </a:solidFill>
              <a:latin typeface="Calibri"/>
              <a:ea typeface="Calibri"/>
              <a:cs typeface="Calibri"/>
              <a:sym typeface="Calibri"/>
            </a:endParaRPr>
          </a:p>
          <a:p>
            <a:pPr marL="449263" lvl="0" algn="just">
              <a:spcBef>
                <a:spcPts val="0"/>
              </a:spcBef>
              <a:spcAft>
                <a:spcPts val="0"/>
              </a:spcAft>
              <a:buClr>
                <a:srgbClr val="C00000"/>
              </a:buClr>
              <a:buSzPts val="2789"/>
            </a:pPr>
            <a:endParaRPr lang="es-ES" sz="2400" dirty="0">
              <a:solidFill>
                <a:schemeClr val="dk1"/>
              </a:solidFill>
              <a:latin typeface="Calibri"/>
              <a:ea typeface="Calibri"/>
              <a:cs typeface="Calibri"/>
              <a:sym typeface="Calibri"/>
            </a:endParaRPr>
          </a:p>
          <a:p>
            <a:pPr marL="449263" lvl="0" algn="just">
              <a:spcBef>
                <a:spcPts val="0"/>
              </a:spcBef>
              <a:spcAft>
                <a:spcPts val="0"/>
              </a:spcAft>
              <a:buClr>
                <a:srgbClr val="C00000"/>
              </a:buClr>
              <a:buSzPts val="2789"/>
            </a:pPr>
            <a:endParaRPr lang="es-ES" sz="2400" dirty="0">
              <a:solidFill>
                <a:schemeClr val="dk1"/>
              </a:solidFill>
              <a:latin typeface="Calibri"/>
              <a:ea typeface="Calibri"/>
              <a:cs typeface="Calibri"/>
              <a:sym typeface="Calibri"/>
            </a:endParaRPr>
          </a:p>
          <a:p>
            <a:pPr marL="449263" lvl="0" algn="just">
              <a:spcBef>
                <a:spcPts val="0"/>
              </a:spcBef>
              <a:spcAft>
                <a:spcPts val="0"/>
              </a:spcAft>
              <a:buClr>
                <a:srgbClr val="C00000"/>
              </a:buClr>
              <a:buSzPts val="2789"/>
            </a:pPr>
            <a:endParaRPr lang="es-ES" sz="2400" dirty="0">
              <a:solidFill>
                <a:schemeClr val="dk1"/>
              </a:solidFill>
              <a:latin typeface="Calibri"/>
              <a:ea typeface="Calibri"/>
              <a:cs typeface="Calibri"/>
              <a:sym typeface="Calibri"/>
            </a:endParaRPr>
          </a:p>
          <a:p>
            <a:pPr marL="449263" lvl="0" algn="just">
              <a:spcBef>
                <a:spcPts val="0"/>
              </a:spcBef>
              <a:spcAft>
                <a:spcPts val="0"/>
              </a:spcAft>
              <a:buClr>
                <a:srgbClr val="C00000"/>
              </a:buClr>
              <a:buSzPts val="2789"/>
            </a:pPr>
            <a:endParaRPr lang="es-ES" sz="2400" dirty="0">
              <a:solidFill>
                <a:schemeClr val="dk1"/>
              </a:solidFill>
              <a:latin typeface="Calibri"/>
              <a:ea typeface="Calibri"/>
              <a:cs typeface="Calibri"/>
              <a:sym typeface="Calibri"/>
            </a:endParaRPr>
          </a:p>
          <a:p>
            <a:pPr marL="449263" lvl="0" algn="just">
              <a:spcBef>
                <a:spcPts val="0"/>
              </a:spcBef>
              <a:spcAft>
                <a:spcPts val="0"/>
              </a:spcAft>
              <a:buClr>
                <a:srgbClr val="C00000"/>
              </a:buClr>
              <a:buSzPts val="2789"/>
            </a:pPr>
            <a:endParaRPr lang="es-ES" sz="2400" dirty="0">
              <a:solidFill>
                <a:schemeClr val="dk1"/>
              </a:solidFill>
              <a:latin typeface="Calibri"/>
              <a:ea typeface="Calibri"/>
              <a:cs typeface="Calibri"/>
              <a:sym typeface="Calibri"/>
            </a:endParaRPr>
          </a:p>
          <a:p>
            <a:pPr marL="449263" lvl="0" algn="just">
              <a:spcBef>
                <a:spcPts val="0"/>
              </a:spcBef>
              <a:spcAft>
                <a:spcPts val="0"/>
              </a:spcAft>
              <a:buClr>
                <a:srgbClr val="C00000"/>
              </a:buClr>
              <a:buSzPts val="2789"/>
            </a:pPr>
            <a:endParaRPr lang="es-ES" sz="1400" dirty="0">
              <a:solidFill>
                <a:schemeClr val="dk1"/>
              </a:solidFill>
              <a:latin typeface="Calibri"/>
              <a:ea typeface="Calibri"/>
              <a:cs typeface="Calibri"/>
              <a:sym typeface="Calibri"/>
            </a:endParaRPr>
          </a:p>
          <a:p>
            <a:pPr marL="449263" lvl="0" algn="just">
              <a:spcBef>
                <a:spcPts val="0"/>
              </a:spcBef>
              <a:spcAft>
                <a:spcPts val="0"/>
              </a:spcAft>
              <a:buClr>
                <a:srgbClr val="C00000"/>
              </a:buClr>
              <a:buSzPts val="2789"/>
            </a:pPr>
            <a:endParaRPr lang="es-ES" sz="2000" dirty="0">
              <a:solidFill>
                <a:schemeClr val="dk1"/>
              </a:solidFill>
              <a:latin typeface="Calibri"/>
              <a:ea typeface="Calibri"/>
              <a:cs typeface="Calibri"/>
              <a:sym typeface="Calibri"/>
            </a:endParaRPr>
          </a:p>
          <a:p>
            <a:pPr marL="93663" algn="just">
              <a:spcBef>
                <a:spcPts val="0"/>
              </a:spcBef>
              <a:spcAft>
                <a:spcPts val="0"/>
              </a:spcAft>
              <a:buClr>
                <a:srgbClr val="C00000"/>
              </a:buClr>
              <a:buSzPts val="2789"/>
            </a:pPr>
            <a:r>
              <a:rPr lang="es-ES" sz="2400" dirty="0">
                <a:solidFill>
                  <a:schemeClr val="dk1"/>
                </a:solidFill>
                <a:latin typeface="Calibri"/>
                <a:ea typeface="Calibri"/>
                <a:cs typeface="Calibri"/>
                <a:sym typeface="Calibri"/>
              </a:rPr>
              <a:t>Multigrafo (de un nodo puede partir más de un arco), bipartito, dirigido.</a:t>
            </a:r>
          </a:p>
          <a:p>
            <a:pPr marL="449263" lvl="0" algn="just">
              <a:spcBef>
                <a:spcPts val="0"/>
              </a:spcBef>
              <a:spcAft>
                <a:spcPts val="0"/>
              </a:spcAft>
              <a:buClr>
                <a:srgbClr val="C00000"/>
              </a:buClr>
              <a:buSzPts val="2789"/>
            </a:pPr>
            <a:endParaRPr lang="es-ES" sz="2400" dirty="0">
              <a:solidFill>
                <a:schemeClr val="dk1"/>
              </a:solidFill>
              <a:latin typeface="Calibri"/>
              <a:ea typeface="Calibri"/>
              <a:cs typeface="Calibri"/>
              <a:sym typeface="Calibri"/>
            </a:endParaRPr>
          </a:p>
          <a:p>
            <a:pPr marL="447466" lvl="0" indent="-447466" algn="just">
              <a:spcBef>
                <a:spcPts val="0"/>
              </a:spcBef>
              <a:spcAft>
                <a:spcPts val="0"/>
              </a:spcAft>
              <a:buClr>
                <a:srgbClr val="C00000"/>
              </a:buClr>
              <a:buSzPts val="2789"/>
              <a:buFont typeface="Noto Sans Symbols"/>
              <a:buChar char="❖"/>
            </a:pPr>
            <a:endParaRPr lang="es-ES" sz="2800" dirty="0">
              <a:solidFill>
                <a:schemeClr val="dk1"/>
              </a:solidFill>
              <a:latin typeface="Calibri"/>
              <a:ea typeface="Calibri"/>
              <a:cs typeface="Calibri"/>
              <a:sym typeface="Calibri"/>
            </a:endParaRPr>
          </a:p>
        </p:txBody>
      </p:sp>
      <p:sp>
        <p:nvSpPr>
          <p:cNvPr id="3" name="Google Shape;634;p11">
            <a:extLst>
              <a:ext uri="{FF2B5EF4-FFF2-40B4-BE49-F238E27FC236}">
                <a16:creationId xmlns:a16="http://schemas.microsoft.com/office/drawing/2014/main" id="{D8C57741-88BE-1F54-4F4A-90B752070B39}"/>
              </a:ext>
            </a:extLst>
          </p:cNvPr>
          <p:cNvSpPr/>
          <p:nvPr/>
        </p:nvSpPr>
        <p:spPr>
          <a:xfrm>
            <a:off x="2194141" y="2836717"/>
            <a:ext cx="6696744" cy="964839"/>
          </a:xfrm>
          <a:prstGeom prst="rect">
            <a:avLst/>
          </a:prstGeom>
          <a:noFill/>
          <a:ln>
            <a:noFill/>
          </a:ln>
        </p:spPr>
        <p:txBody>
          <a:bodyPr spcFirstLastPara="1" wrap="square" lIns="91425" tIns="45700" rIns="91425" bIns="45700" anchor="t" anchorCtr="0">
            <a:spAutoFit/>
          </a:bodyPr>
          <a:lstStyle/>
          <a:p>
            <a:pPr marL="0" marR="0" lvl="1" indent="0" algn="ctr" rtl="0">
              <a:lnSpc>
                <a:spcPct val="105000"/>
              </a:lnSpc>
              <a:spcBef>
                <a:spcPts val="0"/>
              </a:spcBef>
              <a:spcAft>
                <a:spcPts val="0"/>
              </a:spcAft>
              <a:buNone/>
            </a:pPr>
            <a:r>
              <a:rPr lang="es-ES" sz="5400" b="0" i="0" u="none" strike="noStrike" cap="none" dirty="0">
                <a:solidFill>
                  <a:schemeClr val="dk1"/>
                </a:solidFill>
                <a:latin typeface="Arial"/>
                <a:ea typeface="Arial"/>
                <a:cs typeface="Arial"/>
                <a:sym typeface="Arial"/>
              </a:rPr>
              <a:t>C=(</a:t>
            </a:r>
            <a:r>
              <a:rPr lang="es-ES" sz="5400" b="0" i="0" u="none" strike="noStrike" cap="none" dirty="0">
                <a:solidFill>
                  <a:schemeClr val="bg2">
                    <a:lumMod val="75000"/>
                  </a:schemeClr>
                </a:solidFill>
                <a:latin typeface="Arial"/>
                <a:ea typeface="Arial"/>
                <a:cs typeface="Arial"/>
                <a:sym typeface="Arial"/>
              </a:rPr>
              <a:t>P</a:t>
            </a:r>
            <a:r>
              <a:rPr lang="es-ES" sz="5400" b="0" i="0" u="none" strike="noStrike" cap="none" dirty="0">
                <a:solidFill>
                  <a:schemeClr val="dk1"/>
                </a:solidFill>
                <a:latin typeface="Arial"/>
                <a:ea typeface="Arial"/>
                <a:cs typeface="Arial"/>
                <a:sym typeface="Arial"/>
              </a:rPr>
              <a:t>, </a:t>
            </a:r>
            <a:r>
              <a:rPr lang="es-ES" sz="5400" b="0" i="0" u="none" strike="noStrike" cap="none" dirty="0">
                <a:solidFill>
                  <a:schemeClr val="dk2"/>
                </a:solidFill>
                <a:latin typeface="Arial"/>
                <a:ea typeface="Arial"/>
                <a:cs typeface="Arial"/>
                <a:sym typeface="Arial"/>
              </a:rPr>
              <a:t>T</a:t>
            </a:r>
            <a:r>
              <a:rPr lang="es-ES" sz="5400" b="0" i="0" u="none" strike="noStrike" cap="none" dirty="0">
                <a:solidFill>
                  <a:schemeClr val="dk1"/>
                </a:solidFill>
                <a:latin typeface="Arial"/>
                <a:ea typeface="Arial"/>
                <a:cs typeface="Arial"/>
                <a:sym typeface="Arial"/>
              </a:rPr>
              <a:t>, </a:t>
            </a:r>
            <a:r>
              <a:rPr lang="es-ES" sz="5400" b="0" i="0" u="none" strike="noStrike" cap="none" dirty="0">
                <a:solidFill>
                  <a:schemeClr val="accent1"/>
                </a:solidFill>
                <a:latin typeface="Arial"/>
                <a:ea typeface="Arial"/>
                <a:cs typeface="Arial"/>
                <a:sym typeface="Arial"/>
              </a:rPr>
              <a:t>I</a:t>
            </a:r>
            <a:r>
              <a:rPr lang="es-ES" sz="5400" b="0" i="0" u="none" strike="noStrike" cap="none" dirty="0">
                <a:solidFill>
                  <a:schemeClr val="dk1"/>
                </a:solidFill>
                <a:latin typeface="Arial"/>
                <a:ea typeface="Arial"/>
                <a:cs typeface="Arial"/>
                <a:sym typeface="Arial"/>
              </a:rPr>
              <a:t>, </a:t>
            </a:r>
            <a:r>
              <a:rPr lang="es-ES" sz="5400" b="0" i="0" u="none" strike="noStrike" cap="none" dirty="0">
                <a:solidFill>
                  <a:schemeClr val="accent5"/>
                </a:solidFill>
                <a:latin typeface="Arial"/>
                <a:ea typeface="Arial"/>
                <a:cs typeface="Arial"/>
                <a:sym typeface="Arial"/>
              </a:rPr>
              <a:t>O</a:t>
            </a:r>
            <a:r>
              <a:rPr lang="es-ES" sz="5400" b="0" i="0" u="none" strike="noStrike" cap="none" dirty="0">
                <a:solidFill>
                  <a:schemeClr val="dk1"/>
                </a:solidFill>
                <a:latin typeface="Arial"/>
                <a:ea typeface="Arial"/>
                <a:cs typeface="Arial"/>
                <a:sym typeface="Arial"/>
              </a:rPr>
              <a:t>)</a:t>
            </a:r>
            <a:endParaRPr dirty="0"/>
          </a:p>
        </p:txBody>
      </p:sp>
      <p:sp>
        <p:nvSpPr>
          <p:cNvPr id="4" name="Google Shape;626;p11">
            <a:extLst>
              <a:ext uri="{FF2B5EF4-FFF2-40B4-BE49-F238E27FC236}">
                <a16:creationId xmlns:a16="http://schemas.microsoft.com/office/drawing/2014/main" id="{09DD92D5-D8CE-DF15-C449-1384C760F09E}"/>
              </a:ext>
            </a:extLst>
          </p:cNvPr>
          <p:cNvSpPr/>
          <p:nvPr/>
        </p:nvSpPr>
        <p:spPr>
          <a:xfrm>
            <a:off x="5384824" y="4459836"/>
            <a:ext cx="1971229" cy="101562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2000" b="0" i="0" u="none" strike="noStrike" cap="none" dirty="0">
                <a:solidFill>
                  <a:srgbClr val="C00000"/>
                </a:solidFill>
                <a:latin typeface="+mn-lt"/>
                <a:ea typeface="Arial"/>
                <a:cs typeface="Arial"/>
                <a:sym typeface="Arial"/>
              </a:rPr>
              <a:t>Función de entrada I</a:t>
            </a:r>
          </a:p>
          <a:p>
            <a:pPr marL="0" marR="0" lvl="0" indent="0" algn="ctr" rtl="0">
              <a:spcBef>
                <a:spcPts val="0"/>
              </a:spcBef>
              <a:spcAft>
                <a:spcPts val="0"/>
              </a:spcAft>
              <a:buNone/>
            </a:pPr>
            <a:r>
              <a:rPr lang="es-ES" sz="2000" b="0" i="0" u="none" strike="noStrike" cap="none" dirty="0">
                <a:solidFill>
                  <a:schemeClr val="dk1"/>
                </a:solidFill>
                <a:latin typeface="+mn-lt"/>
                <a:ea typeface="Arial"/>
                <a:cs typeface="Arial"/>
                <a:sym typeface="Arial"/>
              </a:rPr>
              <a:t>I:T-&gt;P</a:t>
            </a:r>
            <a:endParaRPr sz="2000" b="0" i="0" u="none" strike="noStrike" cap="none" dirty="0">
              <a:solidFill>
                <a:schemeClr val="dk1"/>
              </a:solidFill>
              <a:latin typeface="+mn-lt"/>
              <a:ea typeface="Calibri"/>
              <a:cs typeface="Calibri"/>
              <a:sym typeface="Calibri"/>
            </a:endParaRPr>
          </a:p>
        </p:txBody>
      </p:sp>
      <p:sp>
        <p:nvSpPr>
          <p:cNvPr id="5" name="Google Shape;627;p11">
            <a:extLst>
              <a:ext uri="{FF2B5EF4-FFF2-40B4-BE49-F238E27FC236}">
                <a16:creationId xmlns:a16="http://schemas.microsoft.com/office/drawing/2014/main" id="{F971DDCC-F248-98E2-34A1-F9E699E3FFE7}"/>
              </a:ext>
            </a:extLst>
          </p:cNvPr>
          <p:cNvSpPr/>
          <p:nvPr/>
        </p:nvSpPr>
        <p:spPr>
          <a:xfrm>
            <a:off x="1352353" y="4491414"/>
            <a:ext cx="1798259" cy="70784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2000" b="0" i="0" u="none" strike="noStrike" cap="none" dirty="0">
                <a:solidFill>
                  <a:srgbClr val="C00000"/>
                </a:solidFill>
                <a:latin typeface="+mn-lt"/>
                <a:ea typeface="Arial"/>
                <a:cs typeface="Arial"/>
                <a:sym typeface="Arial"/>
              </a:rPr>
              <a:t>Lugares</a:t>
            </a:r>
            <a:endParaRPr sz="2000" dirty="0">
              <a:solidFill>
                <a:srgbClr val="C00000"/>
              </a:solidFill>
              <a:latin typeface="+mn-lt"/>
            </a:endParaRPr>
          </a:p>
          <a:p>
            <a:pPr marL="0" marR="0" lvl="0" indent="0" algn="ctr" rtl="0">
              <a:spcBef>
                <a:spcPts val="0"/>
              </a:spcBef>
              <a:spcAft>
                <a:spcPts val="0"/>
              </a:spcAft>
              <a:buNone/>
            </a:pPr>
            <a:r>
              <a:rPr lang="es-ES" sz="2000" b="0" i="0" u="none" strike="noStrike" cap="none" dirty="0">
                <a:solidFill>
                  <a:schemeClr val="dk1"/>
                </a:solidFill>
                <a:latin typeface="+mn-lt"/>
                <a:ea typeface="Arial"/>
                <a:cs typeface="Arial"/>
                <a:sym typeface="Arial"/>
              </a:rPr>
              <a:t>P={P1,P2,...Pm}</a:t>
            </a:r>
            <a:endParaRPr sz="2000" dirty="0">
              <a:solidFill>
                <a:schemeClr val="dk1"/>
              </a:solidFill>
              <a:latin typeface="+mn-lt"/>
              <a:ea typeface="Calibri"/>
              <a:cs typeface="Calibri"/>
              <a:sym typeface="Calibri"/>
            </a:endParaRPr>
          </a:p>
        </p:txBody>
      </p:sp>
      <p:sp>
        <p:nvSpPr>
          <p:cNvPr id="6" name="Google Shape;628;p11">
            <a:extLst>
              <a:ext uri="{FF2B5EF4-FFF2-40B4-BE49-F238E27FC236}">
                <a16:creationId xmlns:a16="http://schemas.microsoft.com/office/drawing/2014/main" id="{D9D041BF-65E2-E6D3-678E-E89894BC3489}"/>
              </a:ext>
            </a:extLst>
          </p:cNvPr>
          <p:cNvSpPr/>
          <p:nvPr/>
        </p:nvSpPr>
        <p:spPr>
          <a:xfrm>
            <a:off x="3372862" y="4512074"/>
            <a:ext cx="1701862" cy="738623"/>
          </a:xfrm>
          <a:prstGeom prst="rect">
            <a:avLst/>
          </a:prstGeom>
          <a:noFill/>
          <a:ln>
            <a:noFill/>
          </a:ln>
        </p:spPr>
        <p:txBody>
          <a:bodyPr spcFirstLastPara="1" wrap="square" lIns="91425" tIns="45700" rIns="91425" bIns="45700" anchor="t" anchorCtr="0">
            <a:spAutoFit/>
          </a:bodyPr>
          <a:lstStyle/>
          <a:p>
            <a:pPr marL="0" marR="0" lvl="0" indent="0" algn="ctr" rtl="0">
              <a:lnSpc>
                <a:spcPct val="105000"/>
              </a:lnSpc>
              <a:spcBef>
                <a:spcPts val="0"/>
              </a:spcBef>
              <a:spcAft>
                <a:spcPts val="0"/>
              </a:spcAft>
              <a:buNone/>
            </a:pPr>
            <a:r>
              <a:rPr lang="es-ES" sz="2000" dirty="0">
                <a:solidFill>
                  <a:srgbClr val="C00000"/>
                </a:solidFill>
                <a:latin typeface="+mn-lt"/>
                <a:ea typeface="Arial"/>
                <a:cs typeface="Arial"/>
                <a:sym typeface="Arial"/>
              </a:rPr>
              <a:t>Transiciones</a:t>
            </a:r>
            <a:endParaRPr sz="2000" dirty="0">
              <a:solidFill>
                <a:srgbClr val="C00000"/>
              </a:solidFill>
              <a:latin typeface="+mn-lt"/>
            </a:endParaRPr>
          </a:p>
          <a:p>
            <a:pPr marL="0" marR="0" lvl="0" indent="0" algn="ctr" rtl="0">
              <a:lnSpc>
                <a:spcPct val="105000"/>
              </a:lnSpc>
              <a:spcBef>
                <a:spcPts val="0"/>
              </a:spcBef>
              <a:spcAft>
                <a:spcPts val="0"/>
              </a:spcAft>
              <a:buNone/>
            </a:pPr>
            <a:r>
              <a:rPr lang="es-ES" sz="2000" dirty="0">
                <a:solidFill>
                  <a:schemeClr val="dk1"/>
                </a:solidFill>
                <a:latin typeface="+mn-lt"/>
                <a:ea typeface="Arial"/>
                <a:cs typeface="Arial"/>
                <a:sym typeface="Arial"/>
              </a:rPr>
              <a:t>T={T1,T2,...</a:t>
            </a:r>
            <a:r>
              <a:rPr lang="es-ES" sz="2000" dirty="0" err="1">
                <a:solidFill>
                  <a:schemeClr val="dk1"/>
                </a:solidFill>
                <a:latin typeface="+mn-lt"/>
                <a:ea typeface="Arial"/>
                <a:cs typeface="Arial"/>
                <a:sym typeface="Arial"/>
              </a:rPr>
              <a:t>Tn</a:t>
            </a:r>
            <a:r>
              <a:rPr lang="es-ES" sz="2000" dirty="0">
                <a:solidFill>
                  <a:schemeClr val="dk1"/>
                </a:solidFill>
                <a:latin typeface="+mn-lt"/>
                <a:ea typeface="Arial"/>
                <a:cs typeface="Arial"/>
                <a:sym typeface="Arial"/>
              </a:rPr>
              <a:t>}    </a:t>
            </a:r>
            <a:endParaRPr sz="2000" dirty="0">
              <a:latin typeface="+mn-lt"/>
            </a:endParaRPr>
          </a:p>
        </p:txBody>
      </p:sp>
      <p:sp>
        <p:nvSpPr>
          <p:cNvPr id="7" name="Google Shape;629;p11">
            <a:extLst>
              <a:ext uri="{FF2B5EF4-FFF2-40B4-BE49-F238E27FC236}">
                <a16:creationId xmlns:a16="http://schemas.microsoft.com/office/drawing/2014/main" id="{14C60B32-9B73-36C1-0E5F-0C5E5978AB72}"/>
              </a:ext>
            </a:extLst>
          </p:cNvPr>
          <p:cNvSpPr/>
          <p:nvPr/>
        </p:nvSpPr>
        <p:spPr>
          <a:xfrm>
            <a:off x="7553005" y="4478341"/>
            <a:ext cx="1567331" cy="1061789"/>
          </a:xfrm>
          <a:prstGeom prst="rect">
            <a:avLst/>
          </a:prstGeom>
          <a:noFill/>
          <a:ln>
            <a:noFill/>
          </a:ln>
        </p:spPr>
        <p:txBody>
          <a:bodyPr spcFirstLastPara="1" wrap="square" lIns="91425" tIns="45700" rIns="91425" bIns="45700" anchor="t" anchorCtr="0">
            <a:spAutoFit/>
          </a:bodyPr>
          <a:lstStyle/>
          <a:p>
            <a:pPr marL="0" marR="0" lvl="0" indent="0" algn="ctr" rtl="0">
              <a:lnSpc>
                <a:spcPct val="105000"/>
              </a:lnSpc>
              <a:spcBef>
                <a:spcPts val="0"/>
              </a:spcBef>
              <a:spcAft>
                <a:spcPts val="0"/>
              </a:spcAft>
              <a:buNone/>
            </a:pPr>
            <a:r>
              <a:rPr lang="es-ES" sz="2000" dirty="0">
                <a:solidFill>
                  <a:srgbClr val="C00000"/>
                </a:solidFill>
                <a:latin typeface="+mn-lt"/>
                <a:ea typeface="Arial"/>
                <a:cs typeface="Arial"/>
                <a:sym typeface="Arial"/>
              </a:rPr>
              <a:t>Función de salida O</a:t>
            </a:r>
            <a:endParaRPr sz="2000" dirty="0">
              <a:solidFill>
                <a:srgbClr val="C00000"/>
              </a:solidFill>
              <a:latin typeface="+mn-lt"/>
            </a:endParaRPr>
          </a:p>
          <a:p>
            <a:pPr marL="0" marR="0" lvl="0" indent="0" algn="ctr" rtl="0">
              <a:lnSpc>
                <a:spcPct val="105000"/>
              </a:lnSpc>
              <a:spcBef>
                <a:spcPts val="0"/>
              </a:spcBef>
              <a:spcAft>
                <a:spcPts val="0"/>
              </a:spcAft>
              <a:buNone/>
            </a:pPr>
            <a:r>
              <a:rPr lang="es-ES" sz="2000" dirty="0">
                <a:solidFill>
                  <a:schemeClr val="dk1"/>
                </a:solidFill>
                <a:latin typeface="+mn-lt"/>
                <a:ea typeface="Arial"/>
                <a:cs typeface="Arial"/>
                <a:sym typeface="Arial"/>
              </a:rPr>
              <a:t>O:T-&gt;P</a:t>
            </a:r>
            <a:endParaRPr sz="2000" dirty="0">
              <a:latin typeface="+mn-lt"/>
            </a:endParaRPr>
          </a:p>
        </p:txBody>
      </p:sp>
      <p:cxnSp>
        <p:nvCxnSpPr>
          <p:cNvPr id="8" name="Google Shape;630;p11">
            <a:extLst>
              <a:ext uri="{FF2B5EF4-FFF2-40B4-BE49-F238E27FC236}">
                <a16:creationId xmlns:a16="http://schemas.microsoft.com/office/drawing/2014/main" id="{CB7554FE-7F7C-3DBF-F22F-961DB3DCBC56}"/>
              </a:ext>
            </a:extLst>
          </p:cNvPr>
          <p:cNvCxnSpPr>
            <a:cxnSpLocks/>
          </p:cNvCxnSpPr>
          <p:nvPr/>
        </p:nvCxnSpPr>
        <p:spPr>
          <a:xfrm flipH="1">
            <a:off x="2387588" y="3556002"/>
            <a:ext cx="2367749" cy="1007509"/>
          </a:xfrm>
          <a:prstGeom prst="straightConnector1">
            <a:avLst/>
          </a:prstGeom>
          <a:noFill/>
          <a:ln w="9525" cap="flat" cmpd="sng">
            <a:solidFill>
              <a:schemeClr val="accent1"/>
            </a:solidFill>
            <a:prstDash val="solid"/>
            <a:round/>
            <a:headEnd type="none" w="sm" len="sm"/>
            <a:tailEnd type="stealth" w="med" len="med"/>
          </a:ln>
        </p:spPr>
      </p:cxnSp>
      <p:cxnSp>
        <p:nvCxnSpPr>
          <p:cNvPr id="9" name="Google Shape;631;p11">
            <a:extLst>
              <a:ext uri="{FF2B5EF4-FFF2-40B4-BE49-F238E27FC236}">
                <a16:creationId xmlns:a16="http://schemas.microsoft.com/office/drawing/2014/main" id="{629BA1C5-17E1-FCAA-96AA-CBB33191E1B0}"/>
              </a:ext>
            </a:extLst>
          </p:cNvPr>
          <p:cNvCxnSpPr>
            <a:cxnSpLocks/>
          </p:cNvCxnSpPr>
          <p:nvPr/>
        </p:nvCxnSpPr>
        <p:spPr>
          <a:xfrm flipH="1">
            <a:off x="4435711" y="3599680"/>
            <a:ext cx="1142642" cy="1038503"/>
          </a:xfrm>
          <a:prstGeom prst="straightConnector1">
            <a:avLst/>
          </a:prstGeom>
          <a:noFill/>
          <a:ln w="9525" cap="flat" cmpd="sng">
            <a:solidFill>
              <a:schemeClr val="accent1"/>
            </a:solidFill>
            <a:prstDash val="solid"/>
            <a:round/>
            <a:headEnd type="none" w="sm" len="sm"/>
            <a:tailEnd type="stealth" w="med" len="med"/>
          </a:ln>
        </p:spPr>
      </p:cxnSp>
      <p:cxnSp>
        <p:nvCxnSpPr>
          <p:cNvPr id="10" name="Google Shape;632;p11">
            <a:extLst>
              <a:ext uri="{FF2B5EF4-FFF2-40B4-BE49-F238E27FC236}">
                <a16:creationId xmlns:a16="http://schemas.microsoft.com/office/drawing/2014/main" id="{D50CFCB5-868A-E33A-AC32-FBAE114C7B6A}"/>
              </a:ext>
            </a:extLst>
          </p:cNvPr>
          <p:cNvCxnSpPr>
            <a:cxnSpLocks/>
          </p:cNvCxnSpPr>
          <p:nvPr/>
        </p:nvCxnSpPr>
        <p:spPr>
          <a:xfrm>
            <a:off x="6311860" y="3673021"/>
            <a:ext cx="47963" cy="854267"/>
          </a:xfrm>
          <a:prstGeom prst="straightConnector1">
            <a:avLst/>
          </a:prstGeom>
          <a:noFill/>
          <a:ln w="9525" cap="flat" cmpd="sng">
            <a:solidFill>
              <a:schemeClr val="accent1"/>
            </a:solidFill>
            <a:prstDash val="solid"/>
            <a:round/>
            <a:headEnd type="none" w="sm" len="sm"/>
            <a:tailEnd type="stealth" w="med" len="med"/>
          </a:ln>
        </p:spPr>
      </p:cxnSp>
      <p:cxnSp>
        <p:nvCxnSpPr>
          <p:cNvPr id="11" name="Google Shape;633;p11">
            <a:extLst>
              <a:ext uri="{FF2B5EF4-FFF2-40B4-BE49-F238E27FC236}">
                <a16:creationId xmlns:a16="http://schemas.microsoft.com/office/drawing/2014/main" id="{7738AD8D-0801-B1E7-8A6D-9ECE6C297399}"/>
              </a:ext>
            </a:extLst>
          </p:cNvPr>
          <p:cNvCxnSpPr>
            <a:cxnSpLocks/>
            <a:endCxn id="7" idx="0"/>
          </p:cNvCxnSpPr>
          <p:nvPr/>
        </p:nvCxnSpPr>
        <p:spPr>
          <a:xfrm>
            <a:off x="7106461" y="3621997"/>
            <a:ext cx="1230210" cy="856344"/>
          </a:xfrm>
          <a:prstGeom prst="straightConnector1">
            <a:avLst/>
          </a:prstGeom>
          <a:noFill/>
          <a:ln w="9525" cap="flat" cmpd="sng">
            <a:solidFill>
              <a:schemeClr val="accent1"/>
            </a:solidFill>
            <a:prstDash val="solid"/>
            <a:round/>
            <a:headEnd type="none" w="sm" len="sm"/>
            <a:tailEnd type="stealth" w="med" len="med"/>
          </a:ln>
        </p:spPr>
      </p:cxnSp>
    </p:spTree>
    <p:extLst>
      <p:ext uri="{BB962C8B-B14F-4D97-AF65-F5344CB8AC3E}">
        <p14:creationId xmlns:p14="http://schemas.microsoft.com/office/powerpoint/2010/main" val="167453562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65">
          <a:extLst>
            <a:ext uri="{FF2B5EF4-FFF2-40B4-BE49-F238E27FC236}">
              <a16:creationId xmlns:a16="http://schemas.microsoft.com/office/drawing/2014/main" id="{E92C99EA-D86A-1796-78F7-7CB6D937B2FB}"/>
            </a:ext>
          </a:extLst>
        </p:cNvPr>
        <p:cNvGrpSpPr/>
        <p:nvPr/>
      </p:nvGrpSpPr>
      <p:grpSpPr>
        <a:xfrm>
          <a:off x="0" y="0"/>
          <a:ext cx="0" cy="0"/>
          <a:chOff x="0" y="0"/>
          <a:chExt cx="0" cy="0"/>
        </a:xfrm>
      </p:grpSpPr>
      <p:sp>
        <p:nvSpPr>
          <p:cNvPr id="166" name="Google Shape;166;p8">
            <a:extLst>
              <a:ext uri="{FF2B5EF4-FFF2-40B4-BE49-F238E27FC236}">
                <a16:creationId xmlns:a16="http://schemas.microsoft.com/office/drawing/2014/main" id="{6EB901FA-FB65-3488-3F51-30D9AAD9B082}"/>
              </a:ext>
            </a:extLst>
          </p:cNvPr>
          <p:cNvSpPr txBox="1">
            <a:spLocks noGrp="1"/>
          </p:cNvSpPr>
          <p:nvPr>
            <p:ph type="title"/>
          </p:nvPr>
        </p:nvSpPr>
        <p:spPr>
          <a:xfrm>
            <a:off x="1086866" y="1140614"/>
            <a:ext cx="10258593" cy="632876"/>
          </a:xfrm>
          <a:prstGeom prst="rect">
            <a:avLst/>
          </a:prstGeom>
          <a:noFill/>
          <a:ln>
            <a:noFill/>
          </a:ln>
        </p:spPr>
        <p:txBody>
          <a:bodyPr spcFirstLastPara="1" wrap="square" lIns="71675" tIns="35825" rIns="71675" bIns="35825" anchor="t" anchorCtr="0">
            <a:normAutofit/>
          </a:bodyPr>
          <a:lstStyle/>
          <a:p>
            <a:pPr marL="0" lvl="0" indent="0" algn="l" rtl="0">
              <a:lnSpc>
                <a:spcPct val="84000"/>
              </a:lnSpc>
              <a:spcBef>
                <a:spcPts val="0"/>
              </a:spcBef>
              <a:spcAft>
                <a:spcPts val="0"/>
              </a:spcAft>
              <a:buNone/>
            </a:pPr>
            <a:r>
              <a:rPr lang="es-ES" sz="4382" dirty="0">
                <a:solidFill>
                  <a:schemeClr val="dk1"/>
                </a:solidFill>
                <a:latin typeface="Calibri"/>
                <a:ea typeface="Calibri"/>
                <a:cs typeface="Calibri"/>
                <a:sym typeface="Calibri"/>
              </a:rPr>
              <a:t>Redes de Petri</a:t>
            </a:r>
            <a:endParaRPr sz="4382" dirty="0">
              <a:solidFill>
                <a:schemeClr val="dk1"/>
              </a:solidFill>
              <a:latin typeface="Calibri"/>
              <a:ea typeface="Calibri"/>
              <a:cs typeface="Calibri"/>
              <a:sym typeface="Calibri"/>
            </a:endParaRPr>
          </a:p>
        </p:txBody>
      </p:sp>
      <p:sp>
        <p:nvSpPr>
          <p:cNvPr id="167" name="Google Shape;167;p8">
            <a:extLst>
              <a:ext uri="{FF2B5EF4-FFF2-40B4-BE49-F238E27FC236}">
                <a16:creationId xmlns:a16="http://schemas.microsoft.com/office/drawing/2014/main" id="{3C0ABCAA-B180-49A7-DFAB-910C5069F7BA}"/>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s-ES"/>
              <a:t>2026</a:t>
            </a:r>
            <a:endParaRPr/>
          </a:p>
        </p:txBody>
      </p:sp>
      <p:sp>
        <p:nvSpPr>
          <p:cNvPr id="168" name="Google Shape;168;p8">
            <a:extLst>
              <a:ext uri="{FF2B5EF4-FFF2-40B4-BE49-F238E27FC236}">
                <a16:creationId xmlns:a16="http://schemas.microsoft.com/office/drawing/2014/main" id="{3216F028-AED8-E9EC-B398-DAFB73FA857D}"/>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s-ES"/>
              <a:t>INGENIERÍA DE SOFTWARE I</a:t>
            </a:r>
            <a:endParaRPr/>
          </a:p>
        </p:txBody>
      </p:sp>
      <p:sp>
        <p:nvSpPr>
          <p:cNvPr id="169" name="Google Shape;169;p8">
            <a:extLst>
              <a:ext uri="{FF2B5EF4-FFF2-40B4-BE49-F238E27FC236}">
                <a16:creationId xmlns:a16="http://schemas.microsoft.com/office/drawing/2014/main" id="{4DA6EFB5-59FF-2404-667B-BD649E23885E}"/>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29</a:t>
            </a:fld>
            <a:endParaRPr/>
          </a:p>
        </p:txBody>
      </p:sp>
      <p:sp>
        <p:nvSpPr>
          <p:cNvPr id="170" name="Google Shape;170;p8">
            <a:extLst>
              <a:ext uri="{FF2B5EF4-FFF2-40B4-BE49-F238E27FC236}">
                <a16:creationId xmlns:a16="http://schemas.microsoft.com/office/drawing/2014/main" id="{BFC69764-EF47-21B2-014A-27DD5A947C6D}"/>
              </a:ext>
            </a:extLst>
          </p:cNvPr>
          <p:cNvSpPr/>
          <p:nvPr/>
        </p:nvSpPr>
        <p:spPr>
          <a:xfrm>
            <a:off x="1151584" y="1886309"/>
            <a:ext cx="10129156" cy="4460410"/>
          </a:xfrm>
          <a:prstGeom prst="rect">
            <a:avLst/>
          </a:prstGeom>
          <a:noFill/>
          <a:ln>
            <a:noFill/>
          </a:ln>
        </p:spPr>
        <p:txBody>
          <a:bodyPr spcFirstLastPara="1" wrap="square" lIns="89625" tIns="44800" rIns="89625" bIns="44800" anchor="t" anchorCtr="0">
            <a:noAutofit/>
          </a:bodyPr>
          <a:lstStyle/>
          <a:p>
            <a:pPr marL="447466" lvl="0" indent="-447466" algn="just">
              <a:spcBef>
                <a:spcPts val="0"/>
              </a:spcBef>
              <a:spcAft>
                <a:spcPts val="600"/>
              </a:spcAft>
              <a:buClr>
                <a:srgbClr val="C00000"/>
              </a:buClr>
              <a:buSzPts val="2789"/>
              <a:buFont typeface="Noto Sans Symbols"/>
              <a:buChar char="❖"/>
            </a:pPr>
            <a:r>
              <a:rPr lang="es-ES" sz="2800" dirty="0">
                <a:solidFill>
                  <a:schemeClr val="dk1"/>
                </a:solidFill>
                <a:latin typeface="Calibri"/>
                <a:ea typeface="Calibri"/>
                <a:cs typeface="Calibri"/>
                <a:sym typeface="Calibri"/>
              </a:rPr>
              <a:t>Los arcos indican a través de una flecha la relación entre sitios y transiciones y viceversa.</a:t>
            </a:r>
          </a:p>
          <a:p>
            <a:pPr marL="447466" lvl="0" indent="-447466" algn="just">
              <a:spcBef>
                <a:spcPts val="0"/>
              </a:spcBef>
              <a:spcAft>
                <a:spcPts val="600"/>
              </a:spcAft>
              <a:buClr>
                <a:srgbClr val="C00000"/>
              </a:buClr>
              <a:buSzPts val="2789"/>
              <a:buFont typeface="Noto Sans Symbols"/>
              <a:buChar char="❖"/>
            </a:pPr>
            <a:r>
              <a:rPr lang="es-ES" sz="2800" dirty="0">
                <a:solidFill>
                  <a:schemeClr val="dk1"/>
                </a:solidFill>
                <a:latin typeface="Calibri"/>
                <a:ea typeface="Calibri"/>
                <a:cs typeface="Calibri"/>
                <a:sym typeface="Calibri"/>
              </a:rPr>
              <a:t>A los lugares se les asignan tokens (fichas) que se representan mediante un número o puntos dentro del sitio. Esta asignación de tokens a lugares constituye la marcación. </a:t>
            </a:r>
          </a:p>
          <a:p>
            <a:pPr marL="447466" lvl="0" indent="-447466" algn="just">
              <a:spcBef>
                <a:spcPts val="0"/>
              </a:spcBef>
              <a:spcAft>
                <a:spcPts val="600"/>
              </a:spcAft>
              <a:buClr>
                <a:srgbClr val="C00000"/>
              </a:buClr>
              <a:buSzPts val="2789"/>
              <a:buFont typeface="Noto Sans Symbols"/>
              <a:buChar char="❖"/>
            </a:pPr>
            <a:r>
              <a:rPr lang="es-ES" sz="2800" dirty="0">
                <a:solidFill>
                  <a:schemeClr val="dk1"/>
                </a:solidFill>
                <a:latin typeface="Calibri"/>
                <a:ea typeface="Calibri"/>
                <a:cs typeface="Calibri"/>
                <a:sym typeface="Calibri"/>
              </a:rPr>
              <a:t>Luego de una marcación inicial se puede simular la ejecución de la red. El número de tokens asignados a un sitio es ilimitado.</a:t>
            </a:r>
          </a:p>
          <a:p>
            <a:pPr lvl="0" algn="just">
              <a:spcBef>
                <a:spcPts val="0"/>
              </a:spcBef>
              <a:spcAft>
                <a:spcPts val="0"/>
              </a:spcAft>
              <a:buClr>
                <a:srgbClr val="C00000"/>
              </a:buClr>
              <a:buSzPts val="2789"/>
            </a:pPr>
            <a:endParaRPr lang="es-ES" sz="28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45862851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65">
          <a:extLst>
            <a:ext uri="{FF2B5EF4-FFF2-40B4-BE49-F238E27FC236}">
              <a16:creationId xmlns:a16="http://schemas.microsoft.com/office/drawing/2014/main" id="{6EC6F4DB-E06B-9D98-01D3-E7AC3C649BEA}"/>
            </a:ext>
          </a:extLst>
        </p:cNvPr>
        <p:cNvGrpSpPr/>
        <p:nvPr/>
      </p:nvGrpSpPr>
      <p:grpSpPr>
        <a:xfrm>
          <a:off x="0" y="0"/>
          <a:ext cx="0" cy="0"/>
          <a:chOff x="0" y="0"/>
          <a:chExt cx="0" cy="0"/>
        </a:xfrm>
      </p:grpSpPr>
      <p:sp>
        <p:nvSpPr>
          <p:cNvPr id="166" name="Google Shape;166;p8">
            <a:extLst>
              <a:ext uri="{FF2B5EF4-FFF2-40B4-BE49-F238E27FC236}">
                <a16:creationId xmlns:a16="http://schemas.microsoft.com/office/drawing/2014/main" id="{F01F6A50-5694-9FEA-7F64-07F9CDE240D7}"/>
              </a:ext>
            </a:extLst>
          </p:cNvPr>
          <p:cNvSpPr txBox="1">
            <a:spLocks noGrp="1"/>
          </p:cNvSpPr>
          <p:nvPr>
            <p:ph type="title"/>
          </p:nvPr>
        </p:nvSpPr>
        <p:spPr>
          <a:xfrm>
            <a:off x="1086866" y="1140614"/>
            <a:ext cx="10258593" cy="632876"/>
          </a:xfrm>
          <a:prstGeom prst="rect">
            <a:avLst/>
          </a:prstGeom>
          <a:noFill/>
          <a:ln>
            <a:noFill/>
          </a:ln>
        </p:spPr>
        <p:txBody>
          <a:bodyPr spcFirstLastPara="1" wrap="square" lIns="71675" tIns="35825" rIns="71675" bIns="35825" anchor="t" anchorCtr="0">
            <a:normAutofit/>
          </a:bodyPr>
          <a:lstStyle/>
          <a:p>
            <a:pPr marL="0" lvl="0" indent="0" algn="l" rtl="0">
              <a:lnSpc>
                <a:spcPct val="84000"/>
              </a:lnSpc>
              <a:spcBef>
                <a:spcPts val="0"/>
              </a:spcBef>
              <a:spcAft>
                <a:spcPts val="0"/>
              </a:spcAft>
              <a:buNone/>
            </a:pPr>
            <a:r>
              <a:rPr lang="es-ES" sz="4200" dirty="0">
                <a:solidFill>
                  <a:schemeClr val="dk1"/>
                </a:solidFill>
                <a:latin typeface="Calibri"/>
                <a:ea typeface="Calibri"/>
                <a:cs typeface="Calibri"/>
                <a:sym typeface="Calibri"/>
              </a:rPr>
              <a:t>Redes de Petri - Funciones de entrada y salida</a:t>
            </a:r>
            <a:endParaRPr sz="4200" dirty="0">
              <a:solidFill>
                <a:schemeClr val="dk1"/>
              </a:solidFill>
              <a:latin typeface="Calibri"/>
              <a:ea typeface="Calibri"/>
              <a:cs typeface="Calibri"/>
              <a:sym typeface="Calibri"/>
            </a:endParaRPr>
          </a:p>
        </p:txBody>
      </p:sp>
      <p:sp>
        <p:nvSpPr>
          <p:cNvPr id="167" name="Google Shape;167;p8">
            <a:extLst>
              <a:ext uri="{FF2B5EF4-FFF2-40B4-BE49-F238E27FC236}">
                <a16:creationId xmlns:a16="http://schemas.microsoft.com/office/drawing/2014/main" id="{19344971-C2C4-B790-8F70-F2026B0B741E}"/>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s-ES"/>
              <a:t>2026</a:t>
            </a:r>
            <a:endParaRPr/>
          </a:p>
        </p:txBody>
      </p:sp>
      <p:sp>
        <p:nvSpPr>
          <p:cNvPr id="168" name="Google Shape;168;p8">
            <a:extLst>
              <a:ext uri="{FF2B5EF4-FFF2-40B4-BE49-F238E27FC236}">
                <a16:creationId xmlns:a16="http://schemas.microsoft.com/office/drawing/2014/main" id="{CE4EAA67-0FAB-7302-4BA8-708102F4100D}"/>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s-ES"/>
              <a:t>INGENIERÍA DE SOFTWARE I</a:t>
            </a:r>
            <a:endParaRPr/>
          </a:p>
        </p:txBody>
      </p:sp>
      <p:sp>
        <p:nvSpPr>
          <p:cNvPr id="169" name="Google Shape;169;p8">
            <a:extLst>
              <a:ext uri="{FF2B5EF4-FFF2-40B4-BE49-F238E27FC236}">
                <a16:creationId xmlns:a16="http://schemas.microsoft.com/office/drawing/2014/main" id="{E79E3692-4C6A-068D-AB43-F2931AB6AD45}"/>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30</a:t>
            </a:fld>
            <a:endParaRPr/>
          </a:p>
        </p:txBody>
      </p:sp>
      <p:graphicFrame>
        <p:nvGraphicFramePr>
          <p:cNvPr id="3" name="Google Shape;651;p13">
            <a:extLst>
              <a:ext uri="{FF2B5EF4-FFF2-40B4-BE49-F238E27FC236}">
                <a16:creationId xmlns:a16="http://schemas.microsoft.com/office/drawing/2014/main" id="{82D023B2-08D2-65BE-DCFF-AE4C05E93B2A}"/>
              </a:ext>
            </a:extLst>
          </p:cNvPr>
          <p:cNvGraphicFramePr/>
          <p:nvPr>
            <p:extLst>
              <p:ext uri="{D42A27DB-BD31-4B8C-83A1-F6EECF244321}">
                <p14:modId xmlns:p14="http://schemas.microsoft.com/office/powerpoint/2010/main" val="1489634280"/>
              </p:ext>
            </p:extLst>
          </p:nvPr>
        </p:nvGraphicFramePr>
        <p:xfrm>
          <a:off x="2447958" y="1710266"/>
          <a:ext cx="6264275" cy="2870200"/>
        </p:xfrm>
        <a:graphic>
          <a:graphicData uri="http://schemas.openxmlformats.org/presentationml/2006/ole">
            <mc:AlternateContent xmlns:mc="http://schemas.openxmlformats.org/markup-compatibility/2006">
              <mc:Choice xmlns:v="urn:schemas-microsoft-com:vml" Requires="v">
                <p:oleObj r:id="rId3" imgW="6264275" imgH="2870200" progId="Word.Picture.8">
                  <p:embed/>
                </p:oleObj>
              </mc:Choice>
              <mc:Fallback>
                <p:oleObj r:id="rId3" imgW="6264275" imgH="2870200" progId="Word.Picture.8">
                  <p:embed/>
                  <p:pic>
                    <p:nvPicPr>
                      <p:cNvPr id="651" name="Google Shape;651;p13"/>
                      <p:cNvPicPr preferRelativeResize="0"/>
                      <p:nvPr/>
                    </p:nvPicPr>
                    <p:blipFill rotWithShape="1">
                      <a:blip r:embed="rId4">
                        <a:alphaModFix/>
                      </a:blip>
                      <a:srcRect l="-4515" t="-9860" r="-4515" b="-9860"/>
                      <a:stretch/>
                    </p:blipFill>
                    <p:spPr>
                      <a:xfrm>
                        <a:off x="2447958" y="1710266"/>
                        <a:ext cx="6264275" cy="2870200"/>
                      </a:xfrm>
                      <a:prstGeom prst="rect">
                        <a:avLst/>
                      </a:prstGeom>
                      <a:noFill/>
                      <a:ln>
                        <a:noFill/>
                      </a:ln>
                    </p:spPr>
                  </p:pic>
                </p:oleObj>
              </mc:Fallback>
            </mc:AlternateContent>
          </a:graphicData>
        </a:graphic>
      </p:graphicFrame>
      <p:sp>
        <p:nvSpPr>
          <p:cNvPr id="5" name="Google Shape;652;p13">
            <a:extLst>
              <a:ext uri="{FF2B5EF4-FFF2-40B4-BE49-F238E27FC236}">
                <a16:creationId xmlns:a16="http://schemas.microsoft.com/office/drawing/2014/main" id="{9FFB0BFD-33ED-2702-D847-4541613ABBD8}"/>
              </a:ext>
            </a:extLst>
          </p:cNvPr>
          <p:cNvSpPr/>
          <p:nvPr/>
        </p:nvSpPr>
        <p:spPr>
          <a:xfrm>
            <a:off x="3112072" y="4580466"/>
            <a:ext cx="1847386" cy="1815841"/>
          </a:xfrm>
          <a:prstGeom prst="rect">
            <a:avLst/>
          </a:prstGeom>
          <a:noFill/>
          <a:ln>
            <a:noFill/>
          </a:ln>
        </p:spPr>
        <p:txBody>
          <a:bodyPr spcFirstLastPara="1" wrap="square" lIns="91425" tIns="45700" rIns="91425" bIns="45700" anchor="t" anchorCtr="0">
            <a:spAutoFit/>
          </a:bodyPr>
          <a:lstStyle/>
          <a:p>
            <a:pPr lvl="0" algn="ctr">
              <a:spcBef>
                <a:spcPts val="0"/>
              </a:spcBef>
              <a:spcAft>
                <a:spcPts val="0"/>
              </a:spcAft>
            </a:pPr>
            <a:r>
              <a:rPr lang="es-ES" sz="2000" b="1" dirty="0">
                <a:solidFill>
                  <a:schemeClr val="dk1"/>
                </a:solidFill>
                <a:latin typeface="+mn-lt"/>
                <a:ea typeface="Arial"/>
                <a:cs typeface="Arial"/>
                <a:sym typeface="Arial"/>
              </a:rPr>
              <a:t>I:T-&gt; P</a:t>
            </a:r>
          </a:p>
          <a:p>
            <a:pPr lvl="0" algn="ctr">
              <a:spcBef>
                <a:spcPts val="0"/>
              </a:spcBef>
              <a:spcAft>
                <a:spcPts val="0"/>
              </a:spcAft>
            </a:pPr>
            <a:endParaRPr sz="800" dirty="0">
              <a:solidFill>
                <a:schemeClr val="dk1"/>
              </a:solidFill>
              <a:latin typeface="+mn-lt"/>
              <a:ea typeface="Arial"/>
              <a:cs typeface="Arial"/>
              <a:sym typeface="Arial"/>
            </a:endParaRPr>
          </a:p>
          <a:p>
            <a:pPr marL="0" marR="0" lvl="0" indent="0" algn="l" rtl="0">
              <a:spcBef>
                <a:spcPts val="0"/>
              </a:spcBef>
              <a:spcAft>
                <a:spcPts val="0"/>
              </a:spcAft>
              <a:buNone/>
            </a:pPr>
            <a:r>
              <a:rPr lang="es-ES" sz="2000" dirty="0">
                <a:solidFill>
                  <a:schemeClr val="dk1"/>
                </a:solidFill>
                <a:latin typeface="+mn-lt"/>
                <a:ea typeface="Arial"/>
                <a:cs typeface="Arial"/>
                <a:sym typeface="Arial"/>
              </a:rPr>
              <a:t>I(t1)={P1} </a:t>
            </a:r>
          </a:p>
          <a:p>
            <a:pPr marL="0" marR="0" lvl="0" indent="0" algn="l" rtl="0">
              <a:spcBef>
                <a:spcPts val="0"/>
              </a:spcBef>
              <a:spcAft>
                <a:spcPts val="0"/>
              </a:spcAft>
              <a:buNone/>
            </a:pPr>
            <a:r>
              <a:rPr lang="es-ES" sz="2000" dirty="0">
                <a:solidFill>
                  <a:schemeClr val="dk1"/>
                </a:solidFill>
                <a:latin typeface="+mn-lt"/>
                <a:ea typeface="Arial"/>
                <a:cs typeface="Arial"/>
                <a:sym typeface="Arial"/>
              </a:rPr>
              <a:t>I(t2)={P2,P3,P5} </a:t>
            </a:r>
          </a:p>
          <a:p>
            <a:pPr marL="0" marR="0" lvl="0" indent="0" algn="l" rtl="0">
              <a:spcBef>
                <a:spcPts val="0"/>
              </a:spcBef>
              <a:spcAft>
                <a:spcPts val="0"/>
              </a:spcAft>
              <a:buNone/>
            </a:pPr>
            <a:r>
              <a:rPr lang="es-ES" sz="2000" dirty="0">
                <a:solidFill>
                  <a:schemeClr val="dk1"/>
                </a:solidFill>
                <a:latin typeface="+mn-lt"/>
                <a:ea typeface="Arial"/>
                <a:cs typeface="Arial"/>
                <a:sym typeface="Arial"/>
              </a:rPr>
              <a:t>I(t3)={P3}      </a:t>
            </a:r>
            <a:endParaRPr sz="2000" dirty="0">
              <a:latin typeface="+mn-lt"/>
            </a:endParaRPr>
          </a:p>
          <a:p>
            <a:pPr marL="0" marR="0" lvl="0" indent="0" algn="l" rtl="0">
              <a:spcBef>
                <a:spcPts val="0"/>
              </a:spcBef>
              <a:spcAft>
                <a:spcPts val="0"/>
              </a:spcAft>
              <a:buNone/>
            </a:pPr>
            <a:r>
              <a:rPr lang="es-ES" sz="2000" dirty="0">
                <a:solidFill>
                  <a:schemeClr val="dk1"/>
                </a:solidFill>
                <a:latin typeface="+mn-lt"/>
                <a:ea typeface="Arial"/>
                <a:cs typeface="Arial"/>
                <a:sym typeface="Arial"/>
              </a:rPr>
              <a:t>I(t4)={P4}</a:t>
            </a:r>
            <a:endParaRPr sz="2000" dirty="0">
              <a:latin typeface="+mn-lt"/>
            </a:endParaRPr>
          </a:p>
        </p:txBody>
      </p:sp>
      <p:sp>
        <p:nvSpPr>
          <p:cNvPr id="7" name="Google Shape;652;p13">
            <a:extLst>
              <a:ext uri="{FF2B5EF4-FFF2-40B4-BE49-F238E27FC236}">
                <a16:creationId xmlns:a16="http://schemas.microsoft.com/office/drawing/2014/main" id="{0CB7BDF1-C8FC-67A9-4DAA-4F183FF567A6}"/>
              </a:ext>
            </a:extLst>
          </p:cNvPr>
          <p:cNvSpPr/>
          <p:nvPr/>
        </p:nvSpPr>
        <p:spPr>
          <a:xfrm>
            <a:off x="6956624" y="4580465"/>
            <a:ext cx="2048148" cy="1815841"/>
          </a:xfrm>
          <a:prstGeom prst="rect">
            <a:avLst/>
          </a:prstGeom>
          <a:noFill/>
          <a:ln>
            <a:noFill/>
          </a:ln>
        </p:spPr>
        <p:txBody>
          <a:bodyPr spcFirstLastPara="1" wrap="square" lIns="91425" tIns="45700" rIns="91425" bIns="45700" anchor="t" anchorCtr="0">
            <a:spAutoFit/>
          </a:bodyPr>
          <a:lstStyle/>
          <a:p>
            <a:pPr lvl="0" algn="ctr">
              <a:spcBef>
                <a:spcPts val="0"/>
              </a:spcBef>
              <a:spcAft>
                <a:spcPts val="0"/>
              </a:spcAft>
            </a:pPr>
            <a:r>
              <a:rPr lang="es-ES" sz="2000" b="1" dirty="0">
                <a:solidFill>
                  <a:schemeClr val="dk1"/>
                </a:solidFill>
                <a:latin typeface="+mn-lt"/>
                <a:ea typeface="Arial"/>
                <a:cs typeface="Arial"/>
                <a:sym typeface="Arial"/>
              </a:rPr>
              <a:t>O:T-&gt; P</a:t>
            </a:r>
            <a:endParaRPr sz="2000" b="1" dirty="0">
              <a:latin typeface="+mn-lt"/>
            </a:endParaRPr>
          </a:p>
          <a:p>
            <a:pPr marL="0" marR="0" lvl="0" indent="0" algn="l" rtl="0">
              <a:spcBef>
                <a:spcPts val="0"/>
              </a:spcBef>
              <a:spcAft>
                <a:spcPts val="0"/>
              </a:spcAft>
              <a:buNone/>
            </a:pPr>
            <a:endParaRPr sz="800" dirty="0">
              <a:solidFill>
                <a:schemeClr val="dk1"/>
              </a:solidFill>
              <a:latin typeface="+mn-lt"/>
              <a:ea typeface="Arial"/>
              <a:cs typeface="Arial"/>
              <a:sym typeface="Arial"/>
            </a:endParaRPr>
          </a:p>
          <a:p>
            <a:pPr marL="0" marR="0" lvl="0" indent="0" algn="l" rtl="0">
              <a:spcBef>
                <a:spcPts val="0"/>
              </a:spcBef>
              <a:spcAft>
                <a:spcPts val="0"/>
              </a:spcAft>
              <a:buNone/>
            </a:pPr>
            <a:r>
              <a:rPr lang="es-ES" sz="2000" dirty="0">
                <a:solidFill>
                  <a:schemeClr val="dk1"/>
                </a:solidFill>
                <a:latin typeface="+mn-lt"/>
                <a:ea typeface="Arial"/>
                <a:cs typeface="Arial"/>
                <a:sym typeface="Arial"/>
              </a:rPr>
              <a:t>O(t1)={P2,P3,P5}</a:t>
            </a:r>
            <a:endParaRPr sz="2000" dirty="0">
              <a:latin typeface="+mn-lt"/>
            </a:endParaRPr>
          </a:p>
          <a:p>
            <a:pPr marL="0" marR="0" lvl="0" indent="0" algn="l" rtl="0">
              <a:spcBef>
                <a:spcPts val="0"/>
              </a:spcBef>
              <a:spcAft>
                <a:spcPts val="0"/>
              </a:spcAft>
              <a:buNone/>
            </a:pPr>
            <a:r>
              <a:rPr lang="es-ES" sz="2000" dirty="0">
                <a:solidFill>
                  <a:schemeClr val="dk1"/>
                </a:solidFill>
                <a:latin typeface="+mn-lt"/>
                <a:ea typeface="Arial"/>
                <a:cs typeface="Arial"/>
                <a:sym typeface="Arial"/>
              </a:rPr>
              <a:t>O(t2)={P5}</a:t>
            </a:r>
            <a:endParaRPr sz="2000" dirty="0">
              <a:latin typeface="+mn-lt"/>
            </a:endParaRPr>
          </a:p>
          <a:p>
            <a:pPr marL="0" marR="0" lvl="0" indent="0" algn="l" rtl="0">
              <a:spcBef>
                <a:spcPts val="0"/>
              </a:spcBef>
              <a:spcAft>
                <a:spcPts val="0"/>
              </a:spcAft>
              <a:buNone/>
            </a:pPr>
            <a:r>
              <a:rPr lang="es-ES" sz="2000" dirty="0">
                <a:solidFill>
                  <a:schemeClr val="dk1"/>
                </a:solidFill>
                <a:latin typeface="+mn-lt"/>
                <a:ea typeface="Arial"/>
                <a:cs typeface="Arial"/>
                <a:sym typeface="Arial"/>
              </a:rPr>
              <a:t>O(t3)={P4}      </a:t>
            </a:r>
            <a:endParaRPr sz="2000" dirty="0">
              <a:latin typeface="+mn-lt"/>
            </a:endParaRPr>
          </a:p>
          <a:p>
            <a:pPr marL="0" marR="0" lvl="0" indent="0" algn="l" rtl="0">
              <a:spcBef>
                <a:spcPts val="0"/>
              </a:spcBef>
              <a:spcAft>
                <a:spcPts val="0"/>
              </a:spcAft>
              <a:buNone/>
            </a:pPr>
            <a:r>
              <a:rPr lang="es-ES" sz="2000" dirty="0">
                <a:solidFill>
                  <a:schemeClr val="dk1"/>
                </a:solidFill>
                <a:latin typeface="+mn-lt"/>
                <a:ea typeface="Arial"/>
                <a:cs typeface="Arial"/>
                <a:sym typeface="Arial"/>
              </a:rPr>
              <a:t>O(t4)={P2,P3}</a:t>
            </a:r>
            <a:endParaRPr sz="2000" dirty="0">
              <a:latin typeface="+mn-lt"/>
            </a:endParaRPr>
          </a:p>
        </p:txBody>
      </p:sp>
    </p:spTree>
    <p:extLst>
      <p:ext uri="{BB962C8B-B14F-4D97-AF65-F5344CB8AC3E}">
        <p14:creationId xmlns:p14="http://schemas.microsoft.com/office/powerpoint/2010/main" val="338380581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65">
          <a:extLst>
            <a:ext uri="{FF2B5EF4-FFF2-40B4-BE49-F238E27FC236}">
              <a16:creationId xmlns:a16="http://schemas.microsoft.com/office/drawing/2014/main" id="{E2EF9954-B037-FAF9-3AE2-F9417C9774C3}"/>
            </a:ext>
          </a:extLst>
        </p:cNvPr>
        <p:cNvGrpSpPr/>
        <p:nvPr/>
      </p:nvGrpSpPr>
      <p:grpSpPr>
        <a:xfrm>
          <a:off x="0" y="0"/>
          <a:ext cx="0" cy="0"/>
          <a:chOff x="0" y="0"/>
          <a:chExt cx="0" cy="0"/>
        </a:xfrm>
      </p:grpSpPr>
      <p:sp>
        <p:nvSpPr>
          <p:cNvPr id="166" name="Google Shape;166;p8">
            <a:extLst>
              <a:ext uri="{FF2B5EF4-FFF2-40B4-BE49-F238E27FC236}">
                <a16:creationId xmlns:a16="http://schemas.microsoft.com/office/drawing/2014/main" id="{80AAB446-8B52-7AE6-3913-354EBB0AD7EB}"/>
              </a:ext>
            </a:extLst>
          </p:cNvPr>
          <p:cNvSpPr txBox="1">
            <a:spLocks noGrp="1"/>
          </p:cNvSpPr>
          <p:nvPr>
            <p:ph type="title"/>
          </p:nvPr>
        </p:nvSpPr>
        <p:spPr>
          <a:xfrm>
            <a:off x="1086866" y="1140614"/>
            <a:ext cx="10258593" cy="632876"/>
          </a:xfrm>
          <a:prstGeom prst="rect">
            <a:avLst/>
          </a:prstGeom>
          <a:noFill/>
          <a:ln>
            <a:noFill/>
          </a:ln>
        </p:spPr>
        <p:txBody>
          <a:bodyPr spcFirstLastPara="1" wrap="square" lIns="71675" tIns="35825" rIns="71675" bIns="35825" anchor="t" anchorCtr="0">
            <a:normAutofit/>
          </a:bodyPr>
          <a:lstStyle/>
          <a:p>
            <a:pPr marL="0" lvl="0" indent="0" algn="l" rtl="0">
              <a:lnSpc>
                <a:spcPct val="84000"/>
              </a:lnSpc>
              <a:spcBef>
                <a:spcPts val="0"/>
              </a:spcBef>
              <a:spcAft>
                <a:spcPts val="0"/>
              </a:spcAft>
              <a:buNone/>
            </a:pPr>
            <a:r>
              <a:rPr lang="es-ES" sz="4200" dirty="0">
                <a:solidFill>
                  <a:schemeClr val="dk1"/>
                </a:solidFill>
                <a:latin typeface="Calibri"/>
                <a:ea typeface="Calibri"/>
                <a:cs typeface="Calibri"/>
                <a:sym typeface="Calibri"/>
              </a:rPr>
              <a:t>Redes de Petri – Marcación inicial</a:t>
            </a:r>
            <a:endParaRPr sz="4200" dirty="0">
              <a:solidFill>
                <a:schemeClr val="dk1"/>
              </a:solidFill>
              <a:latin typeface="Calibri"/>
              <a:ea typeface="Calibri"/>
              <a:cs typeface="Calibri"/>
              <a:sym typeface="Calibri"/>
            </a:endParaRPr>
          </a:p>
        </p:txBody>
      </p:sp>
      <p:sp>
        <p:nvSpPr>
          <p:cNvPr id="167" name="Google Shape;167;p8">
            <a:extLst>
              <a:ext uri="{FF2B5EF4-FFF2-40B4-BE49-F238E27FC236}">
                <a16:creationId xmlns:a16="http://schemas.microsoft.com/office/drawing/2014/main" id="{88E578BE-11E8-3A4D-8E59-ACA3464AE26D}"/>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s-ES"/>
              <a:t>2026</a:t>
            </a:r>
            <a:endParaRPr/>
          </a:p>
        </p:txBody>
      </p:sp>
      <p:sp>
        <p:nvSpPr>
          <p:cNvPr id="168" name="Google Shape;168;p8">
            <a:extLst>
              <a:ext uri="{FF2B5EF4-FFF2-40B4-BE49-F238E27FC236}">
                <a16:creationId xmlns:a16="http://schemas.microsoft.com/office/drawing/2014/main" id="{35A226E1-8C68-BACF-8AAB-083588FEA5C5}"/>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s-ES"/>
              <a:t>INGENIERÍA DE SOFTWARE I</a:t>
            </a:r>
            <a:endParaRPr/>
          </a:p>
        </p:txBody>
      </p:sp>
      <p:sp>
        <p:nvSpPr>
          <p:cNvPr id="169" name="Google Shape;169;p8">
            <a:extLst>
              <a:ext uri="{FF2B5EF4-FFF2-40B4-BE49-F238E27FC236}">
                <a16:creationId xmlns:a16="http://schemas.microsoft.com/office/drawing/2014/main" id="{B952841D-4A03-0F2E-BEE2-CD6B680619F9}"/>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31</a:t>
            </a:fld>
            <a:endParaRPr/>
          </a:p>
        </p:txBody>
      </p:sp>
      <p:pic>
        <p:nvPicPr>
          <p:cNvPr id="4" name="Google Shape;660;p14" descr="0-petri">
            <a:extLst>
              <a:ext uri="{FF2B5EF4-FFF2-40B4-BE49-F238E27FC236}">
                <a16:creationId xmlns:a16="http://schemas.microsoft.com/office/drawing/2014/main" id="{85FDF106-3160-2D93-40A2-D6F3AA0A3E86}"/>
              </a:ext>
            </a:extLst>
          </p:cNvPr>
          <p:cNvPicPr preferRelativeResize="0"/>
          <p:nvPr/>
        </p:nvPicPr>
        <p:blipFill rotWithShape="1">
          <a:blip r:embed="rId3">
            <a:alphaModFix/>
          </a:blip>
          <a:srcRect l="4834" t="2585" r="5501" b="11429"/>
          <a:stretch/>
        </p:blipFill>
        <p:spPr>
          <a:xfrm>
            <a:off x="2333625" y="2001341"/>
            <a:ext cx="7265625" cy="3239988"/>
          </a:xfrm>
          <a:prstGeom prst="rect">
            <a:avLst/>
          </a:prstGeom>
          <a:noFill/>
          <a:ln>
            <a:noFill/>
          </a:ln>
        </p:spPr>
      </p:pic>
      <p:sp>
        <p:nvSpPr>
          <p:cNvPr id="8" name="Google Shape;661;p14">
            <a:extLst>
              <a:ext uri="{FF2B5EF4-FFF2-40B4-BE49-F238E27FC236}">
                <a16:creationId xmlns:a16="http://schemas.microsoft.com/office/drawing/2014/main" id="{ED1587F4-9773-D322-9D4E-511322677C49}"/>
              </a:ext>
            </a:extLst>
          </p:cNvPr>
          <p:cNvSpPr/>
          <p:nvPr/>
        </p:nvSpPr>
        <p:spPr>
          <a:xfrm>
            <a:off x="4079777" y="5445225"/>
            <a:ext cx="3967753"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2400"/>
              <a:buFont typeface="Noto Sans Symbols"/>
              <a:buNone/>
            </a:pPr>
            <a:r>
              <a:rPr lang="es-ES" sz="2400" dirty="0">
                <a:solidFill>
                  <a:schemeClr val="dk1"/>
                </a:solidFill>
                <a:latin typeface="Calibri"/>
                <a:ea typeface="Calibri"/>
                <a:cs typeface="Calibri"/>
                <a:sym typeface="Calibri"/>
              </a:rPr>
              <a:t>M(P1,P2,P3,P4,P5)=(1,2,0,1,1)</a:t>
            </a:r>
            <a:endParaRPr dirty="0"/>
          </a:p>
        </p:txBody>
      </p:sp>
    </p:spTree>
    <p:extLst>
      <p:ext uri="{BB962C8B-B14F-4D97-AF65-F5344CB8AC3E}">
        <p14:creationId xmlns:p14="http://schemas.microsoft.com/office/powerpoint/2010/main" val="125812565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65">
          <a:extLst>
            <a:ext uri="{FF2B5EF4-FFF2-40B4-BE49-F238E27FC236}">
              <a16:creationId xmlns:a16="http://schemas.microsoft.com/office/drawing/2014/main" id="{08CBB39D-77BE-76E7-FD77-CD9F8C20F657}"/>
            </a:ext>
          </a:extLst>
        </p:cNvPr>
        <p:cNvGrpSpPr/>
        <p:nvPr/>
      </p:nvGrpSpPr>
      <p:grpSpPr>
        <a:xfrm>
          <a:off x="0" y="0"/>
          <a:ext cx="0" cy="0"/>
          <a:chOff x="0" y="0"/>
          <a:chExt cx="0" cy="0"/>
        </a:xfrm>
      </p:grpSpPr>
      <p:sp>
        <p:nvSpPr>
          <p:cNvPr id="166" name="Google Shape;166;p8">
            <a:extLst>
              <a:ext uri="{FF2B5EF4-FFF2-40B4-BE49-F238E27FC236}">
                <a16:creationId xmlns:a16="http://schemas.microsoft.com/office/drawing/2014/main" id="{4197D237-75DC-DDE9-7AB6-7547A240AFBE}"/>
              </a:ext>
            </a:extLst>
          </p:cNvPr>
          <p:cNvSpPr txBox="1">
            <a:spLocks noGrp="1"/>
          </p:cNvSpPr>
          <p:nvPr>
            <p:ph type="title"/>
          </p:nvPr>
        </p:nvSpPr>
        <p:spPr>
          <a:xfrm>
            <a:off x="1086866" y="1140614"/>
            <a:ext cx="10258593" cy="632876"/>
          </a:xfrm>
          <a:prstGeom prst="rect">
            <a:avLst/>
          </a:prstGeom>
          <a:noFill/>
          <a:ln>
            <a:noFill/>
          </a:ln>
        </p:spPr>
        <p:txBody>
          <a:bodyPr spcFirstLastPara="1" wrap="square" lIns="71675" tIns="35825" rIns="71675" bIns="35825" anchor="t" anchorCtr="0">
            <a:normAutofit/>
          </a:bodyPr>
          <a:lstStyle/>
          <a:p>
            <a:pPr marL="0" lvl="0" indent="0" algn="l" rtl="0">
              <a:lnSpc>
                <a:spcPct val="84000"/>
              </a:lnSpc>
              <a:spcBef>
                <a:spcPts val="0"/>
              </a:spcBef>
              <a:spcAft>
                <a:spcPts val="0"/>
              </a:spcAft>
              <a:buNone/>
            </a:pPr>
            <a:r>
              <a:rPr lang="es-ES" sz="4382" dirty="0">
                <a:solidFill>
                  <a:schemeClr val="dk1"/>
                </a:solidFill>
                <a:latin typeface="Calibri"/>
                <a:ea typeface="Calibri"/>
                <a:cs typeface="Calibri"/>
                <a:sym typeface="Calibri"/>
              </a:rPr>
              <a:t>Redes de Petri</a:t>
            </a:r>
            <a:endParaRPr sz="4382" dirty="0">
              <a:solidFill>
                <a:schemeClr val="dk1"/>
              </a:solidFill>
              <a:latin typeface="Calibri"/>
              <a:ea typeface="Calibri"/>
              <a:cs typeface="Calibri"/>
              <a:sym typeface="Calibri"/>
            </a:endParaRPr>
          </a:p>
        </p:txBody>
      </p:sp>
      <p:sp>
        <p:nvSpPr>
          <p:cNvPr id="167" name="Google Shape;167;p8">
            <a:extLst>
              <a:ext uri="{FF2B5EF4-FFF2-40B4-BE49-F238E27FC236}">
                <a16:creationId xmlns:a16="http://schemas.microsoft.com/office/drawing/2014/main" id="{E37BB1A0-03AF-24B8-8198-B3172B64574D}"/>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s-ES"/>
              <a:t>2026</a:t>
            </a:r>
            <a:endParaRPr/>
          </a:p>
        </p:txBody>
      </p:sp>
      <p:sp>
        <p:nvSpPr>
          <p:cNvPr id="168" name="Google Shape;168;p8">
            <a:extLst>
              <a:ext uri="{FF2B5EF4-FFF2-40B4-BE49-F238E27FC236}">
                <a16:creationId xmlns:a16="http://schemas.microsoft.com/office/drawing/2014/main" id="{E410FF4B-1866-231F-30A7-E81B907CE4D5}"/>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s-ES"/>
              <a:t>INGENIERÍA DE SOFTWARE I</a:t>
            </a:r>
            <a:endParaRPr/>
          </a:p>
        </p:txBody>
      </p:sp>
      <p:sp>
        <p:nvSpPr>
          <p:cNvPr id="169" name="Google Shape;169;p8">
            <a:extLst>
              <a:ext uri="{FF2B5EF4-FFF2-40B4-BE49-F238E27FC236}">
                <a16:creationId xmlns:a16="http://schemas.microsoft.com/office/drawing/2014/main" id="{4174DF8A-F0CA-8B70-FD10-406DEED79846}"/>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32</a:t>
            </a:fld>
            <a:endParaRPr/>
          </a:p>
        </p:txBody>
      </p:sp>
      <p:sp>
        <p:nvSpPr>
          <p:cNvPr id="170" name="Google Shape;170;p8">
            <a:extLst>
              <a:ext uri="{FF2B5EF4-FFF2-40B4-BE49-F238E27FC236}">
                <a16:creationId xmlns:a16="http://schemas.microsoft.com/office/drawing/2014/main" id="{47EB6732-46F2-358E-A102-ABC2ADFF7B97}"/>
              </a:ext>
            </a:extLst>
          </p:cNvPr>
          <p:cNvSpPr/>
          <p:nvPr/>
        </p:nvSpPr>
        <p:spPr>
          <a:xfrm>
            <a:off x="1151584" y="1886309"/>
            <a:ext cx="10129156" cy="4460410"/>
          </a:xfrm>
          <a:prstGeom prst="rect">
            <a:avLst/>
          </a:prstGeom>
          <a:noFill/>
          <a:ln>
            <a:noFill/>
          </a:ln>
        </p:spPr>
        <p:txBody>
          <a:bodyPr spcFirstLastPara="1" wrap="square" lIns="89625" tIns="44800" rIns="89625" bIns="44800" anchor="t" anchorCtr="0">
            <a:noAutofit/>
          </a:bodyPr>
          <a:lstStyle/>
          <a:p>
            <a:pPr marL="447466" lvl="0" indent="-447466" algn="just">
              <a:spcBef>
                <a:spcPts val="0"/>
              </a:spcBef>
              <a:spcAft>
                <a:spcPts val="600"/>
              </a:spcAft>
              <a:buClr>
                <a:srgbClr val="C00000"/>
              </a:buClr>
              <a:buSzPts val="2789"/>
              <a:buFont typeface="Noto Sans Symbols"/>
              <a:buChar char="❖"/>
            </a:pPr>
            <a:r>
              <a:rPr lang="es-ES" sz="2800" dirty="0">
                <a:solidFill>
                  <a:schemeClr val="dk1"/>
                </a:solidFill>
                <a:latin typeface="Calibri"/>
                <a:ea typeface="Calibri"/>
                <a:cs typeface="Calibri"/>
                <a:sym typeface="Calibri"/>
              </a:rPr>
              <a:t>El conjunto de tokens asociado a cada estado sirve para manejar la coordinación de eventos y estados.</a:t>
            </a:r>
          </a:p>
          <a:p>
            <a:pPr marL="447466" lvl="0" indent="-447466" algn="just">
              <a:spcBef>
                <a:spcPts val="0"/>
              </a:spcBef>
              <a:spcAft>
                <a:spcPts val="600"/>
              </a:spcAft>
              <a:buClr>
                <a:srgbClr val="C00000"/>
              </a:buClr>
              <a:buSzPts val="2789"/>
              <a:buFont typeface="Noto Sans Symbols"/>
              <a:buChar char="❖"/>
            </a:pPr>
            <a:r>
              <a:rPr lang="es-ES" sz="2800" dirty="0">
                <a:solidFill>
                  <a:schemeClr val="dk1"/>
                </a:solidFill>
                <a:latin typeface="Calibri"/>
                <a:ea typeface="Calibri"/>
                <a:cs typeface="Calibri"/>
                <a:sym typeface="Calibri"/>
              </a:rPr>
              <a:t>Una vez que ocurre un evento, un token puede “viajar” de uno de los estados a otro.</a:t>
            </a:r>
          </a:p>
          <a:p>
            <a:pPr marL="447466" lvl="0" indent="-447466" algn="just">
              <a:spcBef>
                <a:spcPts val="0"/>
              </a:spcBef>
              <a:spcAft>
                <a:spcPts val="600"/>
              </a:spcAft>
              <a:buClr>
                <a:srgbClr val="C00000"/>
              </a:buClr>
              <a:buSzPts val="2789"/>
              <a:buFont typeface="Noto Sans Symbols"/>
              <a:buChar char="❖"/>
            </a:pPr>
            <a:r>
              <a:rPr lang="es-ES" sz="2800" dirty="0">
                <a:solidFill>
                  <a:schemeClr val="dk1"/>
                </a:solidFill>
                <a:latin typeface="Calibri"/>
                <a:ea typeface="Calibri"/>
                <a:cs typeface="Calibri"/>
                <a:sym typeface="Calibri"/>
              </a:rPr>
              <a:t>Las reglas de disparo provocan que los tokens “viajen” de un lugar a otro cuando se cumplen las condiciones adecuadas. </a:t>
            </a:r>
          </a:p>
          <a:p>
            <a:pPr marL="447466" lvl="0" indent="-447466" algn="just">
              <a:spcBef>
                <a:spcPts val="0"/>
              </a:spcBef>
              <a:spcAft>
                <a:spcPts val="600"/>
              </a:spcAft>
              <a:buClr>
                <a:srgbClr val="C00000"/>
              </a:buClr>
              <a:buSzPts val="2789"/>
              <a:buFont typeface="Noto Sans Symbols"/>
              <a:buChar char="❖"/>
            </a:pPr>
            <a:r>
              <a:rPr lang="es-ES" sz="2800" dirty="0">
                <a:solidFill>
                  <a:schemeClr val="dk1"/>
                </a:solidFill>
                <a:latin typeface="Calibri"/>
                <a:ea typeface="Calibri"/>
                <a:cs typeface="Calibri"/>
                <a:sym typeface="Calibri"/>
              </a:rPr>
              <a:t>La ejecución es controlada por el número y distribución de los tokens.</a:t>
            </a:r>
          </a:p>
          <a:p>
            <a:pPr lvl="0" algn="just">
              <a:spcBef>
                <a:spcPts val="0"/>
              </a:spcBef>
              <a:spcAft>
                <a:spcPts val="0"/>
              </a:spcAft>
              <a:buClr>
                <a:srgbClr val="C00000"/>
              </a:buClr>
              <a:buSzPts val="2789"/>
            </a:pPr>
            <a:endParaRPr lang="es-ES" sz="28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63171986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65">
          <a:extLst>
            <a:ext uri="{FF2B5EF4-FFF2-40B4-BE49-F238E27FC236}">
              <a16:creationId xmlns:a16="http://schemas.microsoft.com/office/drawing/2014/main" id="{C19A34B5-59B7-BC42-7F9E-FC5EADC8B33A}"/>
            </a:ext>
          </a:extLst>
        </p:cNvPr>
        <p:cNvGrpSpPr/>
        <p:nvPr/>
      </p:nvGrpSpPr>
      <p:grpSpPr>
        <a:xfrm>
          <a:off x="0" y="0"/>
          <a:ext cx="0" cy="0"/>
          <a:chOff x="0" y="0"/>
          <a:chExt cx="0" cy="0"/>
        </a:xfrm>
      </p:grpSpPr>
      <p:sp>
        <p:nvSpPr>
          <p:cNvPr id="166" name="Google Shape;166;p8">
            <a:extLst>
              <a:ext uri="{FF2B5EF4-FFF2-40B4-BE49-F238E27FC236}">
                <a16:creationId xmlns:a16="http://schemas.microsoft.com/office/drawing/2014/main" id="{16711301-1987-8309-EC2D-06B07944943D}"/>
              </a:ext>
            </a:extLst>
          </p:cNvPr>
          <p:cNvSpPr txBox="1">
            <a:spLocks noGrp="1"/>
          </p:cNvSpPr>
          <p:nvPr>
            <p:ph type="title"/>
          </p:nvPr>
        </p:nvSpPr>
        <p:spPr>
          <a:xfrm>
            <a:off x="1086866" y="1140614"/>
            <a:ext cx="10258593" cy="632876"/>
          </a:xfrm>
          <a:prstGeom prst="rect">
            <a:avLst/>
          </a:prstGeom>
          <a:noFill/>
          <a:ln>
            <a:noFill/>
          </a:ln>
        </p:spPr>
        <p:txBody>
          <a:bodyPr spcFirstLastPara="1" wrap="square" lIns="71675" tIns="35825" rIns="71675" bIns="35825" anchor="t" anchorCtr="0">
            <a:normAutofit/>
          </a:bodyPr>
          <a:lstStyle/>
          <a:p>
            <a:pPr marL="0" lvl="0" indent="0" algn="l" rtl="0">
              <a:lnSpc>
                <a:spcPct val="84000"/>
              </a:lnSpc>
              <a:spcBef>
                <a:spcPts val="0"/>
              </a:spcBef>
              <a:spcAft>
                <a:spcPts val="0"/>
              </a:spcAft>
              <a:buNone/>
            </a:pPr>
            <a:r>
              <a:rPr lang="es-ES" sz="4382" dirty="0">
                <a:solidFill>
                  <a:schemeClr val="dk1"/>
                </a:solidFill>
                <a:latin typeface="Calibri"/>
                <a:ea typeface="Calibri"/>
                <a:cs typeface="Calibri"/>
                <a:sym typeface="Calibri"/>
              </a:rPr>
              <a:t>Redes de Petri</a:t>
            </a:r>
            <a:endParaRPr sz="4382" dirty="0">
              <a:solidFill>
                <a:schemeClr val="dk1"/>
              </a:solidFill>
              <a:latin typeface="Calibri"/>
              <a:ea typeface="Calibri"/>
              <a:cs typeface="Calibri"/>
              <a:sym typeface="Calibri"/>
            </a:endParaRPr>
          </a:p>
        </p:txBody>
      </p:sp>
      <p:sp>
        <p:nvSpPr>
          <p:cNvPr id="167" name="Google Shape;167;p8">
            <a:extLst>
              <a:ext uri="{FF2B5EF4-FFF2-40B4-BE49-F238E27FC236}">
                <a16:creationId xmlns:a16="http://schemas.microsoft.com/office/drawing/2014/main" id="{763A6C80-7B28-1B06-E270-AE12F26CB876}"/>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s-ES"/>
              <a:t>2026</a:t>
            </a:r>
            <a:endParaRPr/>
          </a:p>
        </p:txBody>
      </p:sp>
      <p:sp>
        <p:nvSpPr>
          <p:cNvPr id="168" name="Google Shape;168;p8">
            <a:extLst>
              <a:ext uri="{FF2B5EF4-FFF2-40B4-BE49-F238E27FC236}">
                <a16:creationId xmlns:a16="http://schemas.microsoft.com/office/drawing/2014/main" id="{07EF38AC-1390-EFE1-E456-01502234FAF4}"/>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s-ES"/>
              <a:t>INGENIERÍA DE SOFTWARE I</a:t>
            </a:r>
            <a:endParaRPr/>
          </a:p>
        </p:txBody>
      </p:sp>
      <p:sp>
        <p:nvSpPr>
          <p:cNvPr id="169" name="Google Shape;169;p8">
            <a:extLst>
              <a:ext uri="{FF2B5EF4-FFF2-40B4-BE49-F238E27FC236}">
                <a16:creationId xmlns:a16="http://schemas.microsoft.com/office/drawing/2014/main" id="{63793EC1-E03C-C131-CF0B-65A7E86E45BC}"/>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33</a:t>
            </a:fld>
            <a:endParaRPr/>
          </a:p>
        </p:txBody>
      </p:sp>
      <p:sp>
        <p:nvSpPr>
          <p:cNvPr id="170" name="Google Shape;170;p8">
            <a:extLst>
              <a:ext uri="{FF2B5EF4-FFF2-40B4-BE49-F238E27FC236}">
                <a16:creationId xmlns:a16="http://schemas.microsoft.com/office/drawing/2014/main" id="{61B0A1CE-0632-AC5C-9105-053E03CCF477}"/>
              </a:ext>
            </a:extLst>
          </p:cNvPr>
          <p:cNvSpPr/>
          <p:nvPr/>
        </p:nvSpPr>
        <p:spPr>
          <a:xfrm>
            <a:off x="1151584" y="1886309"/>
            <a:ext cx="10129156" cy="4460410"/>
          </a:xfrm>
          <a:prstGeom prst="rect">
            <a:avLst/>
          </a:prstGeom>
          <a:noFill/>
          <a:ln>
            <a:noFill/>
          </a:ln>
        </p:spPr>
        <p:txBody>
          <a:bodyPr spcFirstLastPara="1" wrap="square" lIns="89625" tIns="44800" rIns="89625" bIns="44800" anchor="t" anchorCtr="0">
            <a:noAutofit/>
          </a:bodyPr>
          <a:lstStyle/>
          <a:p>
            <a:pPr marL="447466" lvl="0" indent="-447466" algn="just">
              <a:spcBef>
                <a:spcPts val="0"/>
              </a:spcBef>
              <a:spcAft>
                <a:spcPts val="600"/>
              </a:spcAft>
              <a:buClr>
                <a:srgbClr val="C00000"/>
              </a:buClr>
              <a:buSzPts val="2789"/>
              <a:buFont typeface="Noto Sans Symbols"/>
              <a:buChar char="❖"/>
            </a:pPr>
            <a:r>
              <a:rPr lang="es-ES" sz="2800" dirty="0">
                <a:solidFill>
                  <a:schemeClr val="dk1"/>
                </a:solidFill>
                <a:latin typeface="Calibri"/>
                <a:ea typeface="Calibri"/>
                <a:cs typeface="Calibri"/>
                <a:sym typeface="Calibri"/>
              </a:rPr>
              <a:t>La ejecución de una Red de Petri se realiza disparando transiciones habilitadas. </a:t>
            </a:r>
          </a:p>
          <a:p>
            <a:pPr marL="447466" lvl="0" indent="-447466" algn="just">
              <a:spcBef>
                <a:spcPts val="0"/>
              </a:spcBef>
              <a:spcAft>
                <a:spcPts val="600"/>
              </a:spcAft>
              <a:buClr>
                <a:srgbClr val="C00000"/>
              </a:buClr>
              <a:buSzPts val="2789"/>
              <a:buFont typeface="Noto Sans Symbols"/>
              <a:buChar char="❖"/>
            </a:pPr>
            <a:r>
              <a:rPr lang="es-ES" sz="2800" dirty="0">
                <a:solidFill>
                  <a:schemeClr val="dk1"/>
                </a:solidFill>
                <a:latin typeface="Calibri"/>
                <a:ea typeface="Calibri"/>
                <a:cs typeface="Calibri"/>
                <a:sym typeface="Calibri"/>
              </a:rPr>
              <a:t>Una transición está habilitada cuando cada lugar de entrada tiene al menos tantos tokens como arcos hacia la transición. </a:t>
            </a:r>
          </a:p>
          <a:p>
            <a:pPr marL="447466" lvl="0" indent="-447466" algn="just">
              <a:spcBef>
                <a:spcPts val="0"/>
              </a:spcBef>
              <a:spcAft>
                <a:spcPts val="600"/>
              </a:spcAft>
              <a:buClr>
                <a:srgbClr val="C00000"/>
              </a:buClr>
              <a:buSzPts val="2789"/>
              <a:buFont typeface="Noto Sans Symbols"/>
              <a:buChar char="❖"/>
            </a:pPr>
            <a:r>
              <a:rPr lang="es-ES" sz="2800" dirty="0">
                <a:solidFill>
                  <a:schemeClr val="dk1"/>
                </a:solidFill>
                <a:latin typeface="Calibri"/>
                <a:ea typeface="Calibri"/>
                <a:cs typeface="Calibri"/>
                <a:sym typeface="Calibri"/>
              </a:rPr>
              <a:t>Disparar una transición habilitada implica remover tokens de los lugares de entrada y distribuir tokens en los lugares de salida (teniendo en cuenta la cantidad de arcos que llegan y la cantidad de arcos que salen de la transición).</a:t>
            </a:r>
          </a:p>
          <a:p>
            <a:pPr lvl="0" algn="just">
              <a:spcBef>
                <a:spcPts val="0"/>
              </a:spcBef>
              <a:spcAft>
                <a:spcPts val="0"/>
              </a:spcAft>
              <a:buClr>
                <a:srgbClr val="C00000"/>
              </a:buClr>
              <a:buSzPts val="2789"/>
            </a:pPr>
            <a:endParaRPr lang="es-ES" sz="28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16471741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65">
          <a:extLst>
            <a:ext uri="{FF2B5EF4-FFF2-40B4-BE49-F238E27FC236}">
              <a16:creationId xmlns:a16="http://schemas.microsoft.com/office/drawing/2014/main" id="{F37476B5-017E-0709-C35D-39CE7881D9FE}"/>
            </a:ext>
          </a:extLst>
        </p:cNvPr>
        <p:cNvGrpSpPr/>
        <p:nvPr/>
      </p:nvGrpSpPr>
      <p:grpSpPr>
        <a:xfrm>
          <a:off x="0" y="0"/>
          <a:ext cx="0" cy="0"/>
          <a:chOff x="0" y="0"/>
          <a:chExt cx="0" cy="0"/>
        </a:xfrm>
      </p:grpSpPr>
      <p:sp>
        <p:nvSpPr>
          <p:cNvPr id="166" name="Google Shape;166;p8">
            <a:extLst>
              <a:ext uri="{FF2B5EF4-FFF2-40B4-BE49-F238E27FC236}">
                <a16:creationId xmlns:a16="http://schemas.microsoft.com/office/drawing/2014/main" id="{7759F5BA-8713-5B31-CA1E-A3FAD1E69AB2}"/>
              </a:ext>
            </a:extLst>
          </p:cNvPr>
          <p:cNvSpPr txBox="1">
            <a:spLocks noGrp="1"/>
          </p:cNvSpPr>
          <p:nvPr>
            <p:ph type="title"/>
          </p:nvPr>
        </p:nvSpPr>
        <p:spPr>
          <a:xfrm>
            <a:off x="1086866" y="1140614"/>
            <a:ext cx="10258593" cy="632876"/>
          </a:xfrm>
          <a:prstGeom prst="rect">
            <a:avLst/>
          </a:prstGeom>
          <a:noFill/>
          <a:ln>
            <a:noFill/>
          </a:ln>
        </p:spPr>
        <p:txBody>
          <a:bodyPr spcFirstLastPara="1" wrap="square" lIns="71675" tIns="35825" rIns="71675" bIns="35825" anchor="t" anchorCtr="0">
            <a:normAutofit/>
          </a:bodyPr>
          <a:lstStyle/>
          <a:p>
            <a:pPr marL="0" lvl="0" indent="0" algn="l" rtl="0">
              <a:lnSpc>
                <a:spcPct val="84000"/>
              </a:lnSpc>
              <a:spcBef>
                <a:spcPts val="0"/>
              </a:spcBef>
              <a:spcAft>
                <a:spcPts val="0"/>
              </a:spcAft>
              <a:buNone/>
            </a:pPr>
            <a:r>
              <a:rPr lang="es-ES" sz="4382" dirty="0">
                <a:solidFill>
                  <a:schemeClr val="dk1"/>
                </a:solidFill>
                <a:latin typeface="Calibri"/>
                <a:ea typeface="Calibri"/>
                <a:cs typeface="Calibri"/>
                <a:sym typeface="Calibri"/>
              </a:rPr>
              <a:t>Redes de Petri - Transiciones</a:t>
            </a:r>
            <a:endParaRPr sz="4382" dirty="0">
              <a:solidFill>
                <a:schemeClr val="dk1"/>
              </a:solidFill>
              <a:latin typeface="Calibri"/>
              <a:ea typeface="Calibri"/>
              <a:cs typeface="Calibri"/>
              <a:sym typeface="Calibri"/>
            </a:endParaRPr>
          </a:p>
        </p:txBody>
      </p:sp>
      <p:sp>
        <p:nvSpPr>
          <p:cNvPr id="167" name="Google Shape;167;p8">
            <a:extLst>
              <a:ext uri="{FF2B5EF4-FFF2-40B4-BE49-F238E27FC236}">
                <a16:creationId xmlns:a16="http://schemas.microsoft.com/office/drawing/2014/main" id="{DC8FFDE0-71EE-E4B2-D256-372C155F76B5}"/>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s-ES"/>
              <a:t>2026</a:t>
            </a:r>
            <a:endParaRPr/>
          </a:p>
        </p:txBody>
      </p:sp>
      <p:sp>
        <p:nvSpPr>
          <p:cNvPr id="168" name="Google Shape;168;p8">
            <a:extLst>
              <a:ext uri="{FF2B5EF4-FFF2-40B4-BE49-F238E27FC236}">
                <a16:creationId xmlns:a16="http://schemas.microsoft.com/office/drawing/2014/main" id="{5F6A04BE-27B7-189C-75DC-7DF8A6510525}"/>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s-ES"/>
              <a:t>INGENIERÍA DE SOFTWARE I</a:t>
            </a:r>
            <a:endParaRPr/>
          </a:p>
        </p:txBody>
      </p:sp>
      <p:sp>
        <p:nvSpPr>
          <p:cNvPr id="169" name="Google Shape;169;p8">
            <a:extLst>
              <a:ext uri="{FF2B5EF4-FFF2-40B4-BE49-F238E27FC236}">
                <a16:creationId xmlns:a16="http://schemas.microsoft.com/office/drawing/2014/main" id="{034CA7A1-0D59-08CE-976F-DC90FD2B12D6}"/>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34</a:t>
            </a:fld>
            <a:endParaRPr/>
          </a:p>
        </p:txBody>
      </p:sp>
      <p:sp>
        <p:nvSpPr>
          <p:cNvPr id="170" name="Google Shape;170;p8">
            <a:extLst>
              <a:ext uri="{FF2B5EF4-FFF2-40B4-BE49-F238E27FC236}">
                <a16:creationId xmlns:a16="http://schemas.microsoft.com/office/drawing/2014/main" id="{7A28D435-7C9B-1713-E593-7FD30B32AA16}"/>
              </a:ext>
            </a:extLst>
          </p:cNvPr>
          <p:cNvSpPr/>
          <p:nvPr/>
        </p:nvSpPr>
        <p:spPr>
          <a:xfrm>
            <a:off x="1151584" y="1886309"/>
            <a:ext cx="10129156" cy="4460410"/>
          </a:xfrm>
          <a:prstGeom prst="rect">
            <a:avLst/>
          </a:prstGeom>
          <a:noFill/>
          <a:ln>
            <a:noFill/>
          </a:ln>
        </p:spPr>
        <p:txBody>
          <a:bodyPr spcFirstLastPara="1" wrap="square" lIns="89625" tIns="44800" rIns="89625" bIns="44800" anchor="t" anchorCtr="0">
            <a:noAutofit/>
          </a:bodyPr>
          <a:lstStyle/>
          <a:p>
            <a:pPr lvl="0" algn="just">
              <a:spcBef>
                <a:spcPts val="0"/>
              </a:spcBef>
              <a:spcAft>
                <a:spcPts val="0"/>
              </a:spcAft>
              <a:buClr>
                <a:srgbClr val="C00000"/>
              </a:buClr>
              <a:buSzPts val="2789"/>
            </a:pPr>
            <a:endParaRPr lang="es-ES" sz="2800" dirty="0">
              <a:solidFill>
                <a:schemeClr val="dk1"/>
              </a:solidFill>
              <a:latin typeface="Calibri"/>
              <a:ea typeface="Calibri"/>
              <a:cs typeface="Calibri"/>
              <a:sym typeface="Calibri"/>
            </a:endParaRPr>
          </a:p>
        </p:txBody>
      </p:sp>
      <p:pic>
        <p:nvPicPr>
          <p:cNvPr id="3" name="Google Shape;686;p17" descr="111-Petri">
            <a:extLst>
              <a:ext uri="{FF2B5EF4-FFF2-40B4-BE49-F238E27FC236}">
                <a16:creationId xmlns:a16="http://schemas.microsoft.com/office/drawing/2014/main" id="{0B895D18-975F-8026-38D5-AA903D009606}"/>
              </a:ext>
            </a:extLst>
          </p:cNvPr>
          <p:cNvPicPr preferRelativeResize="0"/>
          <p:nvPr/>
        </p:nvPicPr>
        <p:blipFill rotWithShape="1">
          <a:blip r:embed="rId3">
            <a:alphaModFix/>
          </a:blip>
          <a:srcRect l="24987" t="8196" r="13468" b="5524"/>
          <a:stretch/>
        </p:blipFill>
        <p:spPr>
          <a:xfrm>
            <a:off x="6325697" y="2318427"/>
            <a:ext cx="2612572" cy="3024187"/>
          </a:xfrm>
          <a:prstGeom prst="rect">
            <a:avLst/>
          </a:prstGeom>
          <a:noFill/>
          <a:ln>
            <a:noFill/>
          </a:ln>
        </p:spPr>
      </p:pic>
      <p:sp>
        <p:nvSpPr>
          <p:cNvPr id="5" name="Google Shape;687;p17">
            <a:extLst>
              <a:ext uri="{FF2B5EF4-FFF2-40B4-BE49-F238E27FC236}">
                <a16:creationId xmlns:a16="http://schemas.microsoft.com/office/drawing/2014/main" id="{6FF11DC0-5A4E-CCDE-61E1-FBE66739B1AB}"/>
              </a:ext>
            </a:extLst>
          </p:cNvPr>
          <p:cNvSpPr/>
          <p:nvPr/>
        </p:nvSpPr>
        <p:spPr>
          <a:xfrm>
            <a:off x="2521562" y="2714551"/>
            <a:ext cx="3456384" cy="646331"/>
          </a:xfrm>
          <a:prstGeom prst="rightArrowCallout">
            <a:avLst>
              <a:gd name="adj1" fmla="val 17965"/>
              <a:gd name="adj2" fmla="val 25000"/>
              <a:gd name="adj3" fmla="val 25000"/>
              <a:gd name="adj4" fmla="val 82375"/>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spcFirstLastPara="1" wrap="square" lIns="91425" tIns="45700" rIns="91425" bIns="45700" anchor="t" anchorCtr="0">
            <a:spAutoFit/>
          </a:bodyPr>
          <a:lstStyle/>
          <a:p>
            <a:pPr marL="109537" marR="0" lvl="0" indent="0" algn="ctr" rtl="0">
              <a:lnSpc>
                <a:spcPct val="90000"/>
              </a:lnSpc>
              <a:spcBef>
                <a:spcPts val="0"/>
              </a:spcBef>
              <a:spcAft>
                <a:spcPts val="0"/>
              </a:spcAft>
              <a:buNone/>
            </a:pPr>
            <a:r>
              <a:rPr lang="es-ES" sz="2000" dirty="0">
                <a:solidFill>
                  <a:sysClr val="windowText" lastClr="000000"/>
                </a:solidFill>
                <a:latin typeface="Arial"/>
                <a:ea typeface="Arial"/>
                <a:cs typeface="Arial"/>
                <a:sym typeface="Arial"/>
              </a:rPr>
              <a:t>La transición está habilitada</a:t>
            </a:r>
            <a:endParaRPr dirty="0">
              <a:solidFill>
                <a:sysClr val="windowText" lastClr="000000"/>
              </a:solidFill>
            </a:endParaRPr>
          </a:p>
        </p:txBody>
      </p:sp>
      <p:sp>
        <p:nvSpPr>
          <p:cNvPr id="7" name="Google Shape;688;p17">
            <a:extLst>
              <a:ext uri="{FF2B5EF4-FFF2-40B4-BE49-F238E27FC236}">
                <a16:creationId xmlns:a16="http://schemas.microsoft.com/office/drawing/2014/main" id="{94D32A75-3AA1-8D3D-18B4-1FE59BFD02A2}"/>
              </a:ext>
            </a:extLst>
          </p:cNvPr>
          <p:cNvSpPr/>
          <p:nvPr/>
        </p:nvSpPr>
        <p:spPr>
          <a:xfrm>
            <a:off x="2521563" y="4293096"/>
            <a:ext cx="3456383" cy="646331"/>
          </a:xfrm>
          <a:prstGeom prst="rightArrowCallout">
            <a:avLst>
              <a:gd name="adj1" fmla="val 19386"/>
              <a:gd name="adj2" fmla="val 25000"/>
              <a:gd name="adj3" fmla="val 25000"/>
              <a:gd name="adj4" fmla="val 82795"/>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spcFirstLastPara="1" wrap="square" lIns="91425" tIns="45700" rIns="91425" bIns="45700" anchor="t" anchorCtr="0">
            <a:spAutoFit/>
          </a:bodyPr>
          <a:lstStyle/>
          <a:p>
            <a:pPr marL="109537" marR="0" lvl="0" indent="0" algn="ctr" rtl="0">
              <a:lnSpc>
                <a:spcPct val="90000"/>
              </a:lnSpc>
              <a:spcBef>
                <a:spcPts val="0"/>
              </a:spcBef>
              <a:spcAft>
                <a:spcPts val="0"/>
              </a:spcAft>
              <a:buNone/>
            </a:pPr>
            <a:r>
              <a:rPr lang="es-ES" sz="2000" dirty="0">
                <a:solidFill>
                  <a:sysClr val="windowText" lastClr="000000"/>
                </a:solidFill>
                <a:latin typeface="Arial"/>
                <a:ea typeface="Arial"/>
                <a:cs typeface="Arial"/>
                <a:sym typeface="Arial"/>
              </a:rPr>
              <a:t>La transición no está habilitada</a:t>
            </a:r>
            <a:endParaRPr dirty="0">
              <a:solidFill>
                <a:sysClr val="windowText" lastClr="000000"/>
              </a:solidFill>
            </a:endParaRPr>
          </a:p>
        </p:txBody>
      </p:sp>
    </p:spTree>
    <p:extLst>
      <p:ext uri="{BB962C8B-B14F-4D97-AF65-F5344CB8AC3E}">
        <p14:creationId xmlns:p14="http://schemas.microsoft.com/office/powerpoint/2010/main" val="400420198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65">
          <a:extLst>
            <a:ext uri="{FF2B5EF4-FFF2-40B4-BE49-F238E27FC236}">
              <a16:creationId xmlns:a16="http://schemas.microsoft.com/office/drawing/2014/main" id="{3562977D-6E94-5A31-F29D-10DE488AB04E}"/>
            </a:ext>
          </a:extLst>
        </p:cNvPr>
        <p:cNvGrpSpPr/>
        <p:nvPr/>
      </p:nvGrpSpPr>
      <p:grpSpPr>
        <a:xfrm>
          <a:off x="0" y="0"/>
          <a:ext cx="0" cy="0"/>
          <a:chOff x="0" y="0"/>
          <a:chExt cx="0" cy="0"/>
        </a:xfrm>
      </p:grpSpPr>
      <p:sp>
        <p:nvSpPr>
          <p:cNvPr id="166" name="Google Shape;166;p8">
            <a:extLst>
              <a:ext uri="{FF2B5EF4-FFF2-40B4-BE49-F238E27FC236}">
                <a16:creationId xmlns:a16="http://schemas.microsoft.com/office/drawing/2014/main" id="{F2125330-0A91-9245-F6F1-1B81A4637478}"/>
              </a:ext>
            </a:extLst>
          </p:cNvPr>
          <p:cNvSpPr txBox="1">
            <a:spLocks noGrp="1"/>
          </p:cNvSpPr>
          <p:nvPr>
            <p:ph type="title"/>
          </p:nvPr>
        </p:nvSpPr>
        <p:spPr>
          <a:xfrm>
            <a:off x="1086866" y="1140614"/>
            <a:ext cx="10258593" cy="632876"/>
          </a:xfrm>
          <a:prstGeom prst="rect">
            <a:avLst/>
          </a:prstGeom>
          <a:noFill/>
          <a:ln>
            <a:noFill/>
          </a:ln>
        </p:spPr>
        <p:txBody>
          <a:bodyPr spcFirstLastPara="1" wrap="square" lIns="71675" tIns="35825" rIns="71675" bIns="35825" anchor="t" anchorCtr="0">
            <a:normAutofit/>
          </a:bodyPr>
          <a:lstStyle/>
          <a:p>
            <a:pPr marL="0" lvl="0" indent="0" algn="l" rtl="0">
              <a:lnSpc>
                <a:spcPct val="84000"/>
              </a:lnSpc>
              <a:spcBef>
                <a:spcPts val="0"/>
              </a:spcBef>
              <a:spcAft>
                <a:spcPts val="0"/>
              </a:spcAft>
              <a:buNone/>
            </a:pPr>
            <a:r>
              <a:rPr lang="es-ES" sz="4382" dirty="0">
                <a:solidFill>
                  <a:schemeClr val="dk1"/>
                </a:solidFill>
                <a:latin typeface="Calibri"/>
                <a:ea typeface="Calibri"/>
                <a:cs typeface="Calibri"/>
                <a:sym typeface="Calibri"/>
              </a:rPr>
              <a:t>Redes de Petri</a:t>
            </a:r>
            <a:endParaRPr sz="4382" dirty="0">
              <a:solidFill>
                <a:schemeClr val="dk1"/>
              </a:solidFill>
              <a:latin typeface="Calibri"/>
              <a:ea typeface="Calibri"/>
              <a:cs typeface="Calibri"/>
              <a:sym typeface="Calibri"/>
            </a:endParaRPr>
          </a:p>
        </p:txBody>
      </p:sp>
      <p:sp>
        <p:nvSpPr>
          <p:cNvPr id="167" name="Google Shape;167;p8">
            <a:extLst>
              <a:ext uri="{FF2B5EF4-FFF2-40B4-BE49-F238E27FC236}">
                <a16:creationId xmlns:a16="http://schemas.microsoft.com/office/drawing/2014/main" id="{0E00DA22-6BAB-8FEF-5A82-1FBCA195D6EB}"/>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s-ES"/>
              <a:t>2026</a:t>
            </a:r>
            <a:endParaRPr/>
          </a:p>
        </p:txBody>
      </p:sp>
      <p:sp>
        <p:nvSpPr>
          <p:cNvPr id="168" name="Google Shape;168;p8">
            <a:extLst>
              <a:ext uri="{FF2B5EF4-FFF2-40B4-BE49-F238E27FC236}">
                <a16:creationId xmlns:a16="http://schemas.microsoft.com/office/drawing/2014/main" id="{1A443EC2-EE20-40FC-71B0-A31C0DE59944}"/>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s-ES"/>
              <a:t>INGENIERÍA DE SOFTWARE I</a:t>
            </a:r>
            <a:endParaRPr/>
          </a:p>
        </p:txBody>
      </p:sp>
      <p:sp>
        <p:nvSpPr>
          <p:cNvPr id="169" name="Google Shape;169;p8">
            <a:extLst>
              <a:ext uri="{FF2B5EF4-FFF2-40B4-BE49-F238E27FC236}">
                <a16:creationId xmlns:a16="http://schemas.microsoft.com/office/drawing/2014/main" id="{8F840F4E-C41F-5A35-89E3-1F9D4B6AD6B0}"/>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35</a:t>
            </a:fld>
            <a:endParaRPr/>
          </a:p>
        </p:txBody>
      </p:sp>
      <p:sp>
        <p:nvSpPr>
          <p:cNvPr id="170" name="Google Shape;170;p8">
            <a:extLst>
              <a:ext uri="{FF2B5EF4-FFF2-40B4-BE49-F238E27FC236}">
                <a16:creationId xmlns:a16="http://schemas.microsoft.com/office/drawing/2014/main" id="{D21D9254-79F4-E8E1-5FEB-428DAEBADE24}"/>
              </a:ext>
            </a:extLst>
          </p:cNvPr>
          <p:cNvSpPr/>
          <p:nvPr/>
        </p:nvSpPr>
        <p:spPr>
          <a:xfrm>
            <a:off x="1151584" y="1886309"/>
            <a:ext cx="10129156" cy="4460410"/>
          </a:xfrm>
          <a:prstGeom prst="rect">
            <a:avLst/>
          </a:prstGeom>
          <a:noFill/>
          <a:ln>
            <a:noFill/>
          </a:ln>
        </p:spPr>
        <p:txBody>
          <a:bodyPr spcFirstLastPara="1" wrap="square" lIns="89625" tIns="44800" rIns="89625" bIns="44800" anchor="t" anchorCtr="0">
            <a:noAutofit/>
          </a:bodyPr>
          <a:lstStyle/>
          <a:p>
            <a:pPr marL="447466" lvl="0" indent="-447466" algn="just">
              <a:spcBef>
                <a:spcPts val="0"/>
              </a:spcBef>
              <a:spcAft>
                <a:spcPts val="300"/>
              </a:spcAft>
              <a:buClr>
                <a:srgbClr val="C00000"/>
              </a:buClr>
              <a:buSzPts val="2789"/>
              <a:buFont typeface="Noto Sans Symbols"/>
              <a:buChar char="❖"/>
            </a:pPr>
            <a:r>
              <a:rPr lang="es-ES" sz="2800" dirty="0">
                <a:solidFill>
                  <a:schemeClr val="dk1"/>
                </a:solidFill>
                <a:latin typeface="Calibri"/>
                <a:ea typeface="Calibri"/>
                <a:cs typeface="Calibri"/>
                <a:sym typeface="Calibri"/>
              </a:rPr>
              <a:t>La ocurrencia de los eventos (transiciones) depende del estado del sistema.</a:t>
            </a:r>
          </a:p>
          <a:p>
            <a:pPr marL="447466" lvl="0" indent="-447466" algn="just">
              <a:spcBef>
                <a:spcPts val="0"/>
              </a:spcBef>
              <a:spcAft>
                <a:spcPts val="300"/>
              </a:spcAft>
              <a:buClr>
                <a:srgbClr val="C00000"/>
              </a:buClr>
              <a:buSzPts val="2789"/>
              <a:buFont typeface="Noto Sans Symbols"/>
              <a:buChar char="❖"/>
            </a:pPr>
            <a:r>
              <a:rPr lang="es-ES" sz="2800" dirty="0">
                <a:solidFill>
                  <a:schemeClr val="dk1"/>
                </a:solidFill>
                <a:latin typeface="Calibri"/>
                <a:ea typeface="Calibri"/>
                <a:cs typeface="Calibri"/>
                <a:sym typeface="Calibri"/>
              </a:rPr>
              <a:t>Una condición puede ser V  (con token) o F (sin token).</a:t>
            </a:r>
          </a:p>
          <a:p>
            <a:pPr marL="447466" lvl="0" indent="-447466" algn="just">
              <a:spcBef>
                <a:spcPts val="0"/>
              </a:spcBef>
              <a:spcAft>
                <a:spcPts val="300"/>
              </a:spcAft>
              <a:buClr>
                <a:srgbClr val="C00000"/>
              </a:buClr>
              <a:buSzPts val="2789"/>
              <a:buFont typeface="Noto Sans Symbols"/>
              <a:buChar char="❖"/>
            </a:pPr>
            <a:r>
              <a:rPr lang="es-ES" sz="2800" dirty="0">
                <a:solidFill>
                  <a:schemeClr val="dk1"/>
                </a:solidFill>
                <a:latin typeface="Calibri"/>
                <a:ea typeface="Calibri"/>
                <a:cs typeface="Calibri"/>
                <a:sym typeface="Calibri"/>
              </a:rPr>
              <a:t>La ocurrencia de un evento está sujeta a que se den ciertas condiciones (pre) y al ocurrir el evento causa que se hagan verdaderas las </a:t>
            </a:r>
            <a:r>
              <a:rPr lang="es-ES" sz="2800" dirty="0" err="1">
                <a:solidFill>
                  <a:schemeClr val="dk1"/>
                </a:solidFill>
                <a:latin typeface="Calibri"/>
                <a:ea typeface="Calibri"/>
                <a:cs typeface="Calibri"/>
                <a:sym typeface="Calibri"/>
              </a:rPr>
              <a:t>post-condiciones</a:t>
            </a:r>
            <a:r>
              <a:rPr lang="es-ES" sz="2800" dirty="0">
                <a:solidFill>
                  <a:schemeClr val="dk1"/>
                </a:solidFill>
                <a:latin typeface="Calibri"/>
                <a:ea typeface="Calibri"/>
                <a:cs typeface="Calibri"/>
                <a:sym typeface="Calibri"/>
              </a:rPr>
              <a:t>.</a:t>
            </a:r>
          </a:p>
          <a:p>
            <a:pPr marL="447466" lvl="0" indent="-447466" algn="just">
              <a:spcBef>
                <a:spcPts val="0"/>
              </a:spcBef>
              <a:spcAft>
                <a:spcPts val="300"/>
              </a:spcAft>
              <a:buClr>
                <a:srgbClr val="C00000"/>
              </a:buClr>
              <a:buSzPts val="2789"/>
              <a:buFont typeface="Noto Sans Symbols"/>
              <a:buChar char="❖"/>
            </a:pPr>
            <a:r>
              <a:rPr lang="es-ES" sz="2800" dirty="0">
                <a:solidFill>
                  <a:schemeClr val="dk1"/>
                </a:solidFill>
                <a:latin typeface="Calibri"/>
                <a:ea typeface="Calibri"/>
                <a:cs typeface="Calibri"/>
                <a:sym typeface="Calibri"/>
              </a:rPr>
              <a:t>Las RP son asincrónicas y el orden en que ocurren los eventos es uno de los permitidos .</a:t>
            </a:r>
          </a:p>
          <a:p>
            <a:pPr marL="447466" lvl="0" indent="-447466" algn="just">
              <a:spcBef>
                <a:spcPts val="0"/>
              </a:spcBef>
              <a:spcAft>
                <a:spcPts val="300"/>
              </a:spcAft>
              <a:buClr>
                <a:srgbClr val="C00000"/>
              </a:buClr>
              <a:buSzPts val="2789"/>
              <a:buFont typeface="Noto Sans Symbols"/>
              <a:buChar char="❖"/>
            </a:pPr>
            <a:r>
              <a:rPr lang="es-ES" sz="2800" dirty="0">
                <a:solidFill>
                  <a:schemeClr val="dk1"/>
                </a:solidFill>
                <a:latin typeface="Calibri"/>
                <a:ea typeface="Calibri"/>
                <a:cs typeface="Calibri"/>
                <a:sym typeface="Calibri"/>
              </a:rPr>
              <a:t>La ejecución es NO DETERMINÍSTICA.</a:t>
            </a:r>
          </a:p>
          <a:p>
            <a:pPr marL="447466" lvl="0" indent="-447466" algn="just">
              <a:spcBef>
                <a:spcPts val="0"/>
              </a:spcBef>
              <a:spcAft>
                <a:spcPts val="300"/>
              </a:spcAft>
              <a:buClr>
                <a:srgbClr val="C00000"/>
              </a:buClr>
              <a:buSzPts val="2789"/>
              <a:buFont typeface="Noto Sans Symbols"/>
              <a:buChar char="❖"/>
            </a:pPr>
            <a:r>
              <a:rPr lang="es-ES" sz="2800" dirty="0">
                <a:solidFill>
                  <a:schemeClr val="dk1"/>
                </a:solidFill>
                <a:latin typeface="Calibri"/>
                <a:ea typeface="Calibri"/>
                <a:cs typeface="Calibri"/>
                <a:sym typeface="Calibri"/>
              </a:rPr>
              <a:t>Se acepta que el disparo de una transición es instantáneo.</a:t>
            </a:r>
          </a:p>
          <a:p>
            <a:pPr lvl="0" algn="just">
              <a:spcBef>
                <a:spcPts val="0"/>
              </a:spcBef>
              <a:spcAft>
                <a:spcPts val="300"/>
              </a:spcAft>
              <a:buClr>
                <a:srgbClr val="C00000"/>
              </a:buClr>
              <a:buSzPts val="2789"/>
            </a:pPr>
            <a:endParaRPr lang="es-ES" sz="28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75558893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65">
          <a:extLst>
            <a:ext uri="{FF2B5EF4-FFF2-40B4-BE49-F238E27FC236}">
              <a16:creationId xmlns:a16="http://schemas.microsoft.com/office/drawing/2014/main" id="{ABC6B9E1-564D-F0DC-5B7C-3A98A2B85458}"/>
            </a:ext>
          </a:extLst>
        </p:cNvPr>
        <p:cNvGrpSpPr/>
        <p:nvPr/>
      </p:nvGrpSpPr>
      <p:grpSpPr>
        <a:xfrm>
          <a:off x="0" y="0"/>
          <a:ext cx="0" cy="0"/>
          <a:chOff x="0" y="0"/>
          <a:chExt cx="0" cy="0"/>
        </a:xfrm>
      </p:grpSpPr>
      <p:sp>
        <p:nvSpPr>
          <p:cNvPr id="166" name="Google Shape;166;p8">
            <a:extLst>
              <a:ext uri="{FF2B5EF4-FFF2-40B4-BE49-F238E27FC236}">
                <a16:creationId xmlns:a16="http://schemas.microsoft.com/office/drawing/2014/main" id="{04F28A62-3D7D-F182-6DED-32B0A9B5A83B}"/>
              </a:ext>
            </a:extLst>
          </p:cNvPr>
          <p:cNvSpPr txBox="1">
            <a:spLocks noGrp="1"/>
          </p:cNvSpPr>
          <p:nvPr>
            <p:ph type="title"/>
          </p:nvPr>
        </p:nvSpPr>
        <p:spPr>
          <a:xfrm>
            <a:off x="1086866" y="1140614"/>
            <a:ext cx="10258593" cy="632876"/>
          </a:xfrm>
          <a:prstGeom prst="rect">
            <a:avLst/>
          </a:prstGeom>
          <a:noFill/>
          <a:ln>
            <a:noFill/>
          </a:ln>
        </p:spPr>
        <p:txBody>
          <a:bodyPr spcFirstLastPara="1" wrap="square" lIns="71675" tIns="35825" rIns="71675" bIns="35825" anchor="t" anchorCtr="0">
            <a:normAutofit/>
          </a:bodyPr>
          <a:lstStyle/>
          <a:p>
            <a:pPr marL="0" lvl="0" indent="0" algn="l" rtl="0">
              <a:lnSpc>
                <a:spcPct val="84000"/>
              </a:lnSpc>
              <a:spcBef>
                <a:spcPts val="0"/>
              </a:spcBef>
              <a:spcAft>
                <a:spcPts val="0"/>
              </a:spcAft>
              <a:buNone/>
            </a:pPr>
            <a:r>
              <a:rPr lang="es-ES" sz="4382" dirty="0">
                <a:solidFill>
                  <a:schemeClr val="dk1"/>
                </a:solidFill>
                <a:latin typeface="Calibri"/>
                <a:ea typeface="Calibri"/>
                <a:cs typeface="Calibri"/>
                <a:sym typeface="Calibri"/>
              </a:rPr>
              <a:t>Redes de Petri - Paralelismo</a:t>
            </a:r>
            <a:endParaRPr sz="4382" dirty="0">
              <a:solidFill>
                <a:schemeClr val="dk1"/>
              </a:solidFill>
              <a:latin typeface="Calibri"/>
              <a:ea typeface="Calibri"/>
              <a:cs typeface="Calibri"/>
              <a:sym typeface="Calibri"/>
            </a:endParaRPr>
          </a:p>
        </p:txBody>
      </p:sp>
      <p:sp>
        <p:nvSpPr>
          <p:cNvPr id="167" name="Google Shape;167;p8">
            <a:extLst>
              <a:ext uri="{FF2B5EF4-FFF2-40B4-BE49-F238E27FC236}">
                <a16:creationId xmlns:a16="http://schemas.microsoft.com/office/drawing/2014/main" id="{07D78303-857C-0942-E354-84135723F77C}"/>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s-ES"/>
              <a:t>2026</a:t>
            </a:r>
            <a:endParaRPr/>
          </a:p>
        </p:txBody>
      </p:sp>
      <p:sp>
        <p:nvSpPr>
          <p:cNvPr id="168" name="Google Shape;168;p8">
            <a:extLst>
              <a:ext uri="{FF2B5EF4-FFF2-40B4-BE49-F238E27FC236}">
                <a16:creationId xmlns:a16="http://schemas.microsoft.com/office/drawing/2014/main" id="{3495DA35-5984-411F-B876-2B6659F26A07}"/>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s-ES"/>
              <a:t>INGENIERÍA DE SOFTWARE I</a:t>
            </a:r>
            <a:endParaRPr/>
          </a:p>
        </p:txBody>
      </p:sp>
      <p:sp>
        <p:nvSpPr>
          <p:cNvPr id="169" name="Google Shape;169;p8">
            <a:extLst>
              <a:ext uri="{FF2B5EF4-FFF2-40B4-BE49-F238E27FC236}">
                <a16:creationId xmlns:a16="http://schemas.microsoft.com/office/drawing/2014/main" id="{7FFAE38A-7D03-859E-C899-191C9FDB399B}"/>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36</a:t>
            </a:fld>
            <a:endParaRPr/>
          </a:p>
        </p:txBody>
      </p:sp>
      <p:sp>
        <p:nvSpPr>
          <p:cNvPr id="170" name="Google Shape;170;p8">
            <a:extLst>
              <a:ext uri="{FF2B5EF4-FFF2-40B4-BE49-F238E27FC236}">
                <a16:creationId xmlns:a16="http://schemas.microsoft.com/office/drawing/2014/main" id="{139385F5-3C45-F6AB-0DA9-BBC0A53043BA}"/>
              </a:ext>
            </a:extLst>
          </p:cNvPr>
          <p:cNvSpPr/>
          <p:nvPr/>
        </p:nvSpPr>
        <p:spPr>
          <a:xfrm>
            <a:off x="1151584" y="1886309"/>
            <a:ext cx="10129156" cy="4460410"/>
          </a:xfrm>
          <a:prstGeom prst="rect">
            <a:avLst/>
          </a:prstGeom>
          <a:noFill/>
          <a:ln>
            <a:noFill/>
          </a:ln>
        </p:spPr>
        <p:txBody>
          <a:bodyPr spcFirstLastPara="1" wrap="square" lIns="89625" tIns="44800" rIns="89625" bIns="44800" anchor="t" anchorCtr="0">
            <a:noAutofit/>
          </a:bodyPr>
          <a:lstStyle/>
          <a:p>
            <a:pPr lvl="0" algn="just">
              <a:spcBef>
                <a:spcPts val="0"/>
              </a:spcBef>
              <a:spcAft>
                <a:spcPts val="0"/>
              </a:spcAft>
              <a:buClr>
                <a:srgbClr val="C00000"/>
              </a:buClr>
              <a:buSzPts val="2789"/>
            </a:pPr>
            <a:endParaRPr lang="es-ES" sz="2800" dirty="0">
              <a:solidFill>
                <a:schemeClr val="dk1"/>
              </a:solidFill>
              <a:latin typeface="Calibri"/>
              <a:ea typeface="Calibri"/>
              <a:cs typeface="Calibri"/>
              <a:sym typeface="Calibri"/>
            </a:endParaRPr>
          </a:p>
        </p:txBody>
      </p:sp>
      <p:grpSp>
        <p:nvGrpSpPr>
          <p:cNvPr id="2" name="Google Shape;704;p19">
            <a:extLst>
              <a:ext uri="{FF2B5EF4-FFF2-40B4-BE49-F238E27FC236}">
                <a16:creationId xmlns:a16="http://schemas.microsoft.com/office/drawing/2014/main" id="{DF2AD4D1-25CC-2EB8-90A8-98044FE8F7CB}"/>
              </a:ext>
            </a:extLst>
          </p:cNvPr>
          <p:cNvGrpSpPr/>
          <p:nvPr/>
        </p:nvGrpSpPr>
        <p:grpSpPr>
          <a:xfrm>
            <a:off x="3457618" y="1773490"/>
            <a:ext cx="3981569" cy="4538367"/>
            <a:chOff x="2930675" y="1093575"/>
            <a:chExt cx="4726867" cy="5071531"/>
          </a:xfrm>
        </p:grpSpPr>
        <p:sp>
          <p:nvSpPr>
            <p:cNvPr id="4" name="Google Shape;705;p19">
              <a:extLst>
                <a:ext uri="{FF2B5EF4-FFF2-40B4-BE49-F238E27FC236}">
                  <a16:creationId xmlns:a16="http://schemas.microsoft.com/office/drawing/2014/main" id="{F0F9ADC4-317F-C28B-C845-524517A52FD2}"/>
                </a:ext>
              </a:extLst>
            </p:cNvPr>
            <p:cNvSpPr/>
            <p:nvPr/>
          </p:nvSpPr>
          <p:spPr>
            <a:xfrm>
              <a:off x="5407442" y="1117627"/>
              <a:ext cx="432048" cy="360040"/>
            </a:xfrm>
            <a:prstGeom prst="ellipse">
              <a:avLst/>
            </a:prstGeom>
            <a:solidFill>
              <a:schemeClr val="lt1"/>
            </a:solidFill>
            <a:ln w="127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latin typeface="+mn-lt"/>
                <a:ea typeface="Times New Roman"/>
                <a:cs typeface="Times New Roman"/>
                <a:sym typeface="Times New Roman"/>
              </a:endParaRPr>
            </a:p>
          </p:txBody>
        </p:sp>
        <p:sp>
          <p:nvSpPr>
            <p:cNvPr id="6" name="Google Shape;706;p19">
              <a:extLst>
                <a:ext uri="{FF2B5EF4-FFF2-40B4-BE49-F238E27FC236}">
                  <a16:creationId xmlns:a16="http://schemas.microsoft.com/office/drawing/2014/main" id="{99F524D8-D9E0-FA95-0F70-465C113EB971}"/>
                </a:ext>
              </a:extLst>
            </p:cNvPr>
            <p:cNvSpPr/>
            <p:nvPr/>
          </p:nvSpPr>
          <p:spPr>
            <a:xfrm>
              <a:off x="3895274" y="2197747"/>
              <a:ext cx="432048" cy="360040"/>
            </a:xfrm>
            <a:prstGeom prst="ellipse">
              <a:avLst/>
            </a:prstGeom>
            <a:solidFill>
              <a:schemeClr val="lt1"/>
            </a:solidFill>
            <a:ln w="127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latin typeface="+mn-lt"/>
                <a:ea typeface="Times New Roman"/>
                <a:cs typeface="Times New Roman"/>
                <a:sym typeface="Times New Roman"/>
              </a:endParaRPr>
            </a:p>
          </p:txBody>
        </p:sp>
        <p:sp>
          <p:nvSpPr>
            <p:cNvPr id="8" name="Google Shape;707;p19">
              <a:extLst>
                <a:ext uri="{FF2B5EF4-FFF2-40B4-BE49-F238E27FC236}">
                  <a16:creationId xmlns:a16="http://schemas.microsoft.com/office/drawing/2014/main" id="{18720B97-A227-6849-7BEA-519FF44AC470}"/>
                </a:ext>
              </a:extLst>
            </p:cNvPr>
            <p:cNvSpPr/>
            <p:nvPr/>
          </p:nvSpPr>
          <p:spPr>
            <a:xfrm>
              <a:off x="5407442" y="2197747"/>
              <a:ext cx="432048" cy="360040"/>
            </a:xfrm>
            <a:prstGeom prst="ellipse">
              <a:avLst/>
            </a:prstGeom>
            <a:solidFill>
              <a:schemeClr val="lt1"/>
            </a:solidFill>
            <a:ln w="127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latin typeface="+mn-lt"/>
                <a:ea typeface="Times New Roman"/>
                <a:cs typeface="Times New Roman"/>
                <a:sym typeface="Times New Roman"/>
              </a:endParaRPr>
            </a:p>
          </p:txBody>
        </p:sp>
        <p:sp>
          <p:nvSpPr>
            <p:cNvPr id="9" name="Google Shape;708;p19">
              <a:extLst>
                <a:ext uri="{FF2B5EF4-FFF2-40B4-BE49-F238E27FC236}">
                  <a16:creationId xmlns:a16="http://schemas.microsoft.com/office/drawing/2014/main" id="{0D42DFB3-C869-37C8-B71A-61D4AF72CB95}"/>
                </a:ext>
              </a:extLst>
            </p:cNvPr>
            <p:cNvSpPr/>
            <p:nvPr/>
          </p:nvSpPr>
          <p:spPr>
            <a:xfrm>
              <a:off x="7063626" y="2197747"/>
              <a:ext cx="432048" cy="360040"/>
            </a:xfrm>
            <a:prstGeom prst="ellipse">
              <a:avLst/>
            </a:prstGeom>
            <a:solidFill>
              <a:schemeClr val="lt1"/>
            </a:solidFill>
            <a:ln w="127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latin typeface="+mn-lt"/>
                <a:ea typeface="Times New Roman"/>
                <a:cs typeface="Times New Roman"/>
                <a:sym typeface="Times New Roman"/>
              </a:endParaRPr>
            </a:p>
          </p:txBody>
        </p:sp>
        <p:sp>
          <p:nvSpPr>
            <p:cNvPr id="10" name="Google Shape;709;p19">
              <a:extLst>
                <a:ext uri="{FF2B5EF4-FFF2-40B4-BE49-F238E27FC236}">
                  <a16:creationId xmlns:a16="http://schemas.microsoft.com/office/drawing/2014/main" id="{0F5C842A-AA4F-ED9E-4A65-60A1D9D8ED97}"/>
                </a:ext>
              </a:extLst>
            </p:cNvPr>
            <p:cNvSpPr/>
            <p:nvPr/>
          </p:nvSpPr>
          <p:spPr>
            <a:xfrm>
              <a:off x="3895274" y="3997947"/>
              <a:ext cx="432048" cy="360040"/>
            </a:xfrm>
            <a:prstGeom prst="ellipse">
              <a:avLst/>
            </a:prstGeom>
            <a:solidFill>
              <a:schemeClr val="lt1"/>
            </a:solidFill>
            <a:ln w="127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latin typeface="+mn-lt"/>
                <a:ea typeface="Times New Roman"/>
                <a:cs typeface="Times New Roman"/>
                <a:sym typeface="Times New Roman"/>
              </a:endParaRPr>
            </a:p>
          </p:txBody>
        </p:sp>
        <p:sp>
          <p:nvSpPr>
            <p:cNvPr id="11" name="Google Shape;710;p19">
              <a:extLst>
                <a:ext uri="{FF2B5EF4-FFF2-40B4-BE49-F238E27FC236}">
                  <a16:creationId xmlns:a16="http://schemas.microsoft.com/office/drawing/2014/main" id="{6C5796BD-0D3F-ACDC-7ECF-DA65BBB19A6F}"/>
                </a:ext>
              </a:extLst>
            </p:cNvPr>
            <p:cNvSpPr/>
            <p:nvPr/>
          </p:nvSpPr>
          <p:spPr>
            <a:xfrm>
              <a:off x="5335434" y="3997947"/>
              <a:ext cx="432048" cy="360040"/>
            </a:xfrm>
            <a:prstGeom prst="ellipse">
              <a:avLst/>
            </a:prstGeom>
            <a:solidFill>
              <a:schemeClr val="lt1"/>
            </a:solidFill>
            <a:ln w="127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latin typeface="+mn-lt"/>
                <a:ea typeface="Times New Roman"/>
                <a:cs typeface="Times New Roman"/>
                <a:sym typeface="Times New Roman"/>
              </a:endParaRPr>
            </a:p>
          </p:txBody>
        </p:sp>
        <p:sp>
          <p:nvSpPr>
            <p:cNvPr id="12" name="Google Shape;711;p19">
              <a:extLst>
                <a:ext uri="{FF2B5EF4-FFF2-40B4-BE49-F238E27FC236}">
                  <a16:creationId xmlns:a16="http://schemas.microsoft.com/office/drawing/2014/main" id="{6246FBC3-0693-48D5-8FC4-15B555F74DDD}"/>
                </a:ext>
              </a:extLst>
            </p:cNvPr>
            <p:cNvSpPr/>
            <p:nvPr/>
          </p:nvSpPr>
          <p:spPr>
            <a:xfrm>
              <a:off x="6991618" y="3997947"/>
              <a:ext cx="432048" cy="360040"/>
            </a:xfrm>
            <a:prstGeom prst="ellipse">
              <a:avLst/>
            </a:prstGeom>
            <a:solidFill>
              <a:schemeClr val="lt1"/>
            </a:solidFill>
            <a:ln w="127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latin typeface="+mn-lt"/>
                <a:ea typeface="Times New Roman"/>
                <a:cs typeface="Times New Roman"/>
                <a:sym typeface="Times New Roman"/>
              </a:endParaRPr>
            </a:p>
          </p:txBody>
        </p:sp>
        <p:sp>
          <p:nvSpPr>
            <p:cNvPr id="13" name="Google Shape;712;p19">
              <a:extLst>
                <a:ext uri="{FF2B5EF4-FFF2-40B4-BE49-F238E27FC236}">
                  <a16:creationId xmlns:a16="http://schemas.microsoft.com/office/drawing/2014/main" id="{6CD82EFA-56E2-F3F0-F3DD-E9CB07F91EFE}"/>
                </a:ext>
              </a:extLst>
            </p:cNvPr>
            <p:cNvSpPr/>
            <p:nvPr/>
          </p:nvSpPr>
          <p:spPr>
            <a:xfrm>
              <a:off x="5335434" y="5798147"/>
              <a:ext cx="432048" cy="360040"/>
            </a:xfrm>
            <a:prstGeom prst="ellipse">
              <a:avLst/>
            </a:prstGeom>
            <a:solidFill>
              <a:schemeClr val="lt1"/>
            </a:solidFill>
            <a:ln w="127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latin typeface="+mn-lt"/>
                <a:ea typeface="Times New Roman"/>
                <a:cs typeface="Times New Roman"/>
                <a:sym typeface="Times New Roman"/>
              </a:endParaRPr>
            </a:p>
          </p:txBody>
        </p:sp>
        <p:sp>
          <p:nvSpPr>
            <p:cNvPr id="14" name="Google Shape;713;p19">
              <a:extLst>
                <a:ext uri="{FF2B5EF4-FFF2-40B4-BE49-F238E27FC236}">
                  <a16:creationId xmlns:a16="http://schemas.microsoft.com/office/drawing/2014/main" id="{0FBDA9B6-8E65-FE6E-17E0-07840B0B20B3}"/>
                </a:ext>
              </a:extLst>
            </p:cNvPr>
            <p:cNvSpPr txBox="1"/>
            <p:nvPr/>
          </p:nvSpPr>
          <p:spPr>
            <a:xfrm>
              <a:off x="4897463" y="1093575"/>
              <a:ext cx="481200" cy="39100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a:solidFill>
                    <a:schemeClr val="dk1"/>
                  </a:solidFill>
                  <a:latin typeface="+mn-lt"/>
                  <a:ea typeface="Arial"/>
                  <a:cs typeface="Arial"/>
                  <a:sym typeface="Arial"/>
                </a:rPr>
                <a:t>P0</a:t>
              </a:r>
              <a:endParaRPr sz="1600">
                <a:latin typeface="+mn-lt"/>
              </a:endParaRPr>
            </a:p>
          </p:txBody>
        </p:sp>
        <p:sp>
          <p:nvSpPr>
            <p:cNvPr id="15" name="Google Shape;714;p19">
              <a:extLst>
                <a:ext uri="{FF2B5EF4-FFF2-40B4-BE49-F238E27FC236}">
                  <a16:creationId xmlns:a16="http://schemas.microsoft.com/office/drawing/2014/main" id="{D636C282-E358-3575-A305-D7A555B2975B}"/>
                </a:ext>
              </a:extLst>
            </p:cNvPr>
            <p:cNvSpPr txBox="1"/>
            <p:nvPr/>
          </p:nvSpPr>
          <p:spPr>
            <a:xfrm>
              <a:off x="3412092" y="2221580"/>
              <a:ext cx="481200" cy="39100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a:solidFill>
                    <a:schemeClr val="dk1"/>
                  </a:solidFill>
                  <a:latin typeface="+mn-lt"/>
                  <a:ea typeface="Arial"/>
                  <a:cs typeface="Arial"/>
                  <a:sym typeface="Arial"/>
                </a:rPr>
                <a:t>P1</a:t>
              </a:r>
              <a:endParaRPr sz="1600">
                <a:latin typeface="+mn-lt"/>
              </a:endParaRPr>
            </a:p>
          </p:txBody>
        </p:sp>
        <p:sp>
          <p:nvSpPr>
            <p:cNvPr id="16" name="Google Shape;715;p19">
              <a:extLst>
                <a:ext uri="{FF2B5EF4-FFF2-40B4-BE49-F238E27FC236}">
                  <a16:creationId xmlns:a16="http://schemas.microsoft.com/office/drawing/2014/main" id="{5F6D395F-FBEE-8B63-40E0-795BB0E521C2}"/>
                </a:ext>
              </a:extLst>
            </p:cNvPr>
            <p:cNvSpPr txBox="1"/>
            <p:nvPr/>
          </p:nvSpPr>
          <p:spPr>
            <a:xfrm>
              <a:off x="4913823" y="2136365"/>
              <a:ext cx="481200" cy="39100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a:solidFill>
                    <a:schemeClr val="dk1"/>
                  </a:solidFill>
                  <a:latin typeface="+mn-lt"/>
                  <a:ea typeface="Arial"/>
                  <a:cs typeface="Arial"/>
                  <a:sym typeface="Arial"/>
                </a:rPr>
                <a:t>P2</a:t>
              </a:r>
              <a:endParaRPr sz="1600">
                <a:latin typeface="+mn-lt"/>
              </a:endParaRPr>
            </a:p>
          </p:txBody>
        </p:sp>
        <p:sp>
          <p:nvSpPr>
            <p:cNvPr id="17" name="Google Shape;716;p19">
              <a:extLst>
                <a:ext uri="{FF2B5EF4-FFF2-40B4-BE49-F238E27FC236}">
                  <a16:creationId xmlns:a16="http://schemas.microsoft.com/office/drawing/2014/main" id="{3897CDB9-FF99-D2E8-49C8-1FE366AC177B}"/>
                </a:ext>
              </a:extLst>
            </p:cNvPr>
            <p:cNvSpPr txBox="1"/>
            <p:nvPr/>
          </p:nvSpPr>
          <p:spPr>
            <a:xfrm>
              <a:off x="6415544" y="2247200"/>
              <a:ext cx="720000" cy="39100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a:solidFill>
                    <a:schemeClr val="dk1"/>
                  </a:solidFill>
                  <a:latin typeface="+mn-lt"/>
                  <a:ea typeface="Arial"/>
                  <a:cs typeface="Arial"/>
                  <a:sym typeface="Arial"/>
                </a:rPr>
                <a:t>P3</a:t>
              </a:r>
              <a:endParaRPr sz="1600">
                <a:latin typeface="+mn-lt"/>
              </a:endParaRPr>
            </a:p>
          </p:txBody>
        </p:sp>
        <p:sp>
          <p:nvSpPr>
            <p:cNvPr id="18" name="Google Shape;717;p19">
              <a:extLst>
                <a:ext uri="{FF2B5EF4-FFF2-40B4-BE49-F238E27FC236}">
                  <a16:creationId xmlns:a16="http://schemas.microsoft.com/office/drawing/2014/main" id="{9B0455DE-1E73-C03D-805A-39A95EE559BE}"/>
                </a:ext>
              </a:extLst>
            </p:cNvPr>
            <p:cNvSpPr txBox="1"/>
            <p:nvPr/>
          </p:nvSpPr>
          <p:spPr>
            <a:xfrm>
              <a:off x="3331855" y="4116355"/>
              <a:ext cx="481200" cy="39100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a:solidFill>
                    <a:schemeClr val="dk1"/>
                  </a:solidFill>
                  <a:latin typeface="+mn-lt"/>
                  <a:ea typeface="Arial"/>
                  <a:cs typeface="Arial"/>
                  <a:sym typeface="Arial"/>
                </a:rPr>
                <a:t>P4</a:t>
              </a:r>
              <a:endParaRPr sz="1600">
                <a:latin typeface="+mn-lt"/>
              </a:endParaRPr>
            </a:p>
          </p:txBody>
        </p:sp>
        <p:sp>
          <p:nvSpPr>
            <p:cNvPr id="19" name="Google Shape;718;p19">
              <a:extLst>
                <a:ext uri="{FF2B5EF4-FFF2-40B4-BE49-F238E27FC236}">
                  <a16:creationId xmlns:a16="http://schemas.microsoft.com/office/drawing/2014/main" id="{EC26B193-5225-5FB9-1BD0-09DCBBA13E3C}"/>
                </a:ext>
              </a:extLst>
            </p:cNvPr>
            <p:cNvSpPr txBox="1"/>
            <p:nvPr/>
          </p:nvSpPr>
          <p:spPr>
            <a:xfrm>
              <a:off x="4897413" y="4140251"/>
              <a:ext cx="481200" cy="39100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a:solidFill>
                    <a:schemeClr val="dk1"/>
                  </a:solidFill>
                  <a:latin typeface="+mn-lt"/>
                  <a:ea typeface="Arial"/>
                  <a:cs typeface="Arial"/>
                  <a:sym typeface="Arial"/>
                </a:rPr>
                <a:t>P5</a:t>
              </a:r>
              <a:endParaRPr sz="1600">
                <a:latin typeface="+mn-lt"/>
              </a:endParaRPr>
            </a:p>
          </p:txBody>
        </p:sp>
        <p:sp>
          <p:nvSpPr>
            <p:cNvPr id="20" name="Google Shape;719;p19">
              <a:extLst>
                <a:ext uri="{FF2B5EF4-FFF2-40B4-BE49-F238E27FC236}">
                  <a16:creationId xmlns:a16="http://schemas.microsoft.com/office/drawing/2014/main" id="{C763EDDB-286E-5118-4990-11FA97C15032}"/>
                </a:ext>
              </a:extLst>
            </p:cNvPr>
            <p:cNvSpPr txBox="1"/>
            <p:nvPr/>
          </p:nvSpPr>
          <p:spPr>
            <a:xfrm>
              <a:off x="6462991" y="4123441"/>
              <a:ext cx="481200" cy="39100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a:solidFill>
                    <a:schemeClr val="dk1"/>
                  </a:solidFill>
                  <a:latin typeface="+mn-lt"/>
                  <a:ea typeface="Arial"/>
                  <a:cs typeface="Arial"/>
                  <a:sym typeface="Arial"/>
                </a:rPr>
                <a:t>P6</a:t>
              </a:r>
              <a:endParaRPr sz="1600">
                <a:latin typeface="+mn-lt"/>
              </a:endParaRPr>
            </a:p>
          </p:txBody>
        </p:sp>
        <p:sp>
          <p:nvSpPr>
            <p:cNvPr id="21" name="Google Shape;720;p19">
              <a:extLst>
                <a:ext uri="{FF2B5EF4-FFF2-40B4-BE49-F238E27FC236}">
                  <a16:creationId xmlns:a16="http://schemas.microsoft.com/office/drawing/2014/main" id="{B27E2005-B5EB-7BC1-C2C7-8CE5A2A34977}"/>
                </a:ext>
              </a:extLst>
            </p:cNvPr>
            <p:cNvSpPr txBox="1"/>
            <p:nvPr/>
          </p:nvSpPr>
          <p:spPr>
            <a:xfrm>
              <a:off x="4897485" y="5774100"/>
              <a:ext cx="481200" cy="39100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a:solidFill>
                    <a:schemeClr val="dk1"/>
                  </a:solidFill>
                  <a:latin typeface="+mn-lt"/>
                  <a:ea typeface="Arial"/>
                  <a:cs typeface="Arial"/>
                  <a:sym typeface="Arial"/>
                </a:rPr>
                <a:t>P7</a:t>
              </a:r>
              <a:endParaRPr sz="1600">
                <a:latin typeface="+mn-lt"/>
              </a:endParaRPr>
            </a:p>
          </p:txBody>
        </p:sp>
        <p:cxnSp>
          <p:nvCxnSpPr>
            <p:cNvPr id="22" name="Google Shape;721;p19">
              <a:extLst>
                <a:ext uri="{FF2B5EF4-FFF2-40B4-BE49-F238E27FC236}">
                  <a16:creationId xmlns:a16="http://schemas.microsoft.com/office/drawing/2014/main" id="{814F1364-F042-B2C8-5451-87D18B79186E}"/>
                </a:ext>
              </a:extLst>
            </p:cNvPr>
            <p:cNvCxnSpPr/>
            <p:nvPr/>
          </p:nvCxnSpPr>
          <p:spPr>
            <a:xfrm>
              <a:off x="4725954" y="1837707"/>
              <a:ext cx="2016224" cy="0"/>
            </a:xfrm>
            <a:prstGeom prst="straightConnector1">
              <a:avLst/>
            </a:prstGeom>
            <a:solidFill>
              <a:schemeClr val="accent1"/>
            </a:solidFill>
            <a:ln w="9525" cap="flat" cmpd="sng">
              <a:solidFill>
                <a:schemeClr val="dk1"/>
              </a:solidFill>
              <a:prstDash val="solid"/>
              <a:miter lim="800000"/>
              <a:headEnd type="none" w="sm" len="sm"/>
              <a:tailEnd type="none" w="sm" len="sm"/>
            </a:ln>
          </p:spPr>
        </p:cxnSp>
        <p:cxnSp>
          <p:nvCxnSpPr>
            <p:cNvPr id="23" name="Google Shape;722;p19">
              <a:extLst>
                <a:ext uri="{FF2B5EF4-FFF2-40B4-BE49-F238E27FC236}">
                  <a16:creationId xmlns:a16="http://schemas.microsoft.com/office/drawing/2014/main" id="{B1E99375-5D9E-FD53-4C21-99586BC75C92}"/>
                </a:ext>
              </a:extLst>
            </p:cNvPr>
            <p:cNvCxnSpPr/>
            <p:nvPr/>
          </p:nvCxnSpPr>
          <p:spPr>
            <a:xfrm>
              <a:off x="3705293" y="3125876"/>
              <a:ext cx="720080" cy="14730"/>
            </a:xfrm>
            <a:prstGeom prst="straightConnector1">
              <a:avLst/>
            </a:prstGeom>
            <a:solidFill>
              <a:schemeClr val="accent1"/>
            </a:solidFill>
            <a:ln w="9525" cap="flat" cmpd="sng">
              <a:solidFill>
                <a:schemeClr val="dk1"/>
              </a:solidFill>
              <a:prstDash val="solid"/>
              <a:miter lim="800000"/>
              <a:headEnd type="none" w="sm" len="sm"/>
              <a:tailEnd type="none" w="sm" len="sm"/>
            </a:ln>
          </p:spPr>
        </p:cxnSp>
        <p:cxnSp>
          <p:nvCxnSpPr>
            <p:cNvPr id="24" name="Google Shape;723;p19">
              <a:extLst>
                <a:ext uri="{FF2B5EF4-FFF2-40B4-BE49-F238E27FC236}">
                  <a16:creationId xmlns:a16="http://schemas.microsoft.com/office/drawing/2014/main" id="{3DF088E5-DDDA-B345-9611-E893CBD21A14}"/>
                </a:ext>
              </a:extLst>
            </p:cNvPr>
            <p:cNvCxnSpPr/>
            <p:nvPr/>
          </p:nvCxnSpPr>
          <p:spPr>
            <a:xfrm>
              <a:off x="4615354" y="5222083"/>
              <a:ext cx="2016224" cy="0"/>
            </a:xfrm>
            <a:prstGeom prst="straightConnector1">
              <a:avLst/>
            </a:prstGeom>
            <a:solidFill>
              <a:schemeClr val="accent1"/>
            </a:solidFill>
            <a:ln w="9525" cap="flat" cmpd="sng">
              <a:solidFill>
                <a:schemeClr val="dk1"/>
              </a:solidFill>
              <a:prstDash val="solid"/>
              <a:miter lim="800000"/>
              <a:headEnd type="none" w="sm" len="sm"/>
              <a:tailEnd type="none" w="sm" len="sm"/>
            </a:ln>
          </p:spPr>
        </p:cxnSp>
        <p:cxnSp>
          <p:nvCxnSpPr>
            <p:cNvPr id="25" name="Google Shape;724;p19">
              <a:extLst>
                <a:ext uri="{FF2B5EF4-FFF2-40B4-BE49-F238E27FC236}">
                  <a16:creationId xmlns:a16="http://schemas.microsoft.com/office/drawing/2014/main" id="{521AB967-0F03-80A3-85B1-13191B4964A7}"/>
                </a:ext>
              </a:extLst>
            </p:cNvPr>
            <p:cNvCxnSpPr>
              <a:stCxn id="4" idx="4"/>
            </p:cNvCxnSpPr>
            <p:nvPr/>
          </p:nvCxnSpPr>
          <p:spPr>
            <a:xfrm>
              <a:off x="5623466" y="1477667"/>
              <a:ext cx="0" cy="360000"/>
            </a:xfrm>
            <a:prstGeom prst="straightConnector1">
              <a:avLst/>
            </a:prstGeom>
            <a:solidFill>
              <a:schemeClr val="accent1"/>
            </a:solidFill>
            <a:ln w="9525" cap="flat" cmpd="sng">
              <a:solidFill>
                <a:schemeClr val="dk1"/>
              </a:solidFill>
              <a:prstDash val="solid"/>
              <a:miter lim="800000"/>
              <a:headEnd type="none" w="sm" len="sm"/>
              <a:tailEnd type="stealth" w="med" len="med"/>
            </a:ln>
          </p:spPr>
        </p:cxnSp>
        <p:cxnSp>
          <p:nvCxnSpPr>
            <p:cNvPr id="26" name="Google Shape;725;p19">
              <a:extLst>
                <a:ext uri="{FF2B5EF4-FFF2-40B4-BE49-F238E27FC236}">
                  <a16:creationId xmlns:a16="http://schemas.microsoft.com/office/drawing/2014/main" id="{E5956A20-D94C-9CA9-A679-550A90911319}"/>
                </a:ext>
              </a:extLst>
            </p:cNvPr>
            <p:cNvCxnSpPr/>
            <p:nvPr/>
          </p:nvCxnSpPr>
          <p:spPr>
            <a:xfrm flipH="1">
              <a:off x="4327322" y="1837707"/>
              <a:ext cx="1008112" cy="288032"/>
            </a:xfrm>
            <a:prstGeom prst="straightConnector1">
              <a:avLst/>
            </a:prstGeom>
            <a:solidFill>
              <a:schemeClr val="accent1"/>
            </a:solidFill>
            <a:ln w="9525" cap="flat" cmpd="sng">
              <a:solidFill>
                <a:schemeClr val="dk1"/>
              </a:solidFill>
              <a:prstDash val="solid"/>
              <a:miter lim="800000"/>
              <a:headEnd type="none" w="sm" len="sm"/>
              <a:tailEnd type="stealth" w="med" len="med"/>
            </a:ln>
          </p:spPr>
        </p:cxnSp>
        <p:cxnSp>
          <p:nvCxnSpPr>
            <p:cNvPr id="27" name="Google Shape;726;p19">
              <a:extLst>
                <a:ext uri="{FF2B5EF4-FFF2-40B4-BE49-F238E27FC236}">
                  <a16:creationId xmlns:a16="http://schemas.microsoft.com/office/drawing/2014/main" id="{8658763D-2A68-104B-8E3E-7A0FB2A10FAB}"/>
                </a:ext>
              </a:extLst>
            </p:cNvPr>
            <p:cNvCxnSpPr/>
            <p:nvPr/>
          </p:nvCxnSpPr>
          <p:spPr>
            <a:xfrm>
              <a:off x="5623466" y="1837707"/>
              <a:ext cx="0" cy="288032"/>
            </a:xfrm>
            <a:prstGeom prst="straightConnector1">
              <a:avLst/>
            </a:prstGeom>
            <a:solidFill>
              <a:schemeClr val="accent1"/>
            </a:solidFill>
            <a:ln w="9525" cap="flat" cmpd="sng">
              <a:solidFill>
                <a:schemeClr val="dk1"/>
              </a:solidFill>
              <a:prstDash val="solid"/>
              <a:miter lim="800000"/>
              <a:headEnd type="none" w="sm" len="sm"/>
              <a:tailEnd type="stealth" w="med" len="med"/>
            </a:ln>
          </p:spPr>
        </p:cxnSp>
        <p:cxnSp>
          <p:nvCxnSpPr>
            <p:cNvPr id="28" name="Google Shape;727;p19">
              <a:extLst>
                <a:ext uri="{FF2B5EF4-FFF2-40B4-BE49-F238E27FC236}">
                  <a16:creationId xmlns:a16="http://schemas.microsoft.com/office/drawing/2014/main" id="{C916FD78-13C5-5CE0-4875-9FCE0F6D0C0D}"/>
                </a:ext>
              </a:extLst>
            </p:cNvPr>
            <p:cNvCxnSpPr/>
            <p:nvPr/>
          </p:nvCxnSpPr>
          <p:spPr>
            <a:xfrm>
              <a:off x="6271538" y="1837707"/>
              <a:ext cx="720080" cy="288032"/>
            </a:xfrm>
            <a:prstGeom prst="straightConnector1">
              <a:avLst/>
            </a:prstGeom>
            <a:solidFill>
              <a:schemeClr val="accent1"/>
            </a:solidFill>
            <a:ln w="9525" cap="flat" cmpd="sng">
              <a:solidFill>
                <a:schemeClr val="dk1"/>
              </a:solidFill>
              <a:prstDash val="solid"/>
              <a:miter lim="800000"/>
              <a:headEnd type="none" w="sm" len="sm"/>
              <a:tailEnd type="stealth" w="med" len="med"/>
            </a:ln>
          </p:spPr>
        </p:cxnSp>
        <p:cxnSp>
          <p:nvCxnSpPr>
            <p:cNvPr id="29" name="Google Shape;728;p19">
              <a:extLst>
                <a:ext uri="{FF2B5EF4-FFF2-40B4-BE49-F238E27FC236}">
                  <a16:creationId xmlns:a16="http://schemas.microsoft.com/office/drawing/2014/main" id="{AA5ADB5C-E746-986D-B651-A1896F64C681}"/>
                </a:ext>
              </a:extLst>
            </p:cNvPr>
            <p:cNvCxnSpPr/>
            <p:nvPr/>
          </p:nvCxnSpPr>
          <p:spPr>
            <a:xfrm>
              <a:off x="4111298" y="2629795"/>
              <a:ext cx="0" cy="443818"/>
            </a:xfrm>
            <a:prstGeom prst="straightConnector1">
              <a:avLst/>
            </a:prstGeom>
            <a:solidFill>
              <a:schemeClr val="accent1"/>
            </a:solidFill>
            <a:ln w="9525" cap="flat" cmpd="sng">
              <a:solidFill>
                <a:schemeClr val="dk1"/>
              </a:solidFill>
              <a:prstDash val="solid"/>
              <a:miter lim="800000"/>
              <a:headEnd type="none" w="sm" len="sm"/>
              <a:tailEnd type="stealth" w="med" len="med"/>
            </a:ln>
          </p:spPr>
        </p:cxnSp>
        <p:cxnSp>
          <p:nvCxnSpPr>
            <p:cNvPr id="30" name="Google Shape;729;p19">
              <a:extLst>
                <a:ext uri="{FF2B5EF4-FFF2-40B4-BE49-F238E27FC236}">
                  <a16:creationId xmlns:a16="http://schemas.microsoft.com/office/drawing/2014/main" id="{BC58077A-B188-B6EE-2997-84FEF2D7C110}"/>
                </a:ext>
              </a:extLst>
            </p:cNvPr>
            <p:cNvCxnSpPr/>
            <p:nvPr/>
          </p:nvCxnSpPr>
          <p:spPr>
            <a:xfrm>
              <a:off x="4113615" y="3205859"/>
              <a:ext cx="0" cy="685168"/>
            </a:xfrm>
            <a:prstGeom prst="straightConnector1">
              <a:avLst/>
            </a:prstGeom>
            <a:solidFill>
              <a:schemeClr val="accent1"/>
            </a:solidFill>
            <a:ln w="9525" cap="flat" cmpd="sng">
              <a:solidFill>
                <a:schemeClr val="dk1"/>
              </a:solidFill>
              <a:prstDash val="solid"/>
              <a:miter lim="800000"/>
              <a:headEnd type="none" w="sm" len="sm"/>
              <a:tailEnd type="stealth" w="med" len="med"/>
            </a:ln>
          </p:spPr>
        </p:cxnSp>
        <p:cxnSp>
          <p:nvCxnSpPr>
            <p:cNvPr id="31" name="Google Shape;730;p19">
              <a:extLst>
                <a:ext uri="{FF2B5EF4-FFF2-40B4-BE49-F238E27FC236}">
                  <a16:creationId xmlns:a16="http://schemas.microsoft.com/office/drawing/2014/main" id="{221EDEDD-6506-A4C5-5DDC-B9B2BBCA9FB6}"/>
                </a:ext>
              </a:extLst>
            </p:cNvPr>
            <p:cNvCxnSpPr/>
            <p:nvPr/>
          </p:nvCxnSpPr>
          <p:spPr>
            <a:xfrm>
              <a:off x="4183306" y="4429995"/>
              <a:ext cx="720080" cy="720080"/>
            </a:xfrm>
            <a:prstGeom prst="straightConnector1">
              <a:avLst/>
            </a:prstGeom>
            <a:solidFill>
              <a:schemeClr val="accent1"/>
            </a:solidFill>
            <a:ln w="9525" cap="flat" cmpd="sng">
              <a:solidFill>
                <a:schemeClr val="dk1"/>
              </a:solidFill>
              <a:prstDash val="solid"/>
              <a:miter lim="800000"/>
              <a:headEnd type="none" w="sm" len="sm"/>
              <a:tailEnd type="stealth" w="med" len="med"/>
            </a:ln>
          </p:spPr>
        </p:cxnSp>
        <p:cxnSp>
          <p:nvCxnSpPr>
            <p:cNvPr id="160" name="Google Shape;731;p19">
              <a:extLst>
                <a:ext uri="{FF2B5EF4-FFF2-40B4-BE49-F238E27FC236}">
                  <a16:creationId xmlns:a16="http://schemas.microsoft.com/office/drawing/2014/main" id="{0B230435-D092-DC44-F681-B5FC2D423658}"/>
                </a:ext>
              </a:extLst>
            </p:cNvPr>
            <p:cNvCxnSpPr/>
            <p:nvPr/>
          </p:nvCxnSpPr>
          <p:spPr>
            <a:xfrm>
              <a:off x="5551458" y="4502003"/>
              <a:ext cx="0" cy="576064"/>
            </a:xfrm>
            <a:prstGeom prst="straightConnector1">
              <a:avLst/>
            </a:prstGeom>
            <a:solidFill>
              <a:schemeClr val="accent1"/>
            </a:solidFill>
            <a:ln w="9525" cap="flat" cmpd="sng">
              <a:solidFill>
                <a:schemeClr val="dk1"/>
              </a:solidFill>
              <a:prstDash val="solid"/>
              <a:miter lim="800000"/>
              <a:headEnd type="none" w="sm" len="sm"/>
              <a:tailEnd type="stealth" w="med" len="med"/>
            </a:ln>
          </p:spPr>
        </p:cxnSp>
        <p:cxnSp>
          <p:nvCxnSpPr>
            <p:cNvPr id="161" name="Google Shape;732;p19">
              <a:extLst>
                <a:ext uri="{FF2B5EF4-FFF2-40B4-BE49-F238E27FC236}">
                  <a16:creationId xmlns:a16="http://schemas.microsoft.com/office/drawing/2014/main" id="{0F38F9E3-9BF5-F0AC-1B37-99FD6148A983}"/>
                </a:ext>
              </a:extLst>
            </p:cNvPr>
            <p:cNvCxnSpPr/>
            <p:nvPr/>
          </p:nvCxnSpPr>
          <p:spPr>
            <a:xfrm flipH="1">
              <a:off x="6271538" y="4502003"/>
              <a:ext cx="864096" cy="504056"/>
            </a:xfrm>
            <a:prstGeom prst="straightConnector1">
              <a:avLst/>
            </a:prstGeom>
            <a:solidFill>
              <a:schemeClr val="accent1"/>
            </a:solidFill>
            <a:ln w="9525" cap="flat" cmpd="sng">
              <a:solidFill>
                <a:schemeClr val="dk1"/>
              </a:solidFill>
              <a:prstDash val="solid"/>
              <a:miter lim="800000"/>
              <a:headEnd type="none" w="sm" len="sm"/>
              <a:tailEnd type="stealth" w="med" len="med"/>
            </a:ln>
          </p:spPr>
        </p:cxnSp>
        <p:cxnSp>
          <p:nvCxnSpPr>
            <p:cNvPr id="162" name="Google Shape;733;p19">
              <a:extLst>
                <a:ext uri="{FF2B5EF4-FFF2-40B4-BE49-F238E27FC236}">
                  <a16:creationId xmlns:a16="http://schemas.microsoft.com/office/drawing/2014/main" id="{174EFDD0-9025-3CD0-482B-77CFE5EB5903}"/>
                </a:ext>
              </a:extLst>
            </p:cNvPr>
            <p:cNvCxnSpPr/>
            <p:nvPr/>
          </p:nvCxnSpPr>
          <p:spPr>
            <a:xfrm>
              <a:off x="5551458" y="5366099"/>
              <a:ext cx="0" cy="288032"/>
            </a:xfrm>
            <a:prstGeom prst="straightConnector1">
              <a:avLst/>
            </a:prstGeom>
            <a:solidFill>
              <a:schemeClr val="accent1"/>
            </a:solidFill>
            <a:ln w="9525" cap="flat" cmpd="sng">
              <a:solidFill>
                <a:schemeClr val="dk1"/>
              </a:solidFill>
              <a:prstDash val="solid"/>
              <a:miter lim="800000"/>
              <a:headEnd type="none" w="sm" len="sm"/>
              <a:tailEnd type="stealth" w="med" len="med"/>
            </a:ln>
          </p:spPr>
        </p:cxnSp>
        <p:sp>
          <p:nvSpPr>
            <p:cNvPr id="163" name="Google Shape;734;p19">
              <a:extLst>
                <a:ext uri="{FF2B5EF4-FFF2-40B4-BE49-F238E27FC236}">
                  <a16:creationId xmlns:a16="http://schemas.microsoft.com/office/drawing/2014/main" id="{5B296116-B5D0-8716-F4EF-6F1A6F622245}"/>
                </a:ext>
              </a:extLst>
            </p:cNvPr>
            <p:cNvSpPr/>
            <p:nvPr/>
          </p:nvSpPr>
          <p:spPr>
            <a:xfrm>
              <a:off x="5551458" y="1234623"/>
              <a:ext cx="144016" cy="144016"/>
            </a:xfrm>
            <a:prstGeom prst="ellipse">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latin typeface="+mn-lt"/>
                <a:ea typeface="Times New Roman"/>
                <a:cs typeface="Times New Roman"/>
                <a:sym typeface="Times New Roman"/>
              </a:endParaRPr>
            </a:p>
          </p:txBody>
        </p:sp>
        <p:cxnSp>
          <p:nvCxnSpPr>
            <p:cNvPr id="164" name="Google Shape;735;p19">
              <a:extLst>
                <a:ext uri="{FF2B5EF4-FFF2-40B4-BE49-F238E27FC236}">
                  <a16:creationId xmlns:a16="http://schemas.microsoft.com/office/drawing/2014/main" id="{2CE24B96-F190-CBCE-4591-497F37E6DEBC}"/>
                </a:ext>
              </a:extLst>
            </p:cNvPr>
            <p:cNvCxnSpPr/>
            <p:nvPr/>
          </p:nvCxnSpPr>
          <p:spPr>
            <a:xfrm>
              <a:off x="5191418" y="3167276"/>
              <a:ext cx="720080" cy="14730"/>
            </a:xfrm>
            <a:prstGeom prst="straightConnector1">
              <a:avLst/>
            </a:prstGeom>
            <a:solidFill>
              <a:schemeClr val="accent1"/>
            </a:solidFill>
            <a:ln w="9525" cap="flat" cmpd="sng">
              <a:solidFill>
                <a:schemeClr val="dk1"/>
              </a:solidFill>
              <a:prstDash val="solid"/>
              <a:miter lim="800000"/>
              <a:headEnd type="none" w="sm" len="sm"/>
              <a:tailEnd type="none" w="sm" len="sm"/>
            </a:ln>
          </p:spPr>
        </p:cxnSp>
        <p:cxnSp>
          <p:nvCxnSpPr>
            <p:cNvPr id="165" name="Google Shape;736;p19">
              <a:extLst>
                <a:ext uri="{FF2B5EF4-FFF2-40B4-BE49-F238E27FC236}">
                  <a16:creationId xmlns:a16="http://schemas.microsoft.com/office/drawing/2014/main" id="{35ED966D-36C1-5FFA-3714-015161AB9D18}"/>
                </a:ext>
              </a:extLst>
            </p:cNvPr>
            <p:cNvCxnSpPr/>
            <p:nvPr/>
          </p:nvCxnSpPr>
          <p:spPr>
            <a:xfrm>
              <a:off x="5597423" y="2671195"/>
              <a:ext cx="0" cy="443818"/>
            </a:xfrm>
            <a:prstGeom prst="straightConnector1">
              <a:avLst/>
            </a:prstGeom>
            <a:solidFill>
              <a:schemeClr val="accent1"/>
            </a:solidFill>
            <a:ln w="9525" cap="flat" cmpd="sng">
              <a:solidFill>
                <a:schemeClr val="dk1"/>
              </a:solidFill>
              <a:prstDash val="solid"/>
              <a:miter lim="800000"/>
              <a:headEnd type="none" w="sm" len="sm"/>
              <a:tailEnd type="stealth" w="med" len="med"/>
            </a:ln>
          </p:spPr>
        </p:cxnSp>
        <p:cxnSp>
          <p:nvCxnSpPr>
            <p:cNvPr id="171" name="Google Shape;737;p19">
              <a:extLst>
                <a:ext uri="{FF2B5EF4-FFF2-40B4-BE49-F238E27FC236}">
                  <a16:creationId xmlns:a16="http://schemas.microsoft.com/office/drawing/2014/main" id="{41DA9835-DD30-9527-2054-F56029A56FD1}"/>
                </a:ext>
              </a:extLst>
            </p:cNvPr>
            <p:cNvCxnSpPr/>
            <p:nvPr/>
          </p:nvCxnSpPr>
          <p:spPr>
            <a:xfrm>
              <a:off x="5599740" y="3247259"/>
              <a:ext cx="0" cy="685168"/>
            </a:xfrm>
            <a:prstGeom prst="straightConnector1">
              <a:avLst/>
            </a:prstGeom>
            <a:solidFill>
              <a:schemeClr val="accent1"/>
            </a:solidFill>
            <a:ln w="9525" cap="flat" cmpd="sng">
              <a:solidFill>
                <a:schemeClr val="dk1"/>
              </a:solidFill>
              <a:prstDash val="solid"/>
              <a:miter lim="800000"/>
              <a:headEnd type="none" w="sm" len="sm"/>
              <a:tailEnd type="stealth" w="med" len="med"/>
            </a:ln>
          </p:spPr>
        </p:cxnSp>
        <p:cxnSp>
          <p:nvCxnSpPr>
            <p:cNvPr id="172" name="Google Shape;738;p19">
              <a:extLst>
                <a:ext uri="{FF2B5EF4-FFF2-40B4-BE49-F238E27FC236}">
                  <a16:creationId xmlns:a16="http://schemas.microsoft.com/office/drawing/2014/main" id="{C7953871-AD2D-BBCF-EE6B-DAFCC6533309}"/>
                </a:ext>
              </a:extLst>
            </p:cNvPr>
            <p:cNvCxnSpPr/>
            <p:nvPr/>
          </p:nvCxnSpPr>
          <p:spPr>
            <a:xfrm>
              <a:off x="6937462" y="3125876"/>
              <a:ext cx="720080" cy="14730"/>
            </a:xfrm>
            <a:prstGeom prst="straightConnector1">
              <a:avLst/>
            </a:prstGeom>
            <a:solidFill>
              <a:schemeClr val="accent1"/>
            </a:solidFill>
            <a:ln w="9525" cap="flat" cmpd="sng">
              <a:solidFill>
                <a:schemeClr val="dk1"/>
              </a:solidFill>
              <a:prstDash val="solid"/>
              <a:miter lim="800000"/>
              <a:headEnd type="none" w="sm" len="sm"/>
              <a:tailEnd type="none" w="sm" len="sm"/>
            </a:ln>
          </p:spPr>
        </p:cxnSp>
        <p:cxnSp>
          <p:nvCxnSpPr>
            <p:cNvPr id="173" name="Google Shape;739;p19">
              <a:extLst>
                <a:ext uri="{FF2B5EF4-FFF2-40B4-BE49-F238E27FC236}">
                  <a16:creationId xmlns:a16="http://schemas.microsoft.com/office/drawing/2014/main" id="{A9BDA359-A6A2-62D9-7B70-A8E33F00A216}"/>
                </a:ext>
              </a:extLst>
            </p:cNvPr>
            <p:cNvCxnSpPr/>
            <p:nvPr/>
          </p:nvCxnSpPr>
          <p:spPr>
            <a:xfrm>
              <a:off x="7343467" y="2629795"/>
              <a:ext cx="0" cy="443818"/>
            </a:xfrm>
            <a:prstGeom prst="straightConnector1">
              <a:avLst/>
            </a:prstGeom>
            <a:solidFill>
              <a:schemeClr val="accent1"/>
            </a:solidFill>
            <a:ln w="9525" cap="flat" cmpd="sng">
              <a:solidFill>
                <a:schemeClr val="dk1"/>
              </a:solidFill>
              <a:prstDash val="solid"/>
              <a:miter lim="800000"/>
              <a:headEnd type="none" w="sm" len="sm"/>
              <a:tailEnd type="stealth" w="med" len="med"/>
            </a:ln>
          </p:spPr>
        </p:cxnSp>
        <p:cxnSp>
          <p:nvCxnSpPr>
            <p:cNvPr id="174" name="Google Shape;740;p19">
              <a:extLst>
                <a:ext uri="{FF2B5EF4-FFF2-40B4-BE49-F238E27FC236}">
                  <a16:creationId xmlns:a16="http://schemas.microsoft.com/office/drawing/2014/main" id="{95AC8AD9-05A4-613A-209E-53B359C2D7AC}"/>
                </a:ext>
              </a:extLst>
            </p:cNvPr>
            <p:cNvCxnSpPr/>
            <p:nvPr/>
          </p:nvCxnSpPr>
          <p:spPr>
            <a:xfrm>
              <a:off x="7345784" y="3205859"/>
              <a:ext cx="0" cy="685168"/>
            </a:xfrm>
            <a:prstGeom prst="straightConnector1">
              <a:avLst/>
            </a:prstGeom>
            <a:solidFill>
              <a:schemeClr val="accent1"/>
            </a:solidFill>
            <a:ln w="9525" cap="flat" cmpd="sng">
              <a:solidFill>
                <a:schemeClr val="dk1"/>
              </a:solidFill>
              <a:prstDash val="solid"/>
              <a:miter lim="800000"/>
              <a:headEnd type="none" w="sm" len="sm"/>
              <a:tailEnd type="stealth" w="med" len="med"/>
            </a:ln>
          </p:spPr>
        </p:cxnSp>
        <p:sp>
          <p:nvSpPr>
            <p:cNvPr id="175" name="Google Shape;741;p19">
              <a:extLst>
                <a:ext uri="{FF2B5EF4-FFF2-40B4-BE49-F238E27FC236}">
                  <a16:creationId xmlns:a16="http://schemas.microsoft.com/office/drawing/2014/main" id="{03A63CE9-D879-9792-9B11-A8626A6C9815}"/>
                </a:ext>
              </a:extLst>
            </p:cNvPr>
            <p:cNvSpPr txBox="1"/>
            <p:nvPr/>
          </p:nvSpPr>
          <p:spPr>
            <a:xfrm>
              <a:off x="4243471" y="1429490"/>
              <a:ext cx="481200" cy="39100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a:solidFill>
                    <a:schemeClr val="dk1"/>
                  </a:solidFill>
                  <a:latin typeface="+mn-lt"/>
                  <a:ea typeface="Arial"/>
                  <a:cs typeface="Arial"/>
                  <a:sym typeface="Arial"/>
                </a:rPr>
                <a:t>T0</a:t>
              </a:r>
              <a:endParaRPr sz="1600">
                <a:latin typeface="+mn-lt"/>
              </a:endParaRPr>
            </a:p>
          </p:txBody>
        </p:sp>
        <p:sp>
          <p:nvSpPr>
            <p:cNvPr id="176" name="Google Shape;742;p19">
              <a:extLst>
                <a:ext uri="{FF2B5EF4-FFF2-40B4-BE49-F238E27FC236}">
                  <a16:creationId xmlns:a16="http://schemas.microsoft.com/office/drawing/2014/main" id="{F191CE20-EC9B-DACF-1E85-C04C82BB7B2C}"/>
                </a:ext>
              </a:extLst>
            </p:cNvPr>
            <p:cNvSpPr txBox="1"/>
            <p:nvPr/>
          </p:nvSpPr>
          <p:spPr>
            <a:xfrm>
              <a:off x="2930675" y="2803528"/>
              <a:ext cx="481200" cy="39100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a:solidFill>
                    <a:schemeClr val="dk1"/>
                  </a:solidFill>
                  <a:latin typeface="+mn-lt"/>
                  <a:ea typeface="Arial"/>
                  <a:cs typeface="Arial"/>
                  <a:sym typeface="Arial"/>
                </a:rPr>
                <a:t>T1</a:t>
              </a:r>
              <a:endParaRPr sz="1600">
                <a:latin typeface="+mn-lt"/>
              </a:endParaRPr>
            </a:p>
          </p:txBody>
        </p:sp>
        <p:sp>
          <p:nvSpPr>
            <p:cNvPr id="177" name="Google Shape;743;p19">
              <a:extLst>
                <a:ext uri="{FF2B5EF4-FFF2-40B4-BE49-F238E27FC236}">
                  <a16:creationId xmlns:a16="http://schemas.microsoft.com/office/drawing/2014/main" id="{3D0110AD-4210-8F33-7F12-09A57F6759CD}"/>
                </a:ext>
              </a:extLst>
            </p:cNvPr>
            <p:cNvSpPr txBox="1"/>
            <p:nvPr/>
          </p:nvSpPr>
          <p:spPr>
            <a:xfrm>
              <a:off x="4734958" y="2804315"/>
              <a:ext cx="481200" cy="39100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a:solidFill>
                    <a:schemeClr val="dk1"/>
                  </a:solidFill>
                  <a:latin typeface="+mn-lt"/>
                  <a:ea typeface="Arial"/>
                  <a:cs typeface="Arial"/>
                  <a:sym typeface="Arial"/>
                </a:rPr>
                <a:t>T2</a:t>
              </a:r>
              <a:endParaRPr sz="1600">
                <a:latin typeface="+mn-lt"/>
              </a:endParaRPr>
            </a:p>
          </p:txBody>
        </p:sp>
        <p:sp>
          <p:nvSpPr>
            <p:cNvPr id="178" name="Google Shape;744;p19">
              <a:extLst>
                <a:ext uri="{FF2B5EF4-FFF2-40B4-BE49-F238E27FC236}">
                  <a16:creationId xmlns:a16="http://schemas.microsoft.com/office/drawing/2014/main" id="{36DB4B8F-F24B-C2E7-E026-3A3F4B2732C7}"/>
                </a:ext>
              </a:extLst>
            </p:cNvPr>
            <p:cNvSpPr txBox="1"/>
            <p:nvPr/>
          </p:nvSpPr>
          <p:spPr>
            <a:xfrm>
              <a:off x="6701770" y="2795932"/>
              <a:ext cx="481200" cy="39100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a:solidFill>
                    <a:schemeClr val="dk1"/>
                  </a:solidFill>
                  <a:latin typeface="+mn-lt"/>
                  <a:ea typeface="Arial"/>
                  <a:cs typeface="Arial"/>
                  <a:sym typeface="Arial"/>
                </a:rPr>
                <a:t>T3</a:t>
              </a:r>
              <a:endParaRPr sz="1600">
                <a:latin typeface="+mn-lt"/>
              </a:endParaRPr>
            </a:p>
          </p:txBody>
        </p:sp>
        <p:sp>
          <p:nvSpPr>
            <p:cNvPr id="179" name="Google Shape;745;p19">
              <a:extLst>
                <a:ext uri="{FF2B5EF4-FFF2-40B4-BE49-F238E27FC236}">
                  <a16:creationId xmlns:a16="http://schemas.microsoft.com/office/drawing/2014/main" id="{B47A481F-5F3E-68A4-B525-6D43431C7D4A}"/>
                </a:ext>
              </a:extLst>
            </p:cNvPr>
            <p:cNvSpPr txBox="1"/>
            <p:nvPr/>
          </p:nvSpPr>
          <p:spPr>
            <a:xfrm>
              <a:off x="3895272" y="4850750"/>
              <a:ext cx="659700" cy="39100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a:solidFill>
                    <a:schemeClr val="dk1"/>
                  </a:solidFill>
                  <a:latin typeface="+mn-lt"/>
                  <a:ea typeface="Arial"/>
                  <a:cs typeface="Arial"/>
                  <a:sym typeface="Arial"/>
                </a:rPr>
                <a:t>T 4</a:t>
              </a:r>
              <a:endParaRPr sz="1600">
                <a:latin typeface="+mn-lt"/>
              </a:endParaRPr>
            </a:p>
          </p:txBody>
        </p:sp>
      </p:grpSp>
    </p:spTree>
    <p:extLst>
      <p:ext uri="{BB962C8B-B14F-4D97-AF65-F5344CB8AC3E}">
        <p14:creationId xmlns:p14="http://schemas.microsoft.com/office/powerpoint/2010/main" val="114481221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65">
          <a:extLst>
            <a:ext uri="{FF2B5EF4-FFF2-40B4-BE49-F238E27FC236}">
              <a16:creationId xmlns:a16="http://schemas.microsoft.com/office/drawing/2014/main" id="{4D6142B4-DCB3-4124-FE28-6EB1DEBBCF50}"/>
            </a:ext>
          </a:extLst>
        </p:cNvPr>
        <p:cNvGrpSpPr/>
        <p:nvPr/>
      </p:nvGrpSpPr>
      <p:grpSpPr>
        <a:xfrm>
          <a:off x="0" y="0"/>
          <a:ext cx="0" cy="0"/>
          <a:chOff x="0" y="0"/>
          <a:chExt cx="0" cy="0"/>
        </a:xfrm>
      </p:grpSpPr>
      <p:sp>
        <p:nvSpPr>
          <p:cNvPr id="166" name="Google Shape;166;p8">
            <a:extLst>
              <a:ext uri="{FF2B5EF4-FFF2-40B4-BE49-F238E27FC236}">
                <a16:creationId xmlns:a16="http://schemas.microsoft.com/office/drawing/2014/main" id="{5F9CDA99-2097-56BE-D2A2-A7426B2143B8}"/>
              </a:ext>
            </a:extLst>
          </p:cNvPr>
          <p:cNvSpPr txBox="1">
            <a:spLocks noGrp="1"/>
          </p:cNvSpPr>
          <p:nvPr>
            <p:ph type="title"/>
          </p:nvPr>
        </p:nvSpPr>
        <p:spPr>
          <a:xfrm>
            <a:off x="1086866" y="1140614"/>
            <a:ext cx="10258593" cy="632876"/>
          </a:xfrm>
          <a:prstGeom prst="rect">
            <a:avLst/>
          </a:prstGeom>
          <a:noFill/>
          <a:ln>
            <a:noFill/>
          </a:ln>
        </p:spPr>
        <p:txBody>
          <a:bodyPr spcFirstLastPara="1" wrap="square" lIns="71675" tIns="35825" rIns="71675" bIns="35825" anchor="t" anchorCtr="0">
            <a:normAutofit/>
          </a:bodyPr>
          <a:lstStyle/>
          <a:p>
            <a:pPr marL="0" lvl="0" indent="0" algn="l" rtl="0">
              <a:lnSpc>
                <a:spcPct val="84000"/>
              </a:lnSpc>
              <a:spcBef>
                <a:spcPts val="0"/>
              </a:spcBef>
              <a:spcAft>
                <a:spcPts val="0"/>
              </a:spcAft>
              <a:buNone/>
            </a:pPr>
            <a:r>
              <a:rPr lang="es-ES" sz="4382" dirty="0">
                <a:solidFill>
                  <a:schemeClr val="dk1"/>
                </a:solidFill>
                <a:latin typeface="Calibri"/>
                <a:ea typeface="Calibri"/>
                <a:cs typeface="Calibri"/>
                <a:sym typeface="Calibri"/>
              </a:rPr>
              <a:t>Redes de Petri - Sincronización</a:t>
            </a:r>
            <a:endParaRPr sz="4382" dirty="0">
              <a:solidFill>
                <a:schemeClr val="dk1"/>
              </a:solidFill>
              <a:latin typeface="Calibri"/>
              <a:ea typeface="Calibri"/>
              <a:cs typeface="Calibri"/>
              <a:sym typeface="Calibri"/>
            </a:endParaRPr>
          </a:p>
        </p:txBody>
      </p:sp>
      <p:sp>
        <p:nvSpPr>
          <p:cNvPr id="167" name="Google Shape;167;p8">
            <a:extLst>
              <a:ext uri="{FF2B5EF4-FFF2-40B4-BE49-F238E27FC236}">
                <a16:creationId xmlns:a16="http://schemas.microsoft.com/office/drawing/2014/main" id="{02C1AE05-D627-5C05-AD86-ED9EC2C04BE2}"/>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s-ES"/>
              <a:t>2026</a:t>
            </a:r>
            <a:endParaRPr/>
          </a:p>
        </p:txBody>
      </p:sp>
      <p:sp>
        <p:nvSpPr>
          <p:cNvPr id="168" name="Google Shape;168;p8">
            <a:extLst>
              <a:ext uri="{FF2B5EF4-FFF2-40B4-BE49-F238E27FC236}">
                <a16:creationId xmlns:a16="http://schemas.microsoft.com/office/drawing/2014/main" id="{2FD0FE1D-ECE8-0FFB-EB98-8AEB38D03CAC}"/>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s-ES"/>
              <a:t>INGENIERÍA DE SOFTWARE I</a:t>
            </a:r>
            <a:endParaRPr/>
          </a:p>
        </p:txBody>
      </p:sp>
      <p:sp>
        <p:nvSpPr>
          <p:cNvPr id="169" name="Google Shape;169;p8">
            <a:extLst>
              <a:ext uri="{FF2B5EF4-FFF2-40B4-BE49-F238E27FC236}">
                <a16:creationId xmlns:a16="http://schemas.microsoft.com/office/drawing/2014/main" id="{2C782782-C682-9815-C830-CB879CB7BD5C}"/>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37</a:t>
            </a:fld>
            <a:endParaRPr/>
          </a:p>
        </p:txBody>
      </p:sp>
      <p:sp>
        <p:nvSpPr>
          <p:cNvPr id="170" name="Google Shape;170;p8">
            <a:extLst>
              <a:ext uri="{FF2B5EF4-FFF2-40B4-BE49-F238E27FC236}">
                <a16:creationId xmlns:a16="http://schemas.microsoft.com/office/drawing/2014/main" id="{8D4883EF-13C8-765B-9506-5E3E93143184}"/>
              </a:ext>
            </a:extLst>
          </p:cNvPr>
          <p:cNvSpPr/>
          <p:nvPr/>
        </p:nvSpPr>
        <p:spPr>
          <a:xfrm>
            <a:off x="1151584" y="1886309"/>
            <a:ext cx="10129156" cy="4460410"/>
          </a:xfrm>
          <a:prstGeom prst="rect">
            <a:avLst/>
          </a:prstGeom>
          <a:noFill/>
          <a:ln>
            <a:noFill/>
          </a:ln>
        </p:spPr>
        <p:txBody>
          <a:bodyPr spcFirstLastPara="1" wrap="square" lIns="89625" tIns="44800" rIns="89625" bIns="44800" anchor="t" anchorCtr="0">
            <a:noAutofit/>
          </a:bodyPr>
          <a:lstStyle/>
          <a:p>
            <a:pPr marL="447466" lvl="0" indent="-447466" algn="just">
              <a:spcBef>
                <a:spcPts val="0"/>
              </a:spcBef>
              <a:spcAft>
                <a:spcPts val="300"/>
              </a:spcAft>
              <a:buClr>
                <a:srgbClr val="C00000"/>
              </a:buClr>
              <a:buSzPts val="2789"/>
              <a:buFont typeface="Noto Sans Symbols"/>
              <a:buChar char="❖"/>
            </a:pPr>
            <a:r>
              <a:rPr lang="es-ES" sz="2800" dirty="0">
                <a:solidFill>
                  <a:schemeClr val="dk1"/>
                </a:solidFill>
                <a:latin typeface="Calibri"/>
                <a:ea typeface="Calibri"/>
                <a:cs typeface="Calibri"/>
                <a:sym typeface="Calibri"/>
              </a:rPr>
              <a:t>Para que varios procesos colaboren en la solución de un problema es necesario que compartan información y recursos, pero esto debe ser controlado para asegurar la integridad y correcta operación del sistema.</a:t>
            </a:r>
          </a:p>
          <a:p>
            <a:pPr lvl="0" algn="just">
              <a:spcBef>
                <a:spcPts val="0"/>
              </a:spcBef>
              <a:spcAft>
                <a:spcPts val="300"/>
              </a:spcAft>
              <a:buClr>
                <a:srgbClr val="C00000"/>
              </a:buClr>
              <a:buSzPts val="2789"/>
            </a:pPr>
            <a:endParaRPr lang="es-ES" sz="2800" dirty="0">
              <a:solidFill>
                <a:schemeClr val="dk1"/>
              </a:solidFill>
              <a:latin typeface="Calibri"/>
              <a:ea typeface="Calibri"/>
              <a:cs typeface="Calibri"/>
              <a:sym typeface="Calibri"/>
            </a:endParaRPr>
          </a:p>
        </p:txBody>
      </p:sp>
      <p:pic>
        <p:nvPicPr>
          <p:cNvPr id="3" name="Google Shape;750;p20" descr="http://3.bp.blogspot.com/-BgthTLC605A/UJ9oo1OhfGI/AAAAAAAAAfM/Op0KUvpqUi8/s1600/sincronizacion.jpg">
            <a:extLst>
              <a:ext uri="{FF2B5EF4-FFF2-40B4-BE49-F238E27FC236}">
                <a16:creationId xmlns:a16="http://schemas.microsoft.com/office/drawing/2014/main" id="{56E73E3D-4826-356E-4D29-1C6ABDE6BE7F}"/>
              </a:ext>
            </a:extLst>
          </p:cNvPr>
          <p:cNvPicPr preferRelativeResize="0"/>
          <p:nvPr/>
        </p:nvPicPr>
        <p:blipFill rotWithShape="1">
          <a:blip r:embed="rId3">
            <a:alphaModFix/>
          </a:blip>
          <a:srcRect/>
          <a:stretch/>
        </p:blipFill>
        <p:spPr>
          <a:xfrm>
            <a:off x="8455641" y="3684039"/>
            <a:ext cx="2639079" cy="2480372"/>
          </a:xfrm>
          <a:prstGeom prst="rect">
            <a:avLst/>
          </a:prstGeom>
          <a:noFill/>
          <a:ln>
            <a:noFill/>
          </a:ln>
        </p:spPr>
      </p:pic>
    </p:spTree>
    <p:extLst>
      <p:ext uri="{BB962C8B-B14F-4D97-AF65-F5344CB8AC3E}">
        <p14:creationId xmlns:p14="http://schemas.microsoft.com/office/powerpoint/2010/main" val="336964038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65">
          <a:extLst>
            <a:ext uri="{FF2B5EF4-FFF2-40B4-BE49-F238E27FC236}">
              <a16:creationId xmlns:a16="http://schemas.microsoft.com/office/drawing/2014/main" id="{C8B7FF1B-BEC5-138F-2D35-4FEFBE4471EA}"/>
            </a:ext>
          </a:extLst>
        </p:cNvPr>
        <p:cNvGrpSpPr/>
        <p:nvPr/>
      </p:nvGrpSpPr>
      <p:grpSpPr>
        <a:xfrm>
          <a:off x="0" y="0"/>
          <a:ext cx="0" cy="0"/>
          <a:chOff x="0" y="0"/>
          <a:chExt cx="0" cy="0"/>
        </a:xfrm>
      </p:grpSpPr>
      <p:sp>
        <p:nvSpPr>
          <p:cNvPr id="166" name="Google Shape;166;p8">
            <a:extLst>
              <a:ext uri="{FF2B5EF4-FFF2-40B4-BE49-F238E27FC236}">
                <a16:creationId xmlns:a16="http://schemas.microsoft.com/office/drawing/2014/main" id="{C8C4F123-714B-E162-509C-8671766F2873}"/>
              </a:ext>
            </a:extLst>
          </p:cNvPr>
          <p:cNvSpPr txBox="1">
            <a:spLocks noGrp="1"/>
          </p:cNvSpPr>
          <p:nvPr>
            <p:ph type="title"/>
          </p:nvPr>
        </p:nvSpPr>
        <p:spPr>
          <a:xfrm>
            <a:off x="1086866" y="1140614"/>
            <a:ext cx="10258593" cy="632876"/>
          </a:xfrm>
          <a:prstGeom prst="rect">
            <a:avLst/>
          </a:prstGeom>
          <a:noFill/>
          <a:ln>
            <a:noFill/>
          </a:ln>
        </p:spPr>
        <p:txBody>
          <a:bodyPr spcFirstLastPara="1" wrap="square" lIns="71675" tIns="35825" rIns="71675" bIns="35825" anchor="t" anchorCtr="0">
            <a:normAutofit/>
          </a:bodyPr>
          <a:lstStyle/>
          <a:p>
            <a:pPr marL="0" lvl="0" indent="0" algn="l" rtl="0">
              <a:lnSpc>
                <a:spcPct val="84000"/>
              </a:lnSpc>
              <a:spcBef>
                <a:spcPts val="0"/>
              </a:spcBef>
              <a:spcAft>
                <a:spcPts val="0"/>
              </a:spcAft>
              <a:buNone/>
            </a:pPr>
            <a:r>
              <a:rPr lang="es-ES" sz="4382" dirty="0">
                <a:solidFill>
                  <a:schemeClr val="dk1"/>
                </a:solidFill>
                <a:latin typeface="Calibri"/>
                <a:ea typeface="Calibri"/>
                <a:cs typeface="Calibri"/>
                <a:sym typeface="Calibri"/>
              </a:rPr>
              <a:t>Redes de Petri – Exclusión mutua</a:t>
            </a:r>
            <a:endParaRPr sz="4382" dirty="0">
              <a:solidFill>
                <a:schemeClr val="dk1"/>
              </a:solidFill>
              <a:latin typeface="Calibri"/>
              <a:ea typeface="Calibri"/>
              <a:cs typeface="Calibri"/>
              <a:sym typeface="Calibri"/>
            </a:endParaRPr>
          </a:p>
        </p:txBody>
      </p:sp>
      <p:sp>
        <p:nvSpPr>
          <p:cNvPr id="167" name="Google Shape;167;p8">
            <a:extLst>
              <a:ext uri="{FF2B5EF4-FFF2-40B4-BE49-F238E27FC236}">
                <a16:creationId xmlns:a16="http://schemas.microsoft.com/office/drawing/2014/main" id="{4E06C0D3-EC04-6919-43A7-CBD1E8B15533}"/>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s-ES"/>
              <a:t>2026</a:t>
            </a:r>
            <a:endParaRPr/>
          </a:p>
        </p:txBody>
      </p:sp>
      <p:sp>
        <p:nvSpPr>
          <p:cNvPr id="168" name="Google Shape;168;p8">
            <a:extLst>
              <a:ext uri="{FF2B5EF4-FFF2-40B4-BE49-F238E27FC236}">
                <a16:creationId xmlns:a16="http://schemas.microsoft.com/office/drawing/2014/main" id="{E0AA2101-FE29-80F1-220F-DBDD87DFE5BA}"/>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s-ES"/>
              <a:t>INGENIERÍA DE SOFTWARE I</a:t>
            </a:r>
            <a:endParaRPr/>
          </a:p>
        </p:txBody>
      </p:sp>
      <p:sp>
        <p:nvSpPr>
          <p:cNvPr id="169" name="Google Shape;169;p8">
            <a:extLst>
              <a:ext uri="{FF2B5EF4-FFF2-40B4-BE49-F238E27FC236}">
                <a16:creationId xmlns:a16="http://schemas.microsoft.com/office/drawing/2014/main" id="{9CE6F815-76AF-8FA2-9A72-C8BA97F4308F}"/>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38</a:t>
            </a:fld>
            <a:endParaRPr/>
          </a:p>
        </p:txBody>
      </p:sp>
      <p:sp>
        <p:nvSpPr>
          <p:cNvPr id="170" name="Google Shape;170;p8">
            <a:extLst>
              <a:ext uri="{FF2B5EF4-FFF2-40B4-BE49-F238E27FC236}">
                <a16:creationId xmlns:a16="http://schemas.microsoft.com/office/drawing/2014/main" id="{9A3A902F-2446-3056-A4B5-C41874624F23}"/>
              </a:ext>
            </a:extLst>
          </p:cNvPr>
          <p:cNvSpPr/>
          <p:nvPr/>
        </p:nvSpPr>
        <p:spPr>
          <a:xfrm>
            <a:off x="1151584" y="1886309"/>
            <a:ext cx="10129156" cy="4460410"/>
          </a:xfrm>
          <a:prstGeom prst="rect">
            <a:avLst/>
          </a:prstGeom>
          <a:noFill/>
          <a:ln>
            <a:noFill/>
          </a:ln>
        </p:spPr>
        <p:txBody>
          <a:bodyPr spcFirstLastPara="1" wrap="square" lIns="89625" tIns="44800" rIns="89625" bIns="44800" anchor="t" anchorCtr="0">
            <a:noAutofit/>
          </a:bodyPr>
          <a:lstStyle/>
          <a:p>
            <a:pPr lvl="0" algn="just">
              <a:spcBef>
                <a:spcPts val="0"/>
              </a:spcBef>
              <a:spcAft>
                <a:spcPts val="0"/>
              </a:spcAft>
              <a:buClr>
                <a:srgbClr val="C00000"/>
              </a:buClr>
              <a:buSzPts val="2789"/>
            </a:pPr>
            <a:endParaRPr lang="es-ES" sz="2800" dirty="0">
              <a:solidFill>
                <a:schemeClr val="dk1"/>
              </a:solidFill>
              <a:latin typeface="Calibri"/>
              <a:ea typeface="Calibri"/>
              <a:cs typeface="Calibri"/>
              <a:sym typeface="Calibri"/>
            </a:endParaRPr>
          </a:p>
        </p:txBody>
      </p:sp>
      <p:grpSp>
        <p:nvGrpSpPr>
          <p:cNvPr id="3" name="Grupo 2">
            <a:extLst>
              <a:ext uri="{FF2B5EF4-FFF2-40B4-BE49-F238E27FC236}">
                <a16:creationId xmlns:a16="http://schemas.microsoft.com/office/drawing/2014/main" id="{70864D88-FF39-CC8A-A9AE-D0B66C3F7B29}"/>
              </a:ext>
            </a:extLst>
          </p:cNvPr>
          <p:cNvGrpSpPr/>
          <p:nvPr/>
        </p:nvGrpSpPr>
        <p:grpSpPr>
          <a:xfrm>
            <a:off x="2917613" y="2780925"/>
            <a:ext cx="6356774" cy="2025498"/>
            <a:chOff x="3035100" y="2780925"/>
            <a:chExt cx="6356774" cy="2025498"/>
          </a:xfrm>
        </p:grpSpPr>
        <p:sp>
          <p:nvSpPr>
            <p:cNvPr id="5" name="Google Shape;763;p21">
              <a:extLst>
                <a:ext uri="{FF2B5EF4-FFF2-40B4-BE49-F238E27FC236}">
                  <a16:creationId xmlns:a16="http://schemas.microsoft.com/office/drawing/2014/main" id="{75B3906E-76AC-C583-1A25-C5884FEE7B34}"/>
                </a:ext>
              </a:extLst>
            </p:cNvPr>
            <p:cNvSpPr/>
            <p:nvPr/>
          </p:nvSpPr>
          <p:spPr>
            <a:xfrm>
              <a:off x="3863752" y="2780928"/>
              <a:ext cx="432048" cy="360040"/>
            </a:xfrm>
            <a:prstGeom prst="ellipse">
              <a:avLst/>
            </a:prstGeom>
            <a:solidFill>
              <a:schemeClr val="lt1"/>
            </a:solidFill>
            <a:ln w="127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mn-lt"/>
                <a:ea typeface="Times New Roman"/>
                <a:cs typeface="Times New Roman"/>
                <a:sym typeface="Times New Roman"/>
              </a:endParaRPr>
            </a:p>
          </p:txBody>
        </p:sp>
        <p:sp>
          <p:nvSpPr>
            <p:cNvPr id="7" name="Google Shape;764;p21">
              <a:extLst>
                <a:ext uri="{FF2B5EF4-FFF2-40B4-BE49-F238E27FC236}">
                  <a16:creationId xmlns:a16="http://schemas.microsoft.com/office/drawing/2014/main" id="{D45E3673-F1CA-239D-63A8-A250609F9F08}"/>
                </a:ext>
              </a:extLst>
            </p:cNvPr>
            <p:cNvSpPr txBox="1"/>
            <p:nvPr/>
          </p:nvSpPr>
          <p:spPr>
            <a:xfrm>
              <a:off x="3175675" y="2780925"/>
              <a:ext cx="4686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chemeClr val="dk1"/>
                  </a:solidFill>
                  <a:latin typeface="+mn-lt"/>
                  <a:ea typeface="Arial"/>
                  <a:cs typeface="Arial"/>
                  <a:sym typeface="Arial"/>
                </a:rPr>
                <a:t>P0</a:t>
              </a:r>
              <a:endParaRPr>
                <a:latin typeface="+mn-lt"/>
              </a:endParaRPr>
            </a:p>
          </p:txBody>
        </p:sp>
        <p:cxnSp>
          <p:nvCxnSpPr>
            <p:cNvPr id="180" name="Google Shape;765;p21">
              <a:extLst>
                <a:ext uri="{FF2B5EF4-FFF2-40B4-BE49-F238E27FC236}">
                  <a16:creationId xmlns:a16="http://schemas.microsoft.com/office/drawing/2014/main" id="{B1914204-C430-A687-9C54-72BDC83C0144}"/>
                </a:ext>
              </a:extLst>
            </p:cNvPr>
            <p:cNvCxnSpPr/>
            <p:nvPr/>
          </p:nvCxnSpPr>
          <p:spPr>
            <a:xfrm>
              <a:off x="3503712" y="3717032"/>
              <a:ext cx="1584176" cy="0"/>
            </a:xfrm>
            <a:prstGeom prst="straightConnector1">
              <a:avLst/>
            </a:prstGeom>
            <a:solidFill>
              <a:schemeClr val="accent1"/>
            </a:solidFill>
            <a:ln w="9525" cap="flat" cmpd="sng">
              <a:solidFill>
                <a:schemeClr val="dk1"/>
              </a:solidFill>
              <a:prstDash val="solid"/>
              <a:miter lim="800000"/>
              <a:headEnd type="none" w="sm" len="sm"/>
              <a:tailEnd type="none" w="sm" len="sm"/>
            </a:ln>
          </p:spPr>
        </p:cxnSp>
        <p:cxnSp>
          <p:nvCxnSpPr>
            <p:cNvPr id="181" name="Google Shape;766;p21">
              <a:extLst>
                <a:ext uri="{FF2B5EF4-FFF2-40B4-BE49-F238E27FC236}">
                  <a16:creationId xmlns:a16="http://schemas.microsoft.com/office/drawing/2014/main" id="{B1BC90FD-0BDF-E0C4-5B39-1189220569F6}"/>
                </a:ext>
              </a:extLst>
            </p:cNvPr>
            <p:cNvCxnSpPr/>
            <p:nvPr/>
          </p:nvCxnSpPr>
          <p:spPr>
            <a:xfrm>
              <a:off x="4079776" y="3212976"/>
              <a:ext cx="0" cy="288032"/>
            </a:xfrm>
            <a:prstGeom prst="straightConnector1">
              <a:avLst/>
            </a:prstGeom>
            <a:solidFill>
              <a:schemeClr val="accent1"/>
            </a:solidFill>
            <a:ln w="9525" cap="flat" cmpd="sng">
              <a:solidFill>
                <a:schemeClr val="dk1"/>
              </a:solidFill>
              <a:prstDash val="solid"/>
              <a:miter lim="800000"/>
              <a:headEnd type="none" w="sm" len="sm"/>
              <a:tailEnd type="stealth" w="med" len="med"/>
            </a:ln>
          </p:spPr>
        </p:cxnSp>
        <p:sp>
          <p:nvSpPr>
            <p:cNvPr id="182" name="Google Shape;767;p21">
              <a:extLst>
                <a:ext uri="{FF2B5EF4-FFF2-40B4-BE49-F238E27FC236}">
                  <a16:creationId xmlns:a16="http://schemas.microsoft.com/office/drawing/2014/main" id="{0E6C25B9-AC70-C185-048A-7BAF268B494B}"/>
                </a:ext>
              </a:extLst>
            </p:cNvPr>
            <p:cNvSpPr/>
            <p:nvPr/>
          </p:nvSpPr>
          <p:spPr>
            <a:xfrm>
              <a:off x="4007768" y="2897924"/>
              <a:ext cx="144016" cy="144016"/>
            </a:xfrm>
            <a:prstGeom prst="ellipse">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mn-lt"/>
                <a:ea typeface="Times New Roman"/>
                <a:cs typeface="Times New Roman"/>
                <a:sym typeface="Times New Roman"/>
              </a:endParaRPr>
            </a:p>
          </p:txBody>
        </p:sp>
        <p:sp>
          <p:nvSpPr>
            <p:cNvPr id="183" name="Google Shape;768;p21">
              <a:extLst>
                <a:ext uri="{FF2B5EF4-FFF2-40B4-BE49-F238E27FC236}">
                  <a16:creationId xmlns:a16="http://schemas.microsoft.com/office/drawing/2014/main" id="{0A51F037-A892-E4B7-9BF5-12578E5F9AC0}"/>
                </a:ext>
              </a:extLst>
            </p:cNvPr>
            <p:cNvSpPr/>
            <p:nvPr/>
          </p:nvSpPr>
          <p:spPr>
            <a:xfrm>
              <a:off x="5807968" y="2780928"/>
              <a:ext cx="432048" cy="360040"/>
            </a:xfrm>
            <a:prstGeom prst="ellipse">
              <a:avLst/>
            </a:prstGeom>
            <a:solidFill>
              <a:schemeClr val="lt1"/>
            </a:solidFill>
            <a:ln w="127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mn-lt"/>
                <a:ea typeface="Times New Roman"/>
                <a:cs typeface="Times New Roman"/>
                <a:sym typeface="Times New Roman"/>
              </a:endParaRPr>
            </a:p>
          </p:txBody>
        </p:sp>
        <p:sp>
          <p:nvSpPr>
            <p:cNvPr id="184" name="Google Shape;769;p21">
              <a:extLst>
                <a:ext uri="{FF2B5EF4-FFF2-40B4-BE49-F238E27FC236}">
                  <a16:creationId xmlns:a16="http://schemas.microsoft.com/office/drawing/2014/main" id="{FD28A166-70A7-1775-E411-EBFE0F8B20A3}"/>
                </a:ext>
              </a:extLst>
            </p:cNvPr>
            <p:cNvSpPr txBox="1"/>
            <p:nvPr/>
          </p:nvSpPr>
          <p:spPr>
            <a:xfrm>
              <a:off x="5284317" y="2780925"/>
              <a:ext cx="4686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chemeClr val="dk1"/>
                  </a:solidFill>
                  <a:latin typeface="+mn-lt"/>
                  <a:ea typeface="Arial"/>
                  <a:cs typeface="Arial"/>
                  <a:sym typeface="Arial"/>
                </a:rPr>
                <a:t>P1</a:t>
              </a:r>
              <a:endParaRPr>
                <a:latin typeface="+mn-lt"/>
              </a:endParaRPr>
            </a:p>
          </p:txBody>
        </p:sp>
        <p:sp>
          <p:nvSpPr>
            <p:cNvPr id="185" name="Google Shape;770;p21">
              <a:extLst>
                <a:ext uri="{FF2B5EF4-FFF2-40B4-BE49-F238E27FC236}">
                  <a16:creationId xmlns:a16="http://schemas.microsoft.com/office/drawing/2014/main" id="{EE5C116E-67BC-C300-B18A-5322AA27EA48}"/>
                </a:ext>
              </a:extLst>
            </p:cNvPr>
            <p:cNvSpPr/>
            <p:nvPr/>
          </p:nvSpPr>
          <p:spPr>
            <a:xfrm>
              <a:off x="5951984" y="2897924"/>
              <a:ext cx="144016" cy="144016"/>
            </a:xfrm>
            <a:prstGeom prst="ellipse">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mn-lt"/>
                <a:ea typeface="Times New Roman"/>
                <a:cs typeface="Times New Roman"/>
                <a:sym typeface="Times New Roman"/>
              </a:endParaRPr>
            </a:p>
          </p:txBody>
        </p:sp>
        <p:sp>
          <p:nvSpPr>
            <p:cNvPr id="186" name="Google Shape;771;p21">
              <a:extLst>
                <a:ext uri="{FF2B5EF4-FFF2-40B4-BE49-F238E27FC236}">
                  <a16:creationId xmlns:a16="http://schemas.microsoft.com/office/drawing/2014/main" id="{4F3055B7-2183-A319-0351-AE0A4313C62C}"/>
                </a:ext>
              </a:extLst>
            </p:cNvPr>
            <p:cNvSpPr/>
            <p:nvPr/>
          </p:nvSpPr>
          <p:spPr>
            <a:xfrm>
              <a:off x="7968208" y="2780928"/>
              <a:ext cx="432048" cy="360040"/>
            </a:xfrm>
            <a:prstGeom prst="ellipse">
              <a:avLst/>
            </a:prstGeom>
            <a:solidFill>
              <a:schemeClr val="lt1"/>
            </a:solidFill>
            <a:ln w="127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mn-lt"/>
                <a:ea typeface="Times New Roman"/>
                <a:cs typeface="Times New Roman"/>
                <a:sym typeface="Times New Roman"/>
              </a:endParaRPr>
            </a:p>
          </p:txBody>
        </p:sp>
        <p:sp>
          <p:nvSpPr>
            <p:cNvPr id="187" name="Google Shape;772;p21">
              <a:extLst>
                <a:ext uri="{FF2B5EF4-FFF2-40B4-BE49-F238E27FC236}">
                  <a16:creationId xmlns:a16="http://schemas.microsoft.com/office/drawing/2014/main" id="{044A3E3C-036C-9F8D-B821-DC70DAD6390C}"/>
                </a:ext>
              </a:extLst>
            </p:cNvPr>
            <p:cNvSpPr txBox="1"/>
            <p:nvPr/>
          </p:nvSpPr>
          <p:spPr>
            <a:xfrm>
              <a:off x="7627254" y="2780925"/>
              <a:ext cx="4686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dirty="0">
                  <a:solidFill>
                    <a:schemeClr val="dk1"/>
                  </a:solidFill>
                  <a:latin typeface="+mn-lt"/>
                  <a:ea typeface="Arial"/>
                  <a:cs typeface="Arial"/>
                  <a:sym typeface="Arial"/>
                </a:rPr>
                <a:t>P2</a:t>
              </a:r>
              <a:endParaRPr dirty="0">
                <a:latin typeface="+mn-lt"/>
              </a:endParaRPr>
            </a:p>
          </p:txBody>
        </p:sp>
        <p:sp>
          <p:nvSpPr>
            <p:cNvPr id="188" name="Google Shape;773;p21">
              <a:extLst>
                <a:ext uri="{FF2B5EF4-FFF2-40B4-BE49-F238E27FC236}">
                  <a16:creationId xmlns:a16="http://schemas.microsoft.com/office/drawing/2014/main" id="{C4F008CB-985A-1841-2B96-82FFD333AB03}"/>
                </a:ext>
              </a:extLst>
            </p:cNvPr>
            <p:cNvSpPr/>
            <p:nvPr/>
          </p:nvSpPr>
          <p:spPr>
            <a:xfrm>
              <a:off x="8112224" y="2897924"/>
              <a:ext cx="144016" cy="144016"/>
            </a:xfrm>
            <a:prstGeom prst="ellipse">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mn-lt"/>
                <a:ea typeface="Times New Roman"/>
                <a:cs typeface="Times New Roman"/>
                <a:sym typeface="Times New Roman"/>
              </a:endParaRPr>
            </a:p>
          </p:txBody>
        </p:sp>
        <p:cxnSp>
          <p:nvCxnSpPr>
            <p:cNvPr id="189" name="Google Shape;774;p21">
              <a:extLst>
                <a:ext uri="{FF2B5EF4-FFF2-40B4-BE49-F238E27FC236}">
                  <a16:creationId xmlns:a16="http://schemas.microsoft.com/office/drawing/2014/main" id="{398C712E-7980-9151-E967-0BFD64B1EE43}"/>
                </a:ext>
              </a:extLst>
            </p:cNvPr>
            <p:cNvCxnSpPr/>
            <p:nvPr/>
          </p:nvCxnSpPr>
          <p:spPr>
            <a:xfrm>
              <a:off x="7392144" y="3717032"/>
              <a:ext cx="1584176" cy="0"/>
            </a:xfrm>
            <a:prstGeom prst="straightConnector1">
              <a:avLst/>
            </a:prstGeom>
            <a:solidFill>
              <a:schemeClr val="accent1"/>
            </a:solidFill>
            <a:ln w="9525" cap="flat" cmpd="sng">
              <a:solidFill>
                <a:schemeClr val="dk1"/>
              </a:solidFill>
              <a:prstDash val="solid"/>
              <a:miter lim="800000"/>
              <a:headEnd type="none" w="sm" len="sm"/>
              <a:tailEnd type="none" w="sm" len="sm"/>
            </a:ln>
          </p:spPr>
        </p:cxnSp>
        <p:cxnSp>
          <p:nvCxnSpPr>
            <p:cNvPr id="190" name="Google Shape;775;p21">
              <a:extLst>
                <a:ext uri="{FF2B5EF4-FFF2-40B4-BE49-F238E27FC236}">
                  <a16:creationId xmlns:a16="http://schemas.microsoft.com/office/drawing/2014/main" id="{EED5AF98-E55A-F236-1A65-4BD8C630F791}"/>
                </a:ext>
              </a:extLst>
            </p:cNvPr>
            <p:cNvCxnSpPr>
              <a:stCxn id="183" idx="3"/>
            </p:cNvCxnSpPr>
            <p:nvPr/>
          </p:nvCxnSpPr>
          <p:spPr>
            <a:xfrm flipH="1">
              <a:off x="4799940" y="3088241"/>
              <a:ext cx="1071300" cy="484800"/>
            </a:xfrm>
            <a:prstGeom prst="straightConnector1">
              <a:avLst/>
            </a:prstGeom>
            <a:solidFill>
              <a:schemeClr val="accent1"/>
            </a:solidFill>
            <a:ln w="9525" cap="flat" cmpd="sng">
              <a:solidFill>
                <a:schemeClr val="dk1"/>
              </a:solidFill>
              <a:prstDash val="solid"/>
              <a:miter lim="800000"/>
              <a:headEnd type="none" w="sm" len="sm"/>
              <a:tailEnd type="stealth" w="med" len="med"/>
            </a:ln>
          </p:spPr>
        </p:cxnSp>
        <p:cxnSp>
          <p:nvCxnSpPr>
            <p:cNvPr id="191" name="Google Shape;776;p21">
              <a:extLst>
                <a:ext uri="{FF2B5EF4-FFF2-40B4-BE49-F238E27FC236}">
                  <a16:creationId xmlns:a16="http://schemas.microsoft.com/office/drawing/2014/main" id="{F2CBC48F-8092-D1C3-73C2-EDF6FE7698FD}"/>
                </a:ext>
              </a:extLst>
            </p:cNvPr>
            <p:cNvCxnSpPr>
              <a:cxnSpLocks/>
              <a:stCxn id="183" idx="5"/>
            </p:cNvCxnSpPr>
            <p:nvPr/>
          </p:nvCxnSpPr>
          <p:spPr>
            <a:xfrm>
              <a:off x="6176744" y="3088241"/>
              <a:ext cx="1359416" cy="484775"/>
            </a:xfrm>
            <a:prstGeom prst="straightConnector1">
              <a:avLst/>
            </a:prstGeom>
            <a:solidFill>
              <a:schemeClr val="accent1"/>
            </a:solidFill>
            <a:ln w="9525" cap="flat" cmpd="sng">
              <a:solidFill>
                <a:schemeClr val="dk1"/>
              </a:solidFill>
              <a:prstDash val="solid"/>
              <a:miter lim="800000"/>
              <a:headEnd type="none" w="sm" len="sm"/>
              <a:tailEnd type="stealth" w="med" len="med"/>
            </a:ln>
          </p:spPr>
        </p:cxnSp>
        <p:cxnSp>
          <p:nvCxnSpPr>
            <p:cNvPr id="192" name="Google Shape;777;p21">
              <a:extLst>
                <a:ext uri="{FF2B5EF4-FFF2-40B4-BE49-F238E27FC236}">
                  <a16:creationId xmlns:a16="http://schemas.microsoft.com/office/drawing/2014/main" id="{A8DAB1A4-B6AA-8ACD-741C-522EA29D25EE}"/>
                </a:ext>
              </a:extLst>
            </p:cNvPr>
            <p:cNvCxnSpPr/>
            <p:nvPr/>
          </p:nvCxnSpPr>
          <p:spPr>
            <a:xfrm>
              <a:off x="8184232" y="3212976"/>
              <a:ext cx="0" cy="288032"/>
            </a:xfrm>
            <a:prstGeom prst="straightConnector1">
              <a:avLst/>
            </a:prstGeom>
            <a:solidFill>
              <a:schemeClr val="accent1"/>
            </a:solidFill>
            <a:ln w="9525" cap="flat" cmpd="sng">
              <a:solidFill>
                <a:schemeClr val="dk1"/>
              </a:solidFill>
              <a:prstDash val="solid"/>
              <a:miter lim="800000"/>
              <a:headEnd type="none" w="sm" len="sm"/>
              <a:tailEnd type="stealth" w="med" len="med"/>
            </a:ln>
          </p:spPr>
        </p:cxnSp>
        <p:cxnSp>
          <p:nvCxnSpPr>
            <p:cNvPr id="193" name="Google Shape;778;p21">
              <a:extLst>
                <a:ext uri="{FF2B5EF4-FFF2-40B4-BE49-F238E27FC236}">
                  <a16:creationId xmlns:a16="http://schemas.microsoft.com/office/drawing/2014/main" id="{2A7DF510-1F7F-9D04-8B4E-E5CC38C08784}"/>
                </a:ext>
              </a:extLst>
            </p:cNvPr>
            <p:cNvCxnSpPr/>
            <p:nvPr/>
          </p:nvCxnSpPr>
          <p:spPr>
            <a:xfrm>
              <a:off x="4079776" y="3933056"/>
              <a:ext cx="0" cy="288032"/>
            </a:xfrm>
            <a:prstGeom prst="straightConnector1">
              <a:avLst/>
            </a:prstGeom>
            <a:solidFill>
              <a:schemeClr val="accent1"/>
            </a:solidFill>
            <a:ln w="9525" cap="flat" cmpd="sng">
              <a:solidFill>
                <a:schemeClr val="dk1"/>
              </a:solidFill>
              <a:prstDash val="solid"/>
              <a:miter lim="800000"/>
              <a:headEnd type="none" w="sm" len="sm"/>
              <a:tailEnd type="stealth" w="med" len="med"/>
            </a:ln>
          </p:spPr>
        </p:cxnSp>
        <p:cxnSp>
          <p:nvCxnSpPr>
            <p:cNvPr id="194" name="Google Shape;779;p21">
              <a:extLst>
                <a:ext uri="{FF2B5EF4-FFF2-40B4-BE49-F238E27FC236}">
                  <a16:creationId xmlns:a16="http://schemas.microsoft.com/office/drawing/2014/main" id="{188C28C8-2918-2436-8C54-E9F8740E643E}"/>
                </a:ext>
              </a:extLst>
            </p:cNvPr>
            <p:cNvCxnSpPr/>
            <p:nvPr/>
          </p:nvCxnSpPr>
          <p:spPr>
            <a:xfrm>
              <a:off x="8184232" y="3933056"/>
              <a:ext cx="0" cy="288032"/>
            </a:xfrm>
            <a:prstGeom prst="straightConnector1">
              <a:avLst/>
            </a:prstGeom>
            <a:solidFill>
              <a:schemeClr val="accent1"/>
            </a:solidFill>
            <a:ln w="9525" cap="flat" cmpd="sng">
              <a:solidFill>
                <a:schemeClr val="dk1"/>
              </a:solidFill>
              <a:prstDash val="solid"/>
              <a:miter lim="800000"/>
              <a:headEnd type="none" w="sm" len="sm"/>
              <a:tailEnd type="stealth" w="med" len="med"/>
            </a:ln>
          </p:spPr>
        </p:cxnSp>
        <p:sp>
          <p:nvSpPr>
            <p:cNvPr id="195" name="Google Shape;780;p21">
              <a:extLst>
                <a:ext uri="{FF2B5EF4-FFF2-40B4-BE49-F238E27FC236}">
                  <a16:creationId xmlns:a16="http://schemas.microsoft.com/office/drawing/2014/main" id="{A5F2916D-9622-CBE9-B3D1-B680A0492B29}"/>
                </a:ext>
              </a:extLst>
            </p:cNvPr>
            <p:cNvSpPr/>
            <p:nvPr/>
          </p:nvSpPr>
          <p:spPr>
            <a:xfrm>
              <a:off x="3863752" y="4437112"/>
              <a:ext cx="432048" cy="360040"/>
            </a:xfrm>
            <a:prstGeom prst="ellipse">
              <a:avLst/>
            </a:prstGeom>
            <a:solidFill>
              <a:schemeClr val="lt1"/>
            </a:solidFill>
            <a:ln w="127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mn-lt"/>
                <a:ea typeface="Times New Roman"/>
                <a:cs typeface="Times New Roman"/>
                <a:sym typeface="Times New Roman"/>
              </a:endParaRPr>
            </a:p>
          </p:txBody>
        </p:sp>
        <p:sp>
          <p:nvSpPr>
            <p:cNvPr id="196" name="Google Shape;781;p21">
              <a:extLst>
                <a:ext uri="{FF2B5EF4-FFF2-40B4-BE49-F238E27FC236}">
                  <a16:creationId xmlns:a16="http://schemas.microsoft.com/office/drawing/2014/main" id="{C392E7AA-9E0E-919F-5ABD-83CA08385D1F}"/>
                </a:ext>
              </a:extLst>
            </p:cNvPr>
            <p:cNvSpPr txBox="1"/>
            <p:nvPr/>
          </p:nvSpPr>
          <p:spPr>
            <a:xfrm>
              <a:off x="3175675" y="4437123"/>
              <a:ext cx="4686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chemeClr val="dk1"/>
                  </a:solidFill>
                  <a:latin typeface="+mn-lt"/>
                  <a:ea typeface="Arial"/>
                  <a:cs typeface="Arial"/>
                  <a:sym typeface="Arial"/>
                </a:rPr>
                <a:t>P3</a:t>
              </a:r>
              <a:endParaRPr>
                <a:latin typeface="+mn-lt"/>
              </a:endParaRPr>
            </a:p>
          </p:txBody>
        </p:sp>
        <p:sp>
          <p:nvSpPr>
            <p:cNvPr id="197" name="Google Shape;782;p21">
              <a:extLst>
                <a:ext uri="{FF2B5EF4-FFF2-40B4-BE49-F238E27FC236}">
                  <a16:creationId xmlns:a16="http://schemas.microsoft.com/office/drawing/2014/main" id="{95B7E7C2-A622-3D4A-E989-09A4E432A941}"/>
                </a:ext>
              </a:extLst>
            </p:cNvPr>
            <p:cNvSpPr/>
            <p:nvPr/>
          </p:nvSpPr>
          <p:spPr>
            <a:xfrm>
              <a:off x="7968208" y="4437112"/>
              <a:ext cx="432048" cy="360040"/>
            </a:xfrm>
            <a:prstGeom prst="ellipse">
              <a:avLst/>
            </a:prstGeom>
            <a:solidFill>
              <a:schemeClr val="lt1"/>
            </a:solidFill>
            <a:ln w="127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mn-lt"/>
                <a:ea typeface="Times New Roman"/>
                <a:cs typeface="Times New Roman"/>
                <a:sym typeface="Times New Roman"/>
              </a:endParaRPr>
            </a:p>
          </p:txBody>
        </p:sp>
        <p:sp>
          <p:nvSpPr>
            <p:cNvPr id="198" name="Google Shape;783;p21">
              <a:extLst>
                <a:ext uri="{FF2B5EF4-FFF2-40B4-BE49-F238E27FC236}">
                  <a16:creationId xmlns:a16="http://schemas.microsoft.com/office/drawing/2014/main" id="{A866BECE-B912-6801-1465-DEF20FEF7C4C}"/>
                </a:ext>
              </a:extLst>
            </p:cNvPr>
            <p:cNvSpPr txBox="1"/>
            <p:nvPr/>
          </p:nvSpPr>
          <p:spPr>
            <a:xfrm>
              <a:off x="7627254" y="4437123"/>
              <a:ext cx="4686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chemeClr val="dk1"/>
                  </a:solidFill>
                  <a:latin typeface="+mn-lt"/>
                  <a:ea typeface="Arial"/>
                  <a:cs typeface="Arial"/>
                  <a:sym typeface="Arial"/>
                </a:rPr>
                <a:t>P4</a:t>
              </a:r>
              <a:endParaRPr>
                <a:latin typeface="+mn-lt"/>
              </a:endParaRPr>
            </a:p>
          </p:txBody>
        </p:sp>
        <p:sp>
          <p:nvSpPr>
            <p:cNvPr id="199" name="Google Shape;784;p21">
              <a:extLst>
                <a:ext uri="{FF2B5EF4-FFF2-40B4-BE49-F238E27FC236}">
                  <a16:creationId xmlns:a16="http://schemas.microsoft.com/office/drawing/2014/main" id="{C8D8EC63-D312-E11B-5CFC-ED2A33F1DB43}"/>
                </a:ext>
              </a:extLst>
            </p:cNvPr>
            <p:cNvSpPr txBox="1"/>
            <p:nvPr/>
          </p:nvSpPr>
          <p:spPr>
            <a:xfrm>
              <a:off x="3035100" y="3389317"/>
              <a:ext cx="4686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chemeClr val="dk1"/>
                  </a:solidFill>
                  <a:latin typeface="+mn-lt"/>
                  <a:ea typeface="Arial"/>
                  <a:cs typeface="Arial"/>
                  <a:sym typeface="Arial"/>
                </a:rPr>
                <a:t>T0</a:t>
              </a:r>
              <a:endParaRPr>
                <a:latin typeface="+mn-lt"/>
              </a:endParaRPr>
            </a:p>
          </p:txBody>
        </p:sp>
        <p:sp>
          <p:nvSpPr>
            <p:cNvPr id="200" name="Google Shape;785;p21">
              <a:extLst>
                <a:ext uri="{FF2B5EF4-FFF2-40B4-BE49-F238E27FC236}">
                  <a16:creationId xmlns:a16="http://schemas.microsoft.com/office/drawing/2014/main" id="{DE6FD5DE-6220-FCBB-2F32-5E783465727B}"/>
                </a:ext>
              </a:extLst>
            </p:cNvPr>
            <p:cNvSpPr txBox="1"/>
            <p:nvPr/>
          </p:nvSpPr>
          <p:spPr>
            <a:xfrm>
              <a:off x="8723174" y="3393775"/>
              <a:ext cx="6687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chemeClr val="dk1"/>
                  </a:solidFill>
                  <a:latin typeface="+mn-lt"/>
                  <a:ea typeface="Arial"/>
                  <a:cs typeface="Arial"/>
                  <a:sym typeface="Arial"/>
                </a:rPr>
                <a:t>T1</a:t>
              </a:r>
              <a:endParaRPr>
                <a:latin typeface="+mn-lt"/>
              </a:endParaRPr>
            </a:p>
          </p:txBody>
        </p:sp>
      </p:grpSp>
    </p:spTree>
    <p:extLst>
      <p:ext uri="{BB962C8B-B14F-4D97-AF65-F5344CB8AC3E}">
        <p14:creationId xmlns:p14="http://schemas.microsoft.com/office/powerpoint/2010/main" val="67452927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65">
          <a:extLst>
            <a:ext uri="{FF2B5EF4-FFF2-40B4-BE49-F238E27FC236}">
              <a16:creationId xmlns:a16="http://schemas.microsoft.com/office/drawing/2014/main" id="{948FE82F-184C-D3AF-5432-16234611B95D}"/>
            </a:ext>
          </a:extLst>
        </p:cNvPr>
        <p:cNvGrpSpPr/>
        <p:nvPr/>
      </p:nvGrpSpPr>
      <p:grpSpPr>
        <a:xfrm>
          <a:off x="0" y="0"/>
          <a:ext cx="0" cy="0"/>
          <a:chOff x="0" y="0"/>
          <a:chExt cx="0" cy="0"/>
        </a:xfrm>
      </p:grpSpPr>
      <p:sp>
        <p:nvSpPr>
          <p:cNvPr id="166" name="Google Shape;166;p8">
            <a:extLst>
              <a:ext uri="{FF2B5EF4-FFF2-40B4-BE49-F238E27FC236}">
                <a16:creationId xmlns:a16="http://schemas.microsoft.com/office/drawing/2014/main" id="{0DB4C202-AA0E-779E-44EA-6317AFA4AA39}"/>
              </a:ext>
            </a:extLst>
          </p:cNvPr>
          <p:cNvSpPr txBox="1">
            <a:spLocks noGrp="1"/>
          </p:cNvSpPr>
          <p:nvPr>
            <p:ph type="title"/>
          </p:nvPr>
        </p:nvSpPr>
        <p:spPr>
          <a:xfrm>
            <a:off x="1086866" y="1140614"/>
            <a:ext cx="10258593" cy="632876"/>
          </a:xfrm>
          <a:prstGeom prst="rect">
            <a:avLst/>
          </a:prstGeom>
          <a:noFill/>
          <a:ln>
            <a:noFill/>
          </a:ln>
        </p:spPr>
        <p:txBody>
          <a:bodyPr spcFirstLastPara="1" wrap="square" lIns="71675" tIns="35825" rIns="71675" bIns="35825" anchor="t" anchorCtr="0">
            <a:normAutofit/>
          </a:bodyPr>
          <a:lstStyle/>
          <a:p>
            <a:pPr marL="0" lvl="0" indent="0" algn="l" rtl="0">
              <a:lnSpc>
                <a:spcPct val="84000"/>
              </a:lnSpc>
              <a:spcBef>
                <a:spcPts val="0"/>
              </a:spcBef>
              <a:spcAft>
                <a:spcPts val="0"/>
              </a:spcAft>
              <a:buNone/>
            </a:pPr>
            <a:r>
              <a:rPr lang="es-ES" sz="4382" dirty="0">
                <a:solidFill>
                  <a:schemeClr val="dk1"/>
                </a:solidFill>
                <a:latin typeface="Calibri"/>
                <a:ea typeface="Calibri"/>
                <a:cs typeface="Calibri"/>
                <a:sym typeface="Calibri"/>
              </a:rPr>
              <a:t>Redes de Petri – Productor-Consumidor</a:t>
            </a:r>
            <a:endParaRPr sz="4382" dirty="0">
              <a:solidFill>
                <a:schemeClr val="dk1"/>
              </a:solidFill>
              <a:latin typeface="Calibri"/>
              <a:ea typeface="Calibri"/>
              <a:cs typeface="Calibri"/>
              <a:sym typeface="Calibri"/>
            </a:endParaRPr>
          </a:p>
        </p:txBody>
      </p:sp>
      <p:sp>
        <p:nvSpPr>
          <p:cNvPr id="167" name="Google Shape;167;p8">
            <a:extLst>
              <a:ext uri="{FF2B5EF4-FFF2-40B4-BE49-F238E27FC236}">
                <a16:creationId xmlns:a16="http://schemas.microsoft.com/office/drawing/2014/main" id="{F7B1DE1B-B000-92FA-329A-0F0D1FC4BAAD}"/>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s-ES"/>
              <a:t>2026</a:t>
            </a:r>
            <a:endParaRPr/>
          </a:p>
        </p:txBody>
      </p:sp>
      <p:sp>
        <p:nvSpPr>
          <p:cNvPr id="168" name="Google Shape;168;p8">
            <a:extLst>
              <a:ext uri="{FF2B5EF4-FFF2-40B4-BE49-F238E27FC236}">
                <a16:creationId xmlns:a16="http://schemas.microsoft.com/office/drawing/2014/main" id="{7755D3CC-CCBD-4740-18F3-21C537B57C35}"/>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s-ES"/>
              <a:t>INGENIERÍA DE SOFTWARE I</a:t>
            </a:r>
            <a:endParaRPr/>
          </a:p>
        </p:txBody>
      </p:sp>
      <p:sp>
        <p:nvSpPr>
          <p:cNvPr id="169" name="Google Shape;169;p8">
            <a:extLst>
              <a:ext uri="{FF2B5EF4-FFF2-40B4-BE49-F238E27FC236}">
                <a16:creationId xmlns:a16="http://schemas.microsoft.com/office/drawing/2014/main" id="{2866B018-7294-9BE1-F16C-78636496529B}"/>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39</a:t>
            </a:fld>
            <a:endParaRPr/>
          </a:p>
        </p:txBody>
      </p:sp>
      <p:sp>
        <p:nvSpPr>
          <p:cNvPr id="170" name="Google Shape;170;p8">
            <a:extLst>
              <a:ext uri="{FF2B5EF4-FFF2-40B4-BE49-F238E27FC236}">
                <a16:creationId xmlns:a16="http://schemas.microsoft.com/office/drawing/2014/main" id="{958D2903-4AF8-21CA-AAD6-40FBE2B1EA77}"/>
              </a:ext>
            </a:extLst>
          </p:cNvPr>
          <p:cNvSpPr/>
          <p:nvPr/>
        </p:nvSpPr>
        <p:spPr>
          <a:xfrm>
            <a:off x="1151584" y="1886309"/>
            <a:ext cx="10129156" cy="4460410"/>
          </a:xfrm>
          <a:prstGeom prst="rect">
            <a:avLst/>
          </a:prstGeom>
          <a:noFill/>
          <a:ln>
            <a:noFill/>
          </a:ln>
        </p:spPr>
        <p:txBody>
          <a:bodyPr spcFirstLastPara="1" wrap="square" lIns="89625" tIns="44800" rIns="89625" bIns="44800" anchor="t" anchorCtr="0">
            <a:noAutofit/>
          </a:bodyPr>
          <a:lstStyle/>
          <a:p>
            <a:pPr lvl="0" algn="just">
              <a:spcBef>
                <a:spcPts val="0"/>
              </a:spcBef>
              <a:spcAft>
                <a:spcPts val="0"/>
              </a:spcAft>
              <a:buClr>
                <a:srgbClr val="C00000"/>
              </a:buClr>
              <a:buSzPts val="2789"/>
            </a:pPr>
            <a:endParaRPr lang="es-ES" sz="2800" dirty="0">
              <a:solidFill>
                <a:schemeClr val="dk1"/>
              </a:solidFill>
              <a:latin typeface="Calibri"/>
              <a:ea typeface="Calibri"/>
              <a:cs typeface="Calibri"/>
              <a:sym typeface="Calibri"/>
            </a:endParaRPr>
          </a:p>
        </p:txBody>
      </p:sp>
      <p:pic>
        <p:nvPicPr>
          <p:cNvPr id="4" name="Google Shape;794;p22" descr="11-Petri">
            <a:extLst>
              <a:ext uri="{FF2B5EF4-FFF2-40B4-BE49-F238E27FC236}">
                <a16:creationId xmlns:a16="http://schemas.microsoft.com/office/drawing/2014/main" id="{94F502E0-72F2-2F6E-AB15-841EACF68C06}"/>
              </a:ext>
            </a:extLst>
          </p:cNvPr>
          <p:cNvPicPr preferRelativeResize="0"/>
          <p:nvPr/>
        </p:nvPicPr>
        <p:blipFill rotWithShape="1">
          <a:blip r:embed="rId3">
            <a:alphaModFix/>
          </a:blip>
          <a:srcRect t="3772" r="1641" b="4835"/>
          <a:stretch/>
        </p:blipFill>
        <p:spPr>
          <a:xfrm>
            <a:off x="3686175" y="2167562"/>
            <a:ext cx="4943475" cy="3960812"/>
          </a:xfrm>
          <a:prstGeom prst="rect">
            <a:avLst/>
          </a:prstGeom>
          <a:noFill/>
          <a:ln>
            <a:noFill/>
          </a:ln>
        </p:spPr>
      </p:pic>
    </p:spTree>
    <p:extLst>
      <p:ext uri="{BB962C8B-B14F-4D97-AF65-F5344CB8AC3E}">
        <p14:creationId xmlns:p14="http://schemas.microsoft.com/office/powerpoint/2010/main" val="115914611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65">
          <a:extLst>
            <a:ext uri="{FF2B5EF4-FFF2-40B4-BE49-F238E27FC236}">
              <a16:creationId xmlns:a16="http://schemas.microsoft.com/office/drawing/2014/main" id="{CB788E17-7CCC-C992-0BD4-6E8D13615421}"/>
            </a:ext>
          </a:extLst>
        </p:cNvPr>
        <p:cNvGrpSpPr/>
        <p:nvPr/>
      </p:nvGrpSpPr>
      <p:grpSpPr>
        <a:xfrm>
          <a:off x="0" y="0"/>
          <a:ext cx="0" cy="0"/>
          <a:chOff x="0" y="0"/>
          <a:chExt cx="0" cy="0"/>
        </a:xfrm>
      </p:grpSpPr>
      <p:sp>
        <p:nvSpPr>
          <p:cNvPr id="166" name="Google Shape;166;p8">
            <a:extLst>
              <a:ext uri="{FF2B5EF4-FFF2-40B4-BE49-F238E27FC236}">
                <a16:creationId xmlns:a16="http://schemas.microsoft.com/office/drawing/2014/main" id="{B69EB579-0EF0-FDE1-D44F-58D769D6BA66}"/>
              </a:ext>
            </a:extLst>
          </p:cNvPr>
          <p:cNvSpPr txBox="1">
            <a:spLocks noGrp="1"/>
          </p:cNvSpPr>
          <p:nvPr>
            <p:ph type="title"/>
          </p:nvPr>
        </p:nvSpPr>
        <p:spPr>
          <a:xfrm>
            <a:off x="1086866" y="1140614"/>
            <a:ext cx="10258593" cy="632876"/>
          </a:xfrm>
          <a:prstGeom prst="rect">
            <a:avLst/>
          </a:prstGeom>
          <a:noFill/>
          <a:ln>
            <a:noFill/>
          </a:ln>
        </p:spPr>
        <p:txBody>
          <a:bodyPr spcFirstLastPara="1" wrap="square" lIns="71675" tIns="35825" rIns="71675" bIns="35825" anchor="t" anchorCtr="0">
            <a:normAutofit/>
          </a:bodyPr>
          <a:lstStyle/>
          <a:p>
            <a:pPr marL="0" lvl="0" indent="0" algn="l" rtl="0">
              <a:lnSpc>
                <a:spcPct val="84000"/>
              </a:lnSpc>
              <a:spcBef>
                <a:spcPts val="0"/>
              </a:spcBef>
              <a:spcAft>
                <a:spcPts val="0"/>
              </a:spcAft>
              <a:buNone/>
            </a:pPr>
            <a:r>
              <a:rPr lang="es-ES" sz="4382" dirty="0">
                <a:solidFill>
                  <a:schemeClr val="dk1"/>
                </a:solidFill>
                <a:latin typeface="Calibri"/>
                <a:ea typeface="Calibri"/>
                <a:cs typeface="Calibri"/>
                <a:sym typeface="Calibri"/>
              </a:rPr>
              <a:t>Redes de Petri – Condición de bloqueo</a:t>
            </a:r>
            <a:endParaRPr sz="4382" dirty="0">
              <a:solidFill>
                <a:schemeClr val="dk1"/>
              </a:solidFill>
              <a:latin typeface="Calibri"/>
              <a:ea typeface="Calibri"/>
              <a:cs typeface="Calibri"/>
              <a:sym typeface="Calibri"/>
            </a:endParaRPr>
          </a:p>
        </p:txBody>
      </p:sp>
      <p:sp>
        <p:nvSpPr>
          <p:cNvPr id="167" name="Google Shape;167;p8">
            <a:extLst>
              <a:ext uri="{FF2B5EF4-FFF2-40B4-BE49-F238E27FC236}">
                <a16:creationId xmlns:a16="http://schemas.microsoft.com/office/drawing/2014/main" id="{DCB6B818-49A5-913F-FCDC-3B6046EAD102}"/>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s-ES"/>
              <a:t>2026</a:t>
            </a:r>
            <a:endParaRPr/>
          </a:p>
        </p:txBody>
      </p:sp>
      <p:sp>
        <p:nvSpPr>
          <p:cNvPr id="168" name="Google Shape;168;p8">
            <a:extLst>
              <a:ext uri="{FF2B5EF4-FFF2-40B4-BE49-F238E27FC236}">
                <a16:creationId xmlns:a16="http://schemas.microsoft.com/office/drawing/2014/main" id="{8D2948A9-BCD1-D2B9-D14C-8737F1884D35}"/>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s-ES"/>
              <a:t>INGENIERÍA DE SOFTWARE I</a:t>
            </a:r>
            <a:endParaRPr/>
          </a:p>
        </p:txBody>
      </p:sp>
      <p:sp>
        <p:nvSpPr>
          <p:cNvPr id="169" name="Google Shape;169;p8">
            <a:extLst>
              <a:ext uri="{FF2B5EF4-FFF2-40B4-BE49-F238E27FC236}">
                <a16:creationId xmlns:a16="http://schemas.microsoft.com/office/drawing/2014/main" id="{385BF8B3-EA54-9712-C0BA-9FB5C2216106}"/>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40</a:t>
            </a:fld>
            <a:endParaRPr/>
          </a:p>
        </p:txBody>
      </p:sp>
      <p:sp>
        <p:nvSpPr>
          <p:cNvPr id="170" name="Google Shape;170;p8">
            <a:extLst>
              <a:ext uri="{FF2B5EF4-FFF2-40B4-BE49-F238E27FC236}">
                <a16:creationId xmlns:a16="http://schemas.microsoft.com/office/drawing/2014/main" id="{0D70BE43-592C-03ED-E084-C73BF95EAC4E}"/>
              </a:ext>
            </a:extLst>
          </p:cNvPr>
          <p:cNvSpPr/>
          <p:nvPr/>
        </p:nvSpPr>
        <p:spPr>
          <a:xfrm>
            <a:off x="1151584" y="1886309"/>
            <a:ext cx="10129156" cy="4460410"/>
          </a:xfrm>
          <a:prstGeom prst="rect">
            <a:avLst/>
          </a:prstGeom>
          <a:noFill/>
          <a:ln>
            <a:noFill/>
          </a:ln>
        </p:spPr>
        <p:txBody>
          <a:bodyPr spcFirstLastPara="1" wrap="square" lIns="89625" tIns="44800" rIns="89625" bIns="44800" anchor="t" anchorCtr="0">
            <a:noAutofit/>
          </a:bodyPr>
          <a:lstStyle/>
          <a:p>
            <a:pPr lvl="0" algn="just">
              <a:spcBef>
                <a:spcPts val="0"/>
              </a:spcBef>
              <a:spcAft>
                <a:spcPts val="0"/>
              </a:spcAft>
              <a:buClr>
                <a:srgbClr val="C00000"/>
              </a:buClr>
              <a:buSzPts val="2789"/>
            </a:pPr>
            <a:endParaRPr lang="es-ES" sz="2800" dirty="0">
              <a:solidFill>
                <a:schemeClr val="dk1"/>
              </a:solidFill>
              <a:latin typeface="Calibri"/>
              <a:ea typeface="Calibri"/>
              <a:cs typeface="Calibri"/>
              <a:sym typeface="Calibri"/>
            </a:endParaRPr>
          </a:p>
        </p:txBody>
      </p:sp>
      <p:grpSp>
        <p:nvGrpSpPr>
          <p:cNvPr id="165" name="Grupo 164">
            <a:extLst>
              <a:ext uri="{FF2B5EF4-FFF2-40B4-BE49-F238E27FC236}">
                <a16:creationId xmlns:a16="http://schemas.microsoft.com/office/drawing/2014/main" id="{AA4CF0D3-9662-6226-847E-26DAA1E3483A}"/>
              </a:ext>
            </a:extLst>
          </p:cNvPr>
          <p:cNvGrpSpPr/>
          <p:nvPr/>
        </p:nvGrpSpPr>
        <p:grpSpPr>
          <a:xfrm>
            <a:off x="3822575" y="2401631"/>
            <a:ext cx="2800511" cy="2061546"/>
            <a:chOff x="3822575" y="2401631"/>
            <a:chExt cx="2800511" cy="2061546"/>
          </a:xfrm>
        </p:grpSpPr>
        <p:sp>
          <p:nvSpPr>
            <p:cNvPr id="2" name="Google Shape;807;p23">
              <a:extLst>
                <a:ext uri="{FF2B5EF4-FFF2-40B4-BE49-F238E27FC236}">
                  <a16:creationId xmlns:a16="http://schemas.microsoft.com/office/drawing/2014/main" id="{D377D05D-56DB-89F1-A2DF-98BF59A5CEF9}"/>
                </a:ext>
              </a:extLst>
            </p:cNvPr>
            <p:cNvSpPr/>
            <p:nvPr/>
          </p:nvSpPr>
          <p:spPr>
            <a:xfrm>
              <a:off x="4165475" y="2973130"/>
              <a:ext cx="400211" cy="365109"/>
            </a:xfrm>
            <a:prstGeom prst="ellipse">
              <a:avLst/>
            </a:pr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latin typeface="Calibri"/>
                <a:ea typeface="Calibri"/>
                <a:cs typeface="Calibri"/>
                <a:sym typeface="Calibri"/>
              </a:endParaRPr>
            </a:p>
          </p:txBody>
        </p:sp>
        <p:sp>
          <p:nvSpPr>
            <p:cNvPr id="3" name="Google Shape;808;p23">
              <a:extLst>
                <a:ext uri="{FF2B5EF4-FFF2-40B4-BE49-F238E27FC236}">
                  <a16:creationId xmlns:a16="http://schemas.microsoft.com/office/drawing/2014/main" id="{B36DA17B-2E94-848F-C935-D6759FEDF1A6}"/>
                </a:ext>
              </a:extLst>
            </p:cNvPr>
            <p:cNvSpPr/>
            <p:nvPr/>
          </p:nvSpPr>
          <p:spPr>
            <a:xfrm>
              <a:off x="4622675" y="2973130"/>
              <a:ext cx="400211" cy="365109"/>
            </a:xfrm>
            <a:prstGeom prst="ellipse">
              <a:avLst/>
            </a:pr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latin typeface="Calibri"/>
                <a:ea typeface="Calibri"/>
                <a:cs typeface="Calibri"/>
                <a:sym typeface="Calibri"/>
              </a:endParaRPr>
            </a:p>
          </p:txBody>
        </p:sp>
        <p:sp>
          <p:nvSpPr>
            <p:cNvPr id="5" name="Google Shape;809;p23">
              <a:extLst>
                <a:ext uri="{FF2B5EF4-FFF2-40B4-BE49-F238E27FC236}">
                  <a16:creationId xmlns:a16="http://schemas.microsoft.com/office/drawing/2014/main" id="{969C24A0-654A-4325-D266-F9DD0A312A78}"/>
                </a:ext>
              </a:extLst>
            </p:cNvPr>
            <p:cNvSpPr/>
            <p:nvPr/>
          </p:nvSpPr>
          <p:spPr>
            <a:xfrm>
              <a:off x="5308475" y="2973130"/>
              <a:ext cx="400211" cy="365109"/>
            </a:xfrm>
            <a:prstGeom prst="ellipse">
              <a:avLst/>
            </a:pr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latin typeface="Calibri"/>
                <a:ea typeface="Calibri"/>
                <a:cs typeface="Calibri"/>
                <a:sym typeface="Calibri"/>
              </a:endParaRPr>
            </a:p>
          </p:txBody>
        </p:sp>
        <p:sp>
          <p:nvSpPr>
            <p:cNvPr id="6" name="Google Shape;810;p23">
              <a:extLst>
                <a:ext uri="{FF2B5EF4-FFF2-40B4-BE49-F238E27FC236}">
                  <a16:creationId xmlns:a16="http://schemas.microsoft.com/office/drawing/2014/main" id="{52365ABE-7BE9-9E08-6ECD-BAAA53DF6F70}"/>
                </a:ext>
              </a:extLst>
            </p:cNvPr>
            <p:cNvSpPr/>
            <p:nvPr/>
          </p:nvSpPr>
          <p:spPr>
            <a:xfrm>
              <a:off x="5879975" y="2973130"/>
              <a:ext cx="400211" cy="365109"/>
            </a:xfrm>
            <a:prstGeom prst="ellipse">
              <a:avLst/>
            </a:pr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latin typeface="Calibri"/>
                <a:ea typeface="Calibri"/>
                <a:cs typeface="Calibri"/>
                <a:sym typeface="Calibri"/>
              </a:endParaRPr>
            </a:p>
          </p:txBody>
        </p:sp>
        <p:cxnSp>
          <p:nvCxnSpPr>
            <p:cNvPr id="7" name="Google Shape;811;p23">
              <a:extLst>
                <a:ext uri="{FF2B5EF4-FFF2-40B4-BE49-F238E27FC236}">
                  <a16:creationId xmlns:a16="http://schemas.microsoft.com/office/drawing/2014/main" id="{D0435C3E-DD0D-BAF2-1918-41EB9B11C17D}"/>
                </a:ext>
              </a:extLst>
            </p:cNvPr>
            <p:cNvCxnSpPr>
              <a:cxnSpLocks/>
            </p:cNvCxnSpPr>
            <p:nvPr/>
          </p:nvCxnSpPr>
          <p:spPr>
            <a:xfrm>
              <a:off x="4394076" y="3316031"/>
              <a:ext cx="0" cy="365109"/>
            </a:xfrm>
            <a:prstGeom prst="straightConnector1">
              <a:avLst/>
            </a:prstGeom>
            <a:noFill/>
            <a:ln w="9525" cap="flat" cmpd="sng">
              <a:solidFill>
                <a:srgbClr val="000000"/>
              </a:solidFill>
              <a:prstDash val="solid"/>
              <a:round/>
              <a:headEnd type="none" w="med" len="med"/>
              <a:tailEnd type="triangle" w="med" len="med"/>
            </a:ln>
          </p:spPr>
        </p:cxnSp>
        <p:cxnSp>
          <p:nvCxnSpPr>
            <p:cNvPr id="8" name="Google Shape;812;p23">
              <a:extLst>
                <a:ext uri="{FF2B5EF4-FFF2-40B4-BE49-F238E27FC236}">
                  <a16:creationId xmlns:a16="http://schemas.microsoft.com/office/drawing/2014/main" id="{A50DC7A1-19FE-9EA4-7EC8-F0A9FD44BF9B}"/>
                </a:ext>
              </a:extLst>
            </p:cNvPr>
            <p:cNvCxnSpPr>
              <a:cxnSpLocks/>
            </p:cNvCxnSpPr>
            <p:nvPr/>
          </p:nvCxnSpPr>
          <p:spPr>
            <a:xfrm>
              <a:off x="4851276" y="3316031"/>
              <a:ext cx="0" cy="365109"/>
            </a:xfrm>
            <a:prstGeom prst="straightConnector1">
              <a:avLst/>
            </a:prstGeom>
            <a:noFill/>
            <a:ln w="9525" cap="flat" cmpd="sng">
              <a:solidFill>
                <a:srgbClr val="000000"/>
              </a:solidFill>
              <a:prstDash val="solid"/>
              <a:round/>
              <a:headEnd type="none" w="med" len="med"/>
              <a:tailEnd type="triangle" w="med" len="med"/>
            </a:ln>
          </p:spPr>
        </p:cxnSp>
        <p:cxnSp>
          <p:nvCxnSpPr>
            <p:cNvPr id="9" name="Google Shape;813;p23">
              <a:extLst>
                <a:ext uri="{FF2B5EF4-FFF2-40B4-BE49-F238E27FC236}">
                  <a16:creationId xmlns:a16="http://schemas.microsoft.com/office/drawing/2014/main" id="{099EAC8B-9383-4D89-DA60-6227B639F49F}"/>
                </a:ext>
              </a:extLst>
            </p:cNvPr>
            <p:cNvCxnSpPr>
              <a:cxnSpLocks/>
            </p:cNvCxnSpPr>
            <p:nvPr/>
          </p:nvCxnSpPr>
          <p:spPr>
            <a:xfrm>
              <a:off x="5537076" y="3316031"/>
              <a:ext cx="0" cy="365109"/>
            </a:xfrm>
            <a:prstGeom prst="straightConnector1">
              <a:avLst/>
            </a:prstGeom>
            <a:noFill/>
            <a:ln w="9525" cap="flat" cmpd="sng">
              <a:solidFill>
                <a:srgbClr val="000000"/>
              </a:solidFill>
              <a:prstDash val="solid"/>
              <a:round/>
              <a:headEnd type="none" w="med" len="med"/>
              <a:tailEnd type="triangle" w="med" len="med"/>
            </a:ln>
          </p:spPr>
        </p:cxnSp>
        <p:cxnSp>
          <p:nvCxnSpPr>
            <p:cNvPr id="10" name="Google Shape;814;p23">
              <a:extLst>
                <a:ext uri="{FF2B5EF4-FFF2-40B4-BE49-F238E27FC236}">
                  <a16:creationId xmlns:a16="http://schemas.microsoft.com/office/drawing/2014/main" id="{70F47193-47B9-9F21-E2BA-98F0AF2C4F59}"/>
                </a:ext>
              </a:extLst>
            </p:cNvPr>
            <p:cNvCxnSpPr>
              <a:cxnSpLocks/>
            </p:cNvCxnSpPr>
            <p:nvPr/>
          </p:nvCxnSpPr>
          <p:spPr>
            <a:xfrm>
              <a:off x="6108576" y="3316031"/>
              <a:ext cx="0" cy="365109"/>
            </a:xfrm>
            <a:prstGeom prst="straightConnector1">
              <a:avLst/>
            </a:prstGeom>
            <a:noFill/>
            <a:ln w="9525" cap="flat" cmpd="sng">
              <a:solidFill>
                <a:srgbClr val="000000"/>
              </a:solidFill>
              <a:prstDash val="solid"/>
              <a:round/>
              <a:headEnd type="none" w="med" len="med"/>
              <a:tailEnd type="triangle" w="med" len="med"/>
            </a:ln>
          </p:spPr>
        </p:cxnSp>
        <p:cxnSp>
          <p:nvCxnSpPr>
            <p:cNvPr id="11" name="Google Shape;815;p23">
              <a:extLst>
                <a:ext uri="{FF2B5EF4-FFF2-40B4-BE49-F238E27FC236}">
                  <a16:creationId xmlns:a16="http://schemas.microsoft.com/office/drawing/2014/main" id="{76CAA9BE-F076-7371-46E2-B75879D51F40}"/>
                </a:ext>
              </a:extLst>
            </p:cNvPr>
            <p:cNvCxnSpPr>
              <a:cxnSpLocks/>
            </p:cNvCxnSpPr>
            <p:nvPr/>
          </p:nvCxnSpPr>
          <p:spPr>
            <a:xfrm>
              <a:off x="4279776" y="3658931"/>
              <a:ext cx="800422" cy="0"/>
            </a:xfrm>
            <a:prstGeom prst="straightConnector1">
              <a:avLst/>
            </a:prstGeom>
            <a:noFill/>
            <a:ln w="9525" cap="flat" cmpd="sng">
              <a:solidFill>
                <a:srgbClr val="000000"/>
              </a:solidFill>
              <a:prstDash val="solid"/>
              <a:round/>
              <a:headEnd type="none" w="med" len="med"/>
              <a:tailEnd type="none" w="med" len="med"/>
            </a:ln>
          </p:spPr>
        </p:cxnSp>
        <p:cxnSp>
          <p:nvCxnSpPr>
            <p:cNvPr id="12" name="Google Shape;816;p23">
              <a:extLst>
                <a:ext uri="{FF2B5EF4-FFF2-40B4-BE49-F238E27FC236}">
                  <a16:creationId xmlns:a16="http://schemas.microsoft.com/office/drawing/2014/main" id="{07D478A9-EA8F-2F90-E74B-D6F0F61CC5AB}"/>
                </a:ext>
              </a:extLst>
            </p:cNvPr>
            <p:cNvCxnSpPr>
              <a:cxnSpLocks/>
            </p:cNvCxnSpPr>
            <p:nvPr/>
          </p:nvCxnSpPr>
          <p:spPr>
            <a:xfrm>
              <a:off x="5422776" y="3658931"/>
              <a:ext cx="933825" cy="0"/>
            </a:xfrm>
            <a:prstGeom prst="straightConnector1">
              <a:avLst/>
            </a:prstGeom>
            <a:noFill/>
            <a:ln w="9525" cap="flat" cmpd="sng">
              <a:solidFill>
                <a:srgbClr val="000000"/>
              </a:solidFill>
              <a:prstDash val="solid"/>
              <a:round/>
              <a:headEnd type="none" w="med" len="med"/>
              <a:tailEnd type="none" w="med" len="med"/>
            </a:ln>
          </p:spPr>
        </p:cxnSp>
        <p:sp>
          <p:nvSpPr>
            <p:cNvPr id="13" name="Google Shape;818;p23">
              <a:extLst>
                <a:ext uri="{FF2B5EF4-FFF2-40B4-BE49-F238E27FC236}">
                  <a16:creationId xmlns:a16="http://schemas.microsoft.com/office/drawing/2014/main" id="{96F99BDA-F166-C00A-FD22-B7D76199DA52}"/>
                </a:ext>
              </a:extLst>
            </p:cNvPr>
            <p:cNvSpPr/>
            <p:nvPr/>
          </p:nvSpPr>
          <p:spPr>
            <a:xfrm>
              <a:off x="4851275" y="2515930"/>
              <a:ext cx="1156165" cy="1947247"/>
            </a:xfrm>
            <a:custGeom>
              <a:avLst/>
              <a:gdLst/>
              <a:ahLst/>
              <a:cxnLst/>
              <a:rect l="l" t="t" r="r" b="b"/>
              <a:pathLst>
                <a:path w="1560" h="2880" extrusionOk="0">
                  <a:moveTo>
                    <a:pt x="1440" y="1710"/>
                  </a:moveTo>
                  <a:cubicBezTo>
                    <a:pt x="1500" y="2205"/>
                    <a:pt x="1560" y="2700"/>
                    <a:pt x="1440" y="2790"/>
                  </a:cubicBezTo>
                  <a:cubicBezTo>
                    <a:pt x="1320" y="2880"/>
                    <a:pt x="930" y="2670"/>
                    <a:pt x="720" y="2250"/>
                  </a:cubicBezTo>
                  <a:cubicBezTo>
                    <a:pt x="510" y="1830"/>
                    <a:pt x="300" y="540"/>
                    <a:pt x="180" y="270"/>
                  </a:cubicBezTo>
                  <a:cubicBezTo>
                    <a:pt x="60" y="0"/>
                    <a:pt x="30" y="315"/>
                    <a:pt x="0" y="630"/>
                  </a:cubicBezTo>
                </a:path>
              </a:pathLst>
            </a:custGeom>
            <a:noFill/>
            <a:ln w="9525"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latin typeface="Calibri"/>
                <a:ea typeface="Calibri"/>
                <a:cs typeface="Calibri"/>
                <a:sym typeface="Calibri"/>
              </a:endParaRPr>
            </a:p>
          </p:txBody>
        </p:sp>
        <p:sp>
          <p:nvSpPr>
            <p:cNvPr id="14" name="Google Shape;819;p23">
              <a:extLst>
                <a:ext uri="{FF2B5EF4-FFF2-40B4-BE49-F238E27FC236}">
                  <a16:creationId xmlns:a16="http://schemas.microsoft.com/office/drawing/2014/main" id="{8062961D-65CA-7005-FA26-3DDB9140476A}"/>
                </a:ext>
              </a:extLst>
            </p:cNvPr>
            <p:cNvSpPr/>
            <p:nvPr/>
          </p:nvSpPr>
          <p:spPr>
            <a:xfrm>
              <a:off x="4279776" y="3087430"/>
              <a:ext cx="133404" cy="121703"/>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latin typeface="Calibri"/>
                <a:ea typeface="Calibri"/>
                <a:cs typeface="Calibri"/>
                <a:sym typeface="Calibri"/>
              </a:endParaRPr>
            </a:p>
          </p:txBody>
        </p:sp>
        <p:sp>
          <p:nvSpPr>
            <p:cNvPr id="15" name="Google Shape;820;p23">
              <a:extLst>
                <a:ext uri="{FF2B5EF4-FFF2-40B4-BE49-F238E27FC236}">
                  <a16:creationId xmlns:a16="http://schemas.microsoft.com/office/drawing/2014/main" id="{9D65EBA2-020D-E79A-5177-16B5D0704FFB}"/>
                </a:ext>
              </a:extLst>
            </p:cNvPr>
            <p:cNvSpPr/>
            <p:nvPr/>
          </p:nvSpPr>
          <p:spPr>
            <a:xfrm>
              <a:off x="5994276" y="3087430"/>
              <a:ext cx="133404" cy="121703"/>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latin typeface="Calibri"/>
                <a:ea typeface="Calibri"/>
                <a:cs typeface="Calibri"/>
                <a:sym typeface="Calibri"/>
              </a:endParaRPr>
            </a:p>
          </p:txBody>
        </p:sp>
        <p:sp>
          <p:nvSpPr>
            <p:cNvPr id="16" name="Google Shape;821;p23">
              <a:extLst>
                <a:ext uri="{FF2B5EF4-FFF2-40B4-BE49-F238E27FC236}">
                  <a16:creationId xmlns:a16="http://schemas.microsoft.com/office/drawing/2014/main" id="{B876459C-E183-C487-DD4C-60749D9D23CA}"/>
                </a:ext>
              </a:extLst>
            </p:cNvPr>
            <p:cNvSpPr txBox="1"/>
            <p:nvPr/>
          </p:nvSpPr>
          <p:spPr>
            <a:xfrm>
              <a:off x="4051175" y="2744530"/>
              <a:ext cx="400211" cy="365109"/>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600">
                  <a:solidFill>
                    <a:schemeClr val="dk1"/>
                  </a:solidFill>
                  <a:latin typeface="Calibri"/>
                  <a:ea typeface="Calibri"/>
                  <a:cs typeface="Calibri"/>
                  <a:sym typeface="Calibri"/>
                </a:rPr>
                <a:t>P0</a:t>
              </a:r>
              <a:endParaRPr sz="1600">
                <a:solidFill>
                  <a:schemeClr val="dk1"/>
                </a:solidFill>
                <a:latin typeface="Calibri"/>
                <a:ea typeface="Calibri"/>
                <a:cs typeface="Calibri"/>
                <a:sym typeface="Calibri"/>
              </a:endParaRPr>
            </a:p>
          </p:txBody>
        </p:sp>
        <p:sp>
          <p:nvSpPr>
            <p:cNvPr id="17" name="Google Shape;822;p23">
              <a:extLst>
                <a:ext uri="{FF2B5EF4-FFF2-40B4-BE49-F238E27FC236}">
                  <a16:creationId xmlns:a16="http://schemas.microsoft.com/office/drawing/2014/main" id="{0FA4BCD3-74DF-35FD-E67A-6843CAAA5AA4}"/>
                </a:ext>
              </a:extLst>
            </p:cNvPr>
            <p:cNvSpPr txBox="1"/>
            <p:nvPr/>
          </p:nvSpPr>
          <p:spPr>
            <a:xfrm>
              <a:off x="4479723" y="2744530"/>
              <a:ext cx="400211" cy="365109"/>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600">
                  <a:solidFill>
                    <a:schemeClr val="dk1"/>
                  </a:solidFill>
                  <a:latin typeface="Calibri"/>
                  <a:ea typeface="Calibri"/>
                  <a:cs typeface="Calibri"/>
                  <a:sym typeface="Calibri"/>
                </a:rPr>
                <a:t>P1</a:t>
              </a:r>
              <a:endParaRPr sz="1600">
                <a:solidFill>
                  <a:schemeClr val="dk1"/>
                </a:solidFill>
                <a:latin typeface="Calibri"/>
                <a:ea typeface="Calibri"/>
                <a:cs typeface="Calibri"/>
                <a:sym typeface="Calibri"/>
              </a:endParaRPr>
            </a:p>
          </p:txBody>
        </p:sp>
        <p:sp>
          <p:nvSpPr>
            <p:cNvPr id="18" name="Google Shape;823;p23">
              <a:extLst>
                <a:ext uri="{FF2B5EF4-FFF2-40B4-BE49-F238E27FC236}">
                  <a16:creationId xmlns:a16="http://schemas.microsoft.com/office/drawing/2014/main" id="{D0598245-5906-D46D-805C-4320420EB6C1}"/>
                </a:ext>
              </a:extLst>
            </p:cNvPr>
            <p:cNvSpPr txBox="1"/>
            <p:nvPr/>
          </p:nvSpPr>
          <p:spPr>
            <a:xfrm>
              <a:off x="5537075" y="2744530"/>
              <a:ext cx="400211" cy="365109"/>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600">
                  <a:solidFill>
                    <a:schemeClr val="dk1"/>
                  </a:solidFill>
                  <a:latin typeface="Calibri"/>
                  <a:ea typeface="Calibri"/>
                  <a:cs typeface="Calibri"/>
                  <a:sym typeface="Calibri"/>
                </a:rPr>
                <a:t>P2</a:t>
              </a:r>
              <a:endParaRPr sz="1600">
                <a:solidFill>
                  <a:schemeClr val="dk1"/>
                </a:solidFill>
                <a:latin typeface="Calibri"/>
                <a:ea typeface="Calibri"/>
                <a:cs typeface="Calibri"/>
                <a:sym typeface="Calibri"/>
              </a:endParaRPr>
            </a:p>
          </p:txBody>
        </p:sp>
        <p:sp>
          <p:nvSpPr>
            <p:cNvPr id="19" name="Google Shape;824;p23">
              <a:extLst>
                <a:ext uri="{FF2B5EF4-FFF2-40B4-BE49-F238E27FC236}">
                  <a16:creationId xmlns:a16="http://schemas.microsoft.com/office/drawing/2014/main" id="{29F0D5C4-8980-36C4-306F-9270AADE2111}"/>
                </a:ext>
              </a:extLst>
            </p:cNvPr>
            <p:cNvSpPr txBox="1"/>
            <p:nvPr/>
          </p:nvSpPr>
          <p:spPr>
            <a:xfrm>
              <a:off x="6222875" y="2858830"/>
              <a:ext cx="400211" cy="365109"/>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600">
                  <a:solidFill>
                    <a:schemeClr val="dk1"/>
                  </a:solidFill>
                  <a:latin typeface="Calibri"/>
                  <a:ea typeface="Calibri"/>
                  <a:cs typeface="Calibri"/>
                  <a:sym typeface="Calibri"/>
                </a:rPr>
                <a:t>P3</a:t>
              </a:r>
              <a:endParaRPr sz="1600">
                <a:solidFill>
                  <a:schemeClr val="dk1"/>
                </a:solidFill>
                <a:latin typeface="Calibri"/>
                <a:ea typeface="Calibri"/>
                <a:cs typeface="Calibri"/>
                <a:sym typeface="Calibri"/>
              </a:endParaRPr>
            </a:p>
          </p:txBody>
        </p:sp>
        <p:sp>
          <p:nvSpPr>
            <p:cNvPr id="20" name="Google Shape;825;p23">
              <a:extLst>
                <a:ext uri="{FF2B5EF4-FFF2-40B4-BE49-F238E27FC236}">
                  <a16:creationId xmlns:a16="http://schemas.microsoft.com/office/drawing/2014/main" id="{D8564609-434B-D0F7-9F6F-0DF8FEE9CE71}"/>
                </a:ext>
              </a:extLst>
            </p:cNvPr>
            <p:cNvSpPr txBox="1"/>
            <p:nvPr/>
          </p:nvSpPr>
          <p:spPr>
            <a:xfrm>
              <a:off x="3822575" y="3430330"/>
              <a:ext cx="400211" cy="365109"/>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600">
                  <a:solidFill>
                    <a:schemeClr val="dk1"/>
                  </a:solidFill>
                  <a:latin typeface="Calibri"/>
                  <a:ea typeface="Calibri"/>
                  <a:cs typeface="Calibri"/>
                  <a:sym typeface="Calibri"/>
                </a:rPr>
                <a:t>T1</a:t>
              </a:r>
              <a:endParaRPr sz="1600">
                <a:solidFill>
                  <a:schemeClr val="dk1"/>
                </a:solidFill>
                <a:latin typeface="Calibri"/>
                <a:ea typeface="Calibri"/>
                <a:cs typeface="Calibri"/>
                <a:sym typeface="Calibri"/>
              </a:endParaRPr>
            </a:p>
          </p:txBody>
        </p:sp>
        <p:sp>
          <p:nvSpPr>
            <p:cNvPr id="21" name="Google Shape;826;p23">
              <a:extLst>
                <a:ext uri="{FF2B5EF4-FFF2-40B4-BE49-F238E27FC236}">
                  <a16:creationId xmlns:a16="http://schemas.microsoft.com/office/drawing/2014/main" id="{E1371C7D-ED5C-405E-5442-9E54D5AF63E9}"/>
                </a:ext>
              </a:extLst>
            </p:cNvPr>
            <p:cNvSpPr txBox="1"/>
            <p:nvPr/>
          </p:nvSpPr>
          <p:spPr>
            <a:xfrm>
              <a:off x="6108575" y="3430330"/>
              <a:ext cx="400211" cy="365109"/>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600">
                  <a:solidFill>
                    <a:schemeClr val="dk1"/>
                  </a:solidFill>
                  <a:latin typeface="Calibri"/>
                  <a:ea typeface="Calibri"/>
                  <a:cs typeface="Calibri"/>
                  <a:sym typeface="Calibri"/>
                </a:rPr>
                <a:t>T2</a:t>
              </a:r>
              <a:endParaRPr sz="1600">
                <a:solidFill>
                  <a:schemeClr val="dk1"/>
                </a:solidFill>
                <a:latin typeface="Calibri"/>
                <a:ea typeface="Calibri"/>
                <a:cs typeface="Calibri"/>
                <a:sym typeface="Calibri"/>
              </a:endParaRPr>
            </a:p>
          </p:txBody>
        </p:sp>
        <p:sp>
          <p:nvSpPr>
            <p:cNvPr id="164" name="Google Shape;817;p23">
              <a:extLst>
                <a:ext uri="{FF2B5EF4-FFF2-40B4-BE49-F238E27FC236}">
                  <a16:creationId xmlns:a16="http://schemas.microsoft.com/office/drawing/2014/main" id="{21F2F1BA-C061-BF01-149B-7D00D7368116}"/>
                </a:ext>
              </a:extLst>
            </p:cNvPr>
            <p:cNvSpPr/>
            <p:nvPr/>
          </p:nvSpPr>
          <p:spPr>
            <a:xfrm>
              <a:off x="4622676" y="2401631"/>
              <a:ext cx="952500" cy="2038350"/>
            </a:xfrm>
            <a:custGeom>
              <a:avLst/>
              <a:gdLst/>
              <a:ahLst/>
              <a:cxnLst/>
              <a:rect l="l" t="t" r="r" b="b"/>
              <a:pathLst>
                <a:path w="1500" h="3210" extrusionOk="0">
                  <a:moveTo>
                    <a:pt x="0" y="2070"/>
                  </a:moveTo>
                  <a:cubicBezTo>
                    <a:pt x="15" y="2580"/>
                    <a:pt x="30" y="3090"/>
                    <a:pt x="180" y="3150"/>
                  </a:cubicBezTo>
                  <a:cubicBezTo>
                    <a:pt x="330" y="3210"/>
                    <a:pt x="780" y="2910"/>
                    <a:pt x="900" y="2430"/>
                  </a:cubicBezTo>
                  <a:cubicBezTo>
                    <a:pt x="1020" y="1950"/>
                    <a:pt x="810" y="540"/>
                    <a:pt x="900" y="270"/>
                  </a:cubicBezTo>
                  <a:cubicBezTo>
                    <a:pt x="990" y="0"/>
                    <a:pt x="1380" y="720"/>
                    <a:pt x="1440" y="810"/>
                  </a:cubicBezTo>
                  <a:cubicBezTo>
                    <a:pt x="1500" y="900"/>
                    <a:pt x="1260" y="810"/>
                    <a:pt x="1260" y="810"/>
                  </a:cubicBezTo>
                  <a:cubicBezTo>
                    <a:pt x="1260" y="810"/>
                    <a:pt x="1350" y="810"/>
                    <a:pt x="1440" y="810"/>
                  </a:cubicBezTo>
                </a:path>
              </a:pathLst>
            </a:custGeom>
            <a:no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latin typeface="Calibri"/>
                <a:ea typeface="Calibri"/>
                <a:cs typeface="Calibri"/>
                <a:sym typeface="Calibri"/>
              </a:endParaRPr>
            </a:p>
          </p:txBody>
        </p:sp>
      </p:grpSp>
    </p:spTree>
    <p:extLst>
      <p:ext uri="{BB962C8B-B14F-4D97-AF65-F5344CB8AC3E}">
        <p14:creationId xmlns:p14="http://schemas.microsoft.com/office/powerpoint/2010/main" val="341433806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830"/>
        <p:cNvGrpSpPr/>
        <p:nvPr/>
      </p:nvGrpSpPr>
      <p:grpSpPr>
        <a:xfrm>
          <a:off x="0" y="0"/>
          <a:ext cx="0" cy="0"/>
          <a:chOff x="0" y="0"/>
          <a:chExt cx="0" cy="0"/>
        </a:xfrm>
      </p:grpSpPr>
      <p:sp>
        <p:nvSpPr>
          <p:cNvPr id="3" name="Marcador de fecha 2">
            <a:extLst>
              <a:ext uri="{FF2B5EF4-FFF2-40B4-BE49-F238E27FC236}">
                <a16:creationId xmlns:a16="http://schemas.microsoft.com/office/drawing/2014/main" id="{E6318B4D-101A-EA2C-6DB0-D3E66C028B52}"/>
              </a:ext>
            </a:extLst>
          </p:cNvPr>
          <p:cNvSpPr>
            <a:spLocks noGrp="1"/>
          </p:cNvSpPr>
          <p:nvPr>
            <p:ph type="dt" sz="half" idx="10"/>
          </p:nvPr>
        </p:nvSpPr>
        <p:spPr/>
        <p:txBody>
          <a:bodyPr/>
          <a:lstStyle/>
          <a:p>
            <a:r>
              <a:rPr lang="es-ES"/>
              <a:t>2026</a:t>
            </a:r>
            <a:endParaRPr lang="es-AR"/>
          </a:p>
        </p:txBody>
      </p:sp>
      <p:sp>
        <p:nvSpPr>
          <p:cNvPr id="4" name="Marcador de pie de página 3">
            <a:extLst>
              <a:ext uri="{FF2B5EF4-FFF2-40B4-BE49-F238E27FC236}">
                <a16:creationId xmlns:a16="http://schemas.microsoft.com/office/drawing/2014/main" id="{737ABCBC-CFF0-C6A4-B333-14B9B3D1AB5B}"/>
              </a:ext>
            </a:extLst>
          </p:cNvPr>
          <p:cNvSpPr>
            <a:spLocks noGrp="1"/>
          </p:cNvSpPr>
          <p:nvPr>
            <p:ph type="ftr" sz="quarter" idx="11"/>
          </p:nvPr>
        </p:nvSpPr>
        <p:spPr/>
        <p:txBody>
          <a:bodyPr/>
          <a:lstStyle/>
          <a:p>
            <a:r>
              <a:rPr lang="es-AR"/>
              <a:t>Ingeniería de Software I</a:t>
            </a:r>
          </a:p>
        </p:txBody>
      </p:sp>
      <p:sp>
        <p:nvSpPr>
          <p:cNvPr id="5" name="Marcador de número de diapositiva 4">
            <a:extLst>
              <a:ext uri="{FF2B5EF4-FFF2-40B4-BE49-F238E27FC236}">
                <a16:creationId xmlns:a16="http://schemas.microsoft.com/office/drawing/2014/main" id="{E6EED0AF-9559-A0C4-A919-5BD281A05296}"/>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41</a:t>
            </a:fld>
            <a:endParaRPr lang="es-ES"/>
          </a:p>
        </p:txBody>
      </p:sp>
      <p:sp>
        <p:nvSpPr>
          <p:cNvPr id="831" name="Google Shape;831;p24"/>
          <p:cNvSpPr txBox="1">
            <a:spLocks noGrp="1"/>
          </p:cNvSpPr>
          <p:nvPr>
            <p:ph type="title" idx="4294967295"/>
          </p:nvPr>
        </p:nvSpPr>
        <p:spPr>
          <a:xfrm>
            <a:off x="-157162" y="547937"/>
            <a:ext cx="10058400" cy="3565525"/>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Clr>
                <a:schemeClr val="lt1"/>
              </a:buClr>
              <a:buSzPts val="5400"/>
              <a:buFont typeface="Trebuchet MS"/>
              <a:buNone/>
            </a:pPr>
            <a:r>
              <a:rPr lang="es-ES" dirty="0"/>
              <a:t>Ejemplos de Redes de Petri</a:t>
            </a:r>
            <a:endParaRPr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65">
          <a:extLst>
            <a:ext uri="{FF2B5EF4-FFF2-40B4-BE49-F238E27FC236}">
              <a16:creationId xmlns:a16="http://schemas.microsoft.com/office/drawing/2014/main" id="{FEA15367-5FA1-25DE-CBD0-9C1F625D2AFD}"/>
            </a:ext>
          </a:extLst>
        </p:cNvPr>
        <p:cNvGrpSpPr/>
        <p:nvPr/>
      </p:nvGrpSpPr>
      <p:grpSpPr>
        <a:xfrm>
          <a:off x="0" y="0"/>
          <a:ext cx="0" cy="0"/>
          <a:chOff x="0" y="0"/>
          <a:chExt cx="0" cy="0"/>
        </a:xfrm>
      </p:grpSpPr>
      <p:sp>
        <p:nvSpPr>
          <p:cNvPr id="166" name="Google Shape;166;p8">
            <a:extLst>
              <a:ext uri="{FF2B5EF4-FFF2-40B4-BE49-F238E27FC236}">
                <a16:creationId xmlns:a16="http://schemas.microsoft.com/office/drawing/2014/main" id="{D8230077-BC03-BDB5-4BB5-B1B7B7AB622F}"/>
              </a:ext>
            </a:extLst>
          </p:cNvPr>
          <p:cNvSpPr txBox="1">
            <a:spLocks noGrp="1"/>
          </p:cNvSpPr>
          <p:nvPr>
            <p:ph type="title"/>
          </p:nvPr>
        </p:nvSpPr>
        <p:spPr>
          <a:xfrm>
            <a:off x="1086866" y="1140614"/>
            <a:ext cx="10258593" cy="632876"/>
          </a:xfrm>
          <a:prstGeom prst="rect">
            <a:avLst/>
          </a:prstGeom>
          <a:noFill/>
          <a:ln>
            <a:noFill/>
          </a:ln>
        </p:spPr>
        <p:txBody>
          <a:bodyPr spcFirstLastPara="1" wrap="square" lIns="71675" tIns="35825" rIns="71675" bIns="35825" anchor="t" anchorCtr="0">
            <a:normAutofit/>
          </a:bodyPr>
          <a:lstStyle/>
          <a:p>
            <a:pPr marL="0" lvl="0" indent="0" algn="l" rtl="0">
              <a:lnSpc>
                <a:spcPct val="84000"/>
              </a:lnSpc>
              <a:spcBef>
                <a:spcPts val="0"/>
              </a:spcBef>
              <a:spcAft>
                <a:spcPts val="0"/>
              </a:spcAft>
              <a:buNone/>
            </a:pPr>
            <a:r>
              <a:rPr lang="es-ES" sz="4382" dirty="0">
                <a:solidFill>
                  <a:schemeClr val="dk1"/>
                </a:solidFill>
                <a:latin typeface="Calibri"/>
                <a:ea typeface="Calibri"/>
                <a:cs typeface="Calibri"/>
                <a:sym typeface="Calibri"/>
              </a:rPr>
              <a:t>Brazo Robot</a:t>
            </a:r>
            <a:endParaRPr sz="4382" dirty="0">
              <a:solidFill>
                <a:schemeClr val="dk1"/>
              </a:solidFill>
              <a:latin typeface="Calibri"/>
              <a:ea typeface="Calibri"/>
              <a:cs typeface="Calibri"/>
              <a:sym typeface="Calibri"/>
            </a:endParaRPr>
          </a:p>
        </p:txBody>
      </p:sp>
      <p:sp>
        <p:nvSpPr>
          <p:cNvPr id="167" name="Google Shape;167;p8">
            <a:extLst>
              <a:ext uri="{FF2B5EF4-FFF2-40B4-BE49-F238E27FC236}">
                <a16:creationId xmlns:a16="http://schemas.microsoft.com/office/drawing/2014/main" id="{1A6BE0F0-36BB-380B-9DC4-CCBF8BBAE5CB}"/>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s-ES"/>
              <a:t>2026</a:t>
            </a:r>
            <a:endParaRPr/>
          </a:p>
        </p:txBody>
      </p:sp>
      <p:sp>
        <p:nvSpPr>
          <p:cNvPr id="168" name="Google Shape;168;p8">
            <a:extLst>
              <a:ext uri="{FF2B5EF4-FFF2-40B4-BE49-F238E27FC236}">
                <a16:creationId xmlns:a16="http://schemas.microsoft.com/office/drawing/2014/main" id="{6E350CC1-D0EC-6E35-D6F1-DC1914F8F277}"/>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s-ES"/>
              <a:t>INGENIERÍA DE SOFTWARE I</a:t>
            </a:r>
            <a:endParaRPr/>
          </a:p>
        </p:txBody>
      </p:sp>
      <p:sp>
        <p:nvSpPr>
          <p:cNvPr id="169" name="Google Shape;169;p8">
            <a:extLst>
              <a:ext uri="{FF2B5EF4-FFF2-40B4-BE49-F238E27FC236}">
                <a16:creationId xmlns:a16="http://schemas.microsoft.com/office/drawing/2014/main" id="{2D05276B-C569-B535-4FEB-00638EE44B50}"/>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42</a:t>
            </a:fld>
            <a:endParaRPr/>
          </a:p>
        </p:txBody>
      </p:sp>
      <p:sp>
        <p:nvSpPr>
          <p:cNvPr id="170" name="Google Shape;170;p8">
            <a:extLst>
              <a:ext uri="{FF2B5EF4-FFF2-40B4-BE49-F238E27FC236}">
                <a16:creationId xmlns:a16="http://schemas.microsoft.com/office/drawing/2014/main" id="{DA822153-F17B-81FA-A486-B2B52BDB4560}"/>
              </a:ext>
            </a:extLst>
          </p:cNvPr>
          <p:cNvSpPr/>
          <p:nvPr/>
        </p:nvSpPr>
        <p:spPr>
          <a:xfrm>
            <a:off x="1151584" y="1886309"/>
            <a:ext cx="10129156" cy="4460410"/>
          </a:xfrm>
          <a:prstGeom prst="rect">
            <a:avLst/>
          </a:prstGeom>
          <a:noFill/>
          <a:ln>
            <a:noFill/>
          </a:ln>
        </p:spPr>
        <p:txBody>
          <a:bodyPr spcFirstLastPara="1" wrap="square" lIns="89625" tIns="44800" rIns="89625" bIns="44800" anchor="t" anchorCtr="0">
            <a:noAutofit/>
          </a:bodyPr>
          <a:lstStyle/>
          <a:p>
            <a:pPr lvl="0" algn="just">
              <a:spcBef>
                <a:spcPts val="0"/>
              </a:spcBef>
              <a:spcAft>
                <a:spcPts val="0"/>
              </a:spcAft>
              <a:buClr>
                <a:srgbClr val="C00000"/>
              </a:buClr>
              <a:buSzPts val="2789"/>
            </a:pPr>
            <a:endParaRPr lang="es-ES" sz="2800" dirty="0">
              <a:solidFill>
                <a:schemeClr val="dk1"/>
              </a:solidFill>
              <a:latin typeface="Calibri"/>
              <a:ea typeface="Calibri"/>
              <a:cs typeface="Calibri"/>
              <a:sym typeface="Calibri"/>
            </a:endParaRPr>
          </a:p>
        </p:txBody>
      </p:sp>
      <p:sp>
        <p:nvSpPr>
          <p:cNvPr id="22" name="Google Shape;170;p8">
            <a:extLst>
              <a:ext uri="{FF2B5EF4-FFF2-40B4-BE49-F238E27FC236}">
                <a16:creationId xmlns:a16="http://schemas.microsoft.com/office/drawing/2014/main" id="{2BFEE217-0ED9-B958-5D3F-F1852B573405}"/>
              </a:ext>
            </a:extLst>
          </p:cNvPr>
          <p:cNvSpPr/>
          <p:nvPr/>
        </p:nvSpPr>
        <p:spPr>
          <a:xfrm>
            <a:off x="1096963" y="1886309"/>
            <a:ext cx="10129156" cy="4460410"/>
          </a:xfrm>
          <a:prstGeom prst="rect">
            <a:avLst/>
          </a:prstGeom>
          <a:noFill/>
          <a:ln>
            <a:noFill/>
          </a:ln>
        </p:spPr>
        <p:txBody>
          <a:bodyPr spcFirstLastPara="1" wrap="square" lIns="89625" tIns="44800" rIns="89625" bIns="44800" anchor="t" anchorCtr="0">
            <a:noAutofit/>
          </a:bodyPr>
          <a:lstStyle/>
          <a:p>
            <a:pPr marL="447466" lvl="0" indent="-447466" algn="just">
              <a:spcBef>
                <a:spcPts val="0"/>
              </a:spcBef>
              <a:spcAft>
                <a:spcPts val="300"/>
              </a:spcAft>
              <a:buClr>
                <a:srgbClr val="C00000"/>
              </a:buClr>
              <a:buSzPts val="2789"/>
              <a:buFont typeface="Noto Sans Symbols"/>
              <a:buChar char="❖"/>
            </a:pPr>
            <a:r>
              <a:rPr lang="es-ES" sz="2800" dirty="0">
                <a:solidFill>
                  <a:schemeClr val="dk1"/>
                </a:solidFill>
                <a:latin typeface="Calibri"/>
                <a:ea typeface="Calibri"/>
                <a:cs typeface="Calibri"/>
                <a:sym typeface="Calibri"/>
              </a:rPr>
              <a:t>Este ejemplo considera un sistema de manufactura flexible donde se tiene una banda transportadora por donde arriban piezas para ser procesadas.</a:t>
            </a:r>
          </a:p>
          <a:p>
            <a:pPr marL="447466" lvl="0" indent="-447466" algn="just">
              <a:spcBef>
                <a:spcPts val="0"/>
              </a:spcBef>
              <a:spcAft>
                <a:spcPts val="300"/>
              </a:spcAft>
              <a:buClr>
                <a:srgbClr val="C00000"/>
              </a:buClr>
              <a:buSzPts val="2789"/>
              <a:buFont typeface="Noto Sans Symbols"/>
              <a:buChar char="❖"/>
            </a:pPr>
            <a:r>
              <a:rPr lang="es-ES" sz="2800" dirty="0">
                <a:solidFill>
                  <a:schemeClr val="dk1"/>
                </a:solidFill>
                <a:latin typeface="Calibri"/>
                <a:ea typeface="Calibri"/>
                <a:cs typeface="Calibri"/>
                <a:sym typeface="Calibri"/>
              </a:rPr>
              <a:t>Estas piezas son tomadas por un brazo de robot que las deposita en una máquina para su procesamiento. </a:t>
            </a:r>
          </a:p>
          <a:p>
            <a:pPr marL="447466" lvl="0" indent="-447466" algn="just">
              <a:spcBef>
                <a:spcPts val="0"/>
              </a:spcBef>
              <a:spcAft>
                <a:spcPts val="300"/>
              </a:spcAft>
              <a:buClr>
                <a:srgbClr val="C00000"/>
              </a:buClr>
              <a:buSzPts val="2789"/>
              <a:buFont typeface="Noto Sans Symbols"/>
              <a:buChar char="❖"/>
            </a:pPr>
            <a:r>
              <a:rPr lang="es-ES" sz="2800" dirty="0">
                <a:solidFill>
                  <a:schemeClr val="dk1"/>
                </a:solidFill>
                <a:latin typeface="Calibri"/>
                <a:ea typeface="Calibri"/>
                <a:cs typeface="Calibri"/>
                <a:sym typeface="Calibri"/>
              </a:rPr>
              <a:t>Al finalizar el proceso, el brazo de robot vuelve a tomar la pieza para depositarla en una banda de salida.</a:t>
            </a:r>
          </a:p>
          <a:p>
            <a:pPr lvl="0" algn="just">
              <a:spcBef>
                <a:spcPts val="0"/>
              </a:spcBef>
              <a:spcAft>
                <a:spcPts val="300"/>
              </a:spcAft>
              <a:buClr>
                <a:srgbClr val="C00000"/>
              </a:buClr>
              <a:buSzPts val="2789"/>
            </a:pPr>
            <a:endParaRPr lang="es-ES" sz="2800" dirty="0">
              <a:solidFill>
                <a:schemeClr val="dk1"/>
              </a:solidFill>
              <a:latin typeface="Calibri"/>
              <a:ea typeface="Calibri"/>
              <a:cs typeface="Calibri"/>
              <a:sym typeface="Calibri"/>
            </a:endParaRPr>
          </a:p>
        </p:txBody>
      </p:sp>
      <p:sp>
        <p:nvSpPr>
          <p:cNvPr id="24" name="Google Shape;849;p25">
            <a:extLst>
              <a:ext uri="{FF2B5EF4-FFF2-40B4-BE49-F238E27FC236}">
                <a16:creationId xmlns:a16="http://schemas.microsoft.com/office/drawing/2014/main" id="{82586C10-C425-5033-6735-DC089AC3433F}"/>
              </a:ext>
            </a:extLst>
          </p:cNvPr>
          <p:cNvSpPr txBox="1"/>
          <p:nvPr/>
        </p:nvSpPr>
        <p:spPr>
          <a:xfrm>
            <a:off x="7511935" y="5849131"/>
            <a:ext cx="4680065"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900" dirty="0">
                <a:solidFill>
                  <a:schemeClr val="dk1"/>
                </a:solidFill>
                <a:latin typeface="Calibri"/>
                <a:ea typeface="Calibri"/>
                <a:cs typeface="Calibri"/>
                <a:sym typeface="Calibri"/>
              </a:rPr>
              <a:t>Zhou, M., Venkatesh, K., 1999. </a:t>
            </a:r>
            <a:r>
              <a:rPr lang="es-ES" sz="900" dirty="0" err="1">
                <a:solidFill>
                  <a:schemeClr val="dk1"/>
                </a:solidFill>
                <a:latin typeface="Calibri"/>
                <a:ea typeface="Calibri"/>
                <a:cs typeface="Calibri"/>
                <a:sym typeface="Calibri"/>
              </a:rPr>
              <a:t>Modeling</a:t>
            </a:r>
            <a:r>
              <a:rPr lang="es-ES" sz="900" dirty="0">
                <a:solidFill>
                  <a:schemeClr val="dk1"/>
                </a:solidFill>
                <a:latin typeface="Calibri"/>
                <a:ea typeface="Calibri"/>
                <a:cs typeface="Calibri"/>
                <a:sym typeface="Calibri"/>
              </a:rPr>
              <a:t>, </a:t>
            </a:r>
            <a:r>
              <a:rPr lang="es-ES" sz="900" dirty="0" err="1">
                <a:solidFill>
                  <a:schemeClr val="dk1"/>
                </a:solidFill>
                <a:latin typeface="Calibri"/>
                <a:ea typeface="Calibri"/>
                <a:cs typeface="Calibri"/>
                <a:sym typeface="Calibri"/>
              </a:rPr>
              <a:t>Simulation</a:t>
            </a:r>
            <a:r>
              <a:rPr lang="es-ES" sz="900" dirty="0">
                <a:solidFill>
                  <a:schemeClr val="dk1"/>
                </a:solidFill>
                <a:latin typeface="Calibri"/>
                <a:ea typeface="Calibri"/>
                <a:cs typeface="Calibri"/>
                <a:sym typeface="Calibri"/>
              </a:rPr>
              <a:t>, and Control </a:t>
            </a:r>
            <a:r>
              <a:rPr lang="es-ES" sz="900" dirty="0" err="1">
                <a:solidFill>
                  <a:schemeClr val="dk1"/>
                </a:solidFill>
                <a:latin typeface="Calibri"/>
                <a:ea typeface="Calibri"/>
                <a:cs typeface="Calibri"/>
                <a:sym typeface="Calibri"/>
              </a:rPr>
              <a:t>of</a:t>
            </a:r>
            <a:r>
              <a:rPr lang="es-ES" sz="900" dirty="0">
                <a:solidFill>
                  <a:schemeClr val="dk1"/>
                </a:solidFill>
                <a:latin typeface="Calibri"/>
                <a:ea typeface="Calibri"/>
                <a:cs typeface="Calibri"/>
                <a:sym typeface="Calibri"/>
              </a:rPr>
              <a:t> Flexible </a:t>
            </a:r>
            <a:r>
              <a:rPr lang="es-ES" sz="900" dirty="0" err="1">
                <a:solidFill>
                  <a:schemeClr val="dk1"/>
                </a:solidFill>
                <a:latin typeface="Calibri"/>
                <a:ea typeface="Calibri"/>
                <a:cs typeface="Calibri"/>
                <a:sym typeface="Calibri"/>
              </a:rPr>
              <a:t>Manufacturing</a:t>
            </a:r>
            <a:r>
              <a:rPr lang="es-ES" sz="900" dirty="0">
                <a:solidFill>
                  <a:schemeClr val="dk1"/>
                </a:solidFill>
                <a:latin typeface="Calibri"/>
                <a:ea typeface="Calibri"/>
                <a:cs typeface="Calibri"/>
                <a:sym typeface="Calibri"/>
              </a:rPr>
              <a:t> </a:t>
            </a:r>
            <a:r>
              <a:rPr lang="es-ES" sz="900" dirty="0" err="1">
                <a:solidFill>
                  <a:schemeClr val="dk1"/>
                </a:solidFill>
                <a:latin typeface="Calibri"/>
                <a:ea typeface="Calibri"/>
                <a:cs typeface="Calibri"/>
                <a:sym typeface="Calibri"/>
              </a:rPr>
              <a:t>Systems</a:t>
            </a:r>
            <a:r>
              <a:rPr lang="es-ES" sz="900" dirty="0">
                <a:solidFill>
                  <a:schemeClr val="dk1"/>
                </a:solidFill>
                <a:latin typeface="Calibri"/>
                <a:ea typeface="Calibri"/>
                <a:cs typeface="Calibri"/>
                <a:sym typeface="Calibri"/>
              </a:rPr>
              <a:t>. Series in </a:t>
            </a:r>
            <a:r>
              <a:rPr lang="es-ES" sz="900" dirty="0" err="1">
                <a:solidFill>
                  <a:schemeClr val="dk1"/>
                </a:solidFill>
                <a:latin typeface="Calibri"/>
                <a:ea typeface="Calibri"/>
                <a:cs typeface="Calibri"/>
                <a:sym typeface="Calibri"/>
              </a:rPr>
              <a:t>Intelligent</a:t>
            </a:r>
            <a:r>
              <a:rPr lang="es-ES" sz="900" dirty="0">
                <a:solidFill>
                  <a:schemeClr val="dk1"/>
                </a:solidFill>
                <a:latin typeface="Calibri"/>
                <a:ea typeface="Calibri"/>
                <a:cs typeface="Calibri"/>
                <a:sym typeface="Calibri"/>
              </a:rPr>
              <a:t> Control and </a:t>
            </a:r>
            <a:r>
              <a:rPr lang="es-ES" sz="900" dirty="0" err="1">
                <a:solidFill>
                  <a:schemeClr val="dk1"/>
                </a:solidFill>
                <a:latin typeface="Calibri"/>
                <a:ea typeface="Calibri"/>
                <a:cs typeface="Calibri"/>
                <a:sym typeface="Calibri"/>
              </a:rPr>
              <a:t>Intelligent</a:t>
            </a:r>
            <a:r>
              <a:rPr lang="es-ES" sz="900" dirty="0">
                <a:solidFill>
                  <a:schemeClr val="dk1"/>
                </a:solidFill>
                <a:latin typeface="Calibri"/>
                <a:ea typeface="Calibri"/>
                <a:cs typeface="Calibri"/>
                <a:sym typeface="Calibri"/>
              </a:rPr>
              <a:t> </a:t>
            </a:r>
            <a:r>
              <a:rPr lang="es-ES" sz="900" dirty="0" err="1">
                <a:solidFill>
                  <a:schemeClr val="dk1"/>
                </a:solidFill>
                <a:latin typeface="Calibri"/>
                <a:ea typeface="Calibri"/>
                <a:cs typeface="Calibri"/>
                <a:sym typeface="Calibri"/>
              </a:rPr>
              <a:t>Automation</a:t>
            </a:r>
            <a:r>
              <a:rPr lang="es-ES" sz="900" dirty="0">
                <a:solidFill>
                  <a:schemeClr val="dk1"/>
                </a:solidFill>
                <a:latin typeface="Calibri"/>
                <a:ea typeface="Calibri"/>
                <a:cs typeface="Calibri"/>
                <a:sym typeface="Calibri"/>
              </a:rPr>
              <a:t> 6, World </a:t>
            </a:r>
            <a:r>
              <a:rPr lang="es-ES" sz="900" dirty="0" err="1">
                <a:solidFill>
                  <a:schemeClr val="dk1"/>
                </a:solidFill>
                <a:latin typeface="Calibri"/>
                <a:ea typeface="Calibri"/>
                <a:cs typeface="Calibri"/>
                <a:sym typeface="Calibri"/>
              </a:rPr>
              <a:t>Scientific</a:t>
            </a:r>
            <a:r>
              <a:rPr lang="es-ES" sz="900" dirty="0">
                <a:solidFill>
                  <a:schemeClr val="dk1"/>
                </a:solidFill>
                <a:latin typeface="Calibri"/>
                <a:ea typeface="Calibri"/>
                <a:cs typeface="Calibri"/>
                <a:sym typeface="Calibri"/>
              </a:rPr>
              <a:t> Publishing</a:t>
            </a:r>
            <a:endParaRPr sz="9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50445971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65">
          <a:extLst>
            <a:ext uri="{FF2B5EF4-FFF2-40B4-BE49-F238E27FC236}">
              <a16:creationId xmlns:a16="http://schemas.microsoft.com/office/drawing/2014/main" id="{9DA92C13-7F18-472C-70DF-91EC56C12F88}"/>
            </a:ext>
          </a:extLst>
        </p:cNvPr>
        <p:cNvGrpSpPr/>
        <p:nvPr/>
      </p:nvGrpSpPr>
      <p:grpSpPr>
        <a:xfrm>
          <a:off x="0" y="0"/>
          <a:ext cx="0" cy="0"/>
          <a:chOff x="0" y="0"/>
          <a:chExt cx="0" cy="0"/>
        </a:xfrm>
      </p:grpSpPr>
      <p:sp>
        <p:nvSpPr>
          <p:cNvPr id="166" name="Google Shape;166;p8">
            <a:extLst>
              <a:ext uri="{FF2B5EF4-FFF2-40B4-BE49-F238E27FC236}">
                <a16:creationId xmlns:a16="http://schemas.microsoft.com/office/drawing/2014/main" id="{D9901ACB-BA20-D439-1AB8-480F4B6A8237}"/>
              </a:ext>
            </a:extLst>
          </p:cNvPr>
          <p:cNvSpPr txBox="1">
            <a:spLocks noGrp="1"/>
          </p:cNvSpPr>
          <p:nvPr>
            <p:ph type="title"/>
          </p:nvPr>
        </p:nvSpPr>
        <p:spPr>
          <a:xfrm>
            <a:off x="1086866" y="1140614"/>
            <a:ext cx="10258593" cy="632876"/>
          </a:xfrm>
          <a:prstGeom prst="rect">
            <a:avLst/>
          </a:prstGeom>
          <a:noFill/>
          <a:ln>
            <a:noFill/>
          </a:ln>
        </p:spPr>
        <p:txBody>
          <a:bodyPr spcFirstLastPara="1" wrap="square" lIns="71675" tIns="35825" rIns="71675" bIns="35825" anchor="t" anchorCtr="0">
            <a:normAutofit/>
          </a:bodyPr>
          <a:lstStyle/>
          <a:p>
            <a:pPr marL="0" lvl="0" indent="0" algn="l" rtl="0">
              <a:lnSpc>
                <a:spcPct val="84000"/>
              </a:lnSpc>
              <a:spcBef>
                <a:spcPts val="0"/>
              </a:spcBef>
              <a:spcAft>
                <a:spcPts val="0"/>
              </a:spcAft>
              <a:buNone/>
            </a:pPr>
            <a:r>
              <a:rPr lang="es-ES" sz="4382" dirty="0">
                <a:solidFill>
                  <a:schemeClr val="dk1"/>
                </a:solidFill>
                <a:latin typeface="Calibri"/>
                <a:ea typeface="Calibri"/>
                <a:cs typeface="Calibri"/>
                <a:sym typeface="Calibri"/>
              </a:rPr>
              <a:t>Brazo Robot</a:t>
            </a:r>
            <a:endParaRPr sz="4382" dirty="0">
              <a:solidFill>
                <a:schemeClr val="dk1"/>
              </a:solidFill>
              <a:latin typeface="Calibri"/>
              <a:ea typeface="Calibri"/>
              <a:cs typeface="Calibri"/>
              <a:sym typeface="Calibri"/>
            </a:endParaRPr>
          </a:p>
        </p:txBody>
      </p:sp>
      <p:sp>
        <p:nvSpPr>
          <p:cNvPr id="167" name="Google Shape;167;p8">
            <a:extLst>
              <a:ext uri="{FF2B5EF4-FFF2-40B4-BE49-F238E27FC236}">
                <a16:creationId xmlns:a16="http://schemas.microsoft.com/office/drawing/2014/main" id="{5EC20166-81C1-8141-1D84-F1CA01079D86}"/>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s-ES"/>
              <a:t>2026</a:t>
            </a:r>
            <a:endParaRPr/>
          </a:p>
        </p:txBody>
      </p:sp>
      <p:sp>
        <p:nvSpPr>
          <p:cNvPr id="168" name="Google Shape;168;p8">
            <a:extLst>
              <a:ext uri="{FF2B5EF4-FFF2-40B4-BE49-F238E27FC236}">
                <a16:creationId xmlns:a16="http://schemas.microsoft.com/office/drawing/2014/main" id="{F35B3E12-B9CE-672A-2243-EB4CCDAE4154}"/>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s-ES"/>
              <a:t>INGENIERÍA DE SOFTWARE I</a:t>
            </a:r>
            <a:endParaRPr/>
          </a:p>
        </p:txBody>
      </p:sp>
      <p:sp>
        <p:nvSpPr>
          <p:cNvPr id="169" name="Google Shape;169;p8">
            <a:extLst>
              <a:ext uri="{FF2B5EF4-FFF2-40B4-BE49-F238E27FC236}">
                <a16:creationId xmlns:a16="http://schemas.microsoft.com/office/drawing/2014/main" id="{69D2848C-7732-AAFC-D04B-5EBABD2CB57F}"/>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43</a:t>
            </a:fld>
            <a:endParaRPr/>
          </a:p>
        </p:txBody>
      </p:sp>
      <p:sp>
        <p:nvSpPr>
          <p:cNvPr id="170" name="Google Shape;170;p8">
            <a:extLst>
              <a:ext uri="{FF2B5EF4-FFF2-40B4-BE49-F238E27FC236}">
                <a16:creationId xmlns:a16="http://schemas.microsoft.com/office/drawing/2014/main" id="{BF6D3A1C-02E0-73A5-2167-C7986DEFF700}"/>
              </a:ext>
            </a:extLst>
          </p:cNvPr>
          <p:cNvSpPr/>
          <p:nvPr/>
        </p:nvSpPr>
        <p:spPr>
          <a:xfrm>
            <a:off x="1151584" y="1886309"/>
            <a:ext cx="10129156" cy="4460410"/>
          </a:xfrm>
          <a:prstGeom prst="rect">
            <a:avLst/>
          </a:prstGeom>
          <a:noFill/>
          <a:ln>
            <a:noFill/>
          </a:ln>
        </p:spPr>
        <p:txBody>
          <a:bodyPr spcFirstLastPara="1" wrap="square" lIns="89625" tIns="44800" rIns="89625" bIns="44800" anchor="t" anchorCtr="0">
            <a:noAutofit/>
          </a:bodyPr>
          <a:lstStyle/>
          <a:p>
            <a:pPr lvl="0" algn="just">
              <a:spcBef>
                <a:spcPts val="0"/>
              </a:spcBef>
              <a:spcAft>
                <a:spcPts val="0"/>
              </a:spcAft>
              <a:buClr>
                <a:srgbClr val="C00000"/>
              </a:buClr>
              <a:buSzPts val="2789"/>
            </a:pPr>
            <a:endParaRPr lang="es-ES" sz="2800" dirty="0">
              <a:solidFill>
                <a:schemeClr val="dk1"/>
              </a:solidFill>
              <a:latin typeface="Calibri"/>
              <a:ea typeface="Calibri"/>
              <a:cs typeface="Calibri"/>
              <a:sym typeface="Calibri"/>
            </a:endParaRPr>
          </a:p>
        </p:txBody>
      </p:sp>
      <p:sp>
        <p:nvSpPr>
          <p:cNvPr id="24" name="Google Shape;849;p25">
            <a:extLst>
              <a:ext uri="{FF2B5EF4-FFF2-40B4-BE49-F238E27FC236}">
                <a16:creationId xmlns:a16="http://schemas.microsoft.com/office/drawing/2014/main" id="{941FF0AA-9F36-081B-F2E7-CA848DE9BADB}"/>
              </a:ext>
            </a:extLst>
          </p:cNvPr>
          <p:cNvSpPr txBox="1"/>
          <p:nvPr/>
        </p:nvSpPr>
        <p:spPr>
          <a:xfrm>
            <a:off x="7511935" y="5849131"/>
            <a:ext cx="4680065"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900" dirty="0">
                <a:solidFill>
                  <a:schemeClr val="dk1"/>
                </a:solidFill>
                <a:latin typeface="Calibri"/>
                <a:ea typeface="Calibri"/>
                <a:cs typeface="Calibri"/>
                <a:sym typeface="Calibri"/>
              </a:rPr>
              <a:t>Zhou, M., Venkatesh, K., 1999. </a:t>
            </a:r>
            <a:r>
              <a:rPr lang="es-ES" sz="900" dirty="0" err="1">
                <a:solidFill>
                  <a:schemeClr val="dk1"/>
                </a:solidFill>
                <a:latin typeface="Calibri"/>
                <a:ea typeface="Calibri"/>
                <a:cs typeface="Calibri"/>
                <a:sym typeface="Calibri"/>
              </a:rPr>
              <a:t>Modeling</a:t>
            </a:r>
            <a:r>
              <a:rPr lang="es-ES" sz="900" dirty="0">
                <a:solidFill>
                  <a:schemeClr val="dk1"/>
                </a:solidFill>
                <a:latin typeface="Calibri"/>
                <a:ea typeface="Calibri"/>
                <a:cs typeface="Calibri"/>
                <a:sym typeface="Calibri"/>
              </a:rPr>
              <a:t>, </a:t>
            </a:r>
            <a:r>
              <a:rPr lang="es-ES" sz="900" dirty="0" err="1">
                <a:solidFill>
                  <a:schemeClr val="dk1"/>
                </a:solidFill>
                <a:latin typeface="Calibri"/>
                <a:ea typeface="Calibri"/>
                <a:cs typeface="Calibri"/>
                <a:sym typeface="Calibri"/>
              </a:rPr>
              <a:t>Simulation</a:t>
            </a:r>
            <a:r>
              <a:rPr lang="es-ES" sz="900" dirty="0">
                <a:solidFill>
                  <a:schemeClr val="dk1"/>
                </a:solidFill>
                <a:latin typeface="Calibri"/>
                <a:ea typeface="Calibri"/>
                <a:cs typeface="Calibri"/>
                <a:sym typeface="Calibri"/>
              </a:rPr>
              <a:t>, and Control </a:t>
            </a:r>
            <a:r>
              <a:rPr lang="es-ES" sz="900" dirty="0" err="1">
                <a:solidFill>
                  <a:schemeClr val="dk1"/>
                </a:solidFill>
                <a:latin typeface="Calibri"/>
                <a:ea typeface="Calibri"/>
                <a:cs typeface="Calibri"/>
                <a:sym typeface="Calibri"/>
              </a:rPr>
              <a:t>of</a:t>
            </a:r>
            <a:r>
              <a:rPr lang="es-ES" sz="900" dirty="0">
                <a:solidFill>
                  <a:schemeClr val="dk1"/>
                </a:solidFill>
                <a:latin typeface="Calibri"/>
                <a:ea typeface="Calibri"/>
                <a:cs typeface="Calibri"/>
                <a:sym typeface="Calibri"/>
              </a:rPr>
              <a:t> Flexible </a:t>
            </a:r>
            <a:r>
              <a:rPr lang="es-ES" sz="900" dirty="0" err="1">
                <a:solidFill>
                  <a:schemeClr val="dk1"/>
                </a:solidFill>
                <a:latin typeface="Calibri"/>
                <a:ea typeface="Calibri"/>
                <a:cs typeface="Calibri"/>
                <a:sym typeface="Calibri"/>
              </a:rPr>
              <a:t>Manufacturing</a:t>
            </a:r>
            <a:r>
              <a:rPr lang="es-ES" sz="900" dirty="0">
                <a:solidFill>
                  <a:schemeClr val="dk1"/>
                </a:solidFill>
                <a:latin typeface="Calibri"/>
                <a:ea typeface="Calibri"/>
                <a:cs typeface="Calibri"/>
                <a:sym typeface="Calibri"/>
              </a:rPr>
              <a:t> </a:t>
            </a:r>
            <a:r>
              <a:rPr lang="es-ES" sz="900" dirty="0" err="1">
                <a:solidFill>
                  <a:schemeClr val="dk1"/>
                </a:solidFill>
                <a:latin typeface="Calibri"/>
                <a:ea typeface="Calibri"/>
                <a:cs typeface="Calibri"/>
                <a:sym typeface="Calibri"/>
              </a:rPr>
              <a:t>Systems</a:t>
            </a:r>
            <a:r>
              <a:rPr lang="es-ES" sz="900" dirty="0">
                <a:solidFill>
                  <a:schemeClr val="dk1"/>
                </a:solidFill>
                <a:latin typeface="Calibri"/>
                <a:ea typeface="Calibri"/>
                <a:cs typeface="Calibri"/>
                <a:sym typeface="Calibri"/>
              </a:rPr>
              <a:t>. Series in </a:t>
            </a:r>
            <a:r>
              <a:rPr lang="es-ES" sz="900" dirty="0" err="1">
                <a:solidFill>
                  <a:schemeClr val="dk1"/>
                </a:solidFill>
                <a:latin typeface="Calibri"/>
                <a:ea typeface="Calibri"/>
                <a:cs typeface="Calibri"/>
                <a:sym typeface="Calibri"/>
              </a:rPr>
              <a:t>Intelligent</a:t>
            </a:r>
            <a:r>
              <a:rPr lang="es-ES" sz="900" dirty="0">
                <a:solidFill>
                  <a:schemeClr val="dk1"/>
                </a:solidFill>
                <a:latin typeface="Calibri"/>
                <a:ea typeface="Calibri"/>
                <a:cs typeface="Calibri"/>
                <a:sym typeface="Calibri"/>
              </a:rPr>
              <a:t> Control and </a:t>
            </a:r>
            <a:r>
              <a:rPr lang="es-ES" sz="900" dirty="0" err="1">
                <a:solidFill>
                  <a:schemeClr val="dk1"/>
                </a:solidFill>
                <a:latin typeface="Calibri"/>
                <a:ea typeface="Calibri"/>
                <a:cs typeface="Calibri"/>
                <a:sym typeface="Calibri"/>
              </a:rPr>
              <a:t>Intelligent</a:t>
            </a:r>
            <a:r>
              <a:rPr lang="es-ES" sz="900" dirty="0">
                <a:solidFill>
                  <a:schemeClr val="dk1"/>
                </a:solidFill>
                <a:latin typeface="Calibri"/>
                <a:ea typeface="Calibri"/>
                <a:cs typeface="Calibri"/>
                <a:sym typeface="Calibri"/>
              </a:rPr>
              <a:t> </a:t>
            </a:r>
            <a:r>
              <a:rPr lang="es-ES" sz="900" dirty="0" err="1">
                <a:solidFill>
                  <a:schemeClr val="dk1"/>
                </a:solidFill>
                <a:latin typeface="Calibri"/>
                <a:ea typeface="Calibri"/>
                <a:cs typeface="Calibri"/>
                <a:sym typeface="Calibri"/>
              </a:rPr>
              <a:t>Automation</a:t>
            </a:r>
            <a:r>
              <a:rPr lang="es-ES" sz="900" dirty="0">
                <a:solidFill>
                  <a:schemeClr val="dk1"/>
                </a:solidFill>
                <a:latin typeface="Calibri"/>
                <a:ea typeface="Calibri"/>
                <a:cs typeface="Calibri"/>
                <a:sym typeface="Calibri"/>
              </a:rPr>
              <a:t> 6, World </a:t>
            </a:r>
            <a:r>
              <a:rPr lang="es-ES" sz="900" dirty="0" err="1">
                <a:solidFill>
                  <a:schemeClr val="dk1"/>
                </a:solidFill>
                <a:latin typeface="Calibri"/>
                <a:ea typeface="Calibri"/>
                <a:cs typeface="Calibri"/>
                <a:sym typeface="Calibri"/>
              </a:rPr>
              <a:t>Scientific</a:t>
            </a:r>
            <a:r>
              <a:rPr lang="es-ES" sz="900" dirty="0">
                <a:solidFill>
                  <a:schemeClr val="dk1"/>
                </a:solidFill>
                <a:latin typeface="Calibri"/>
                <a:ea typeface="Calibri"/>
                <a:cs typeface="Calibri"/>
                <a:sym typeface="Calibri"/>
              </a:rPr>
              <a:t> Publishing</a:t>
            </a:r>
            <a:endParaRPr sz="900" dirty="0">
              <a:solidFill>
                <a:schemeClr val="dk1"/>
              </a:solidFill>
              <a:latin typeface="Calibri"/>
              <a:ea typeface="Calibri"/>
              <a:cs typeface="Calibri"/>
              <a:sym typeface="Calibri"/>
            </a:endParaRPr>
          </a:p>
        </p:txBody>
      </p:sp>
      <p:pic>
        <p:nvPicPr>
          <p:cNvPr id="2" name="Google Shape;863;p26">
            <a:extLst>
              <a:ext uri="{FF2B5EF4-FFF2-40B4-BE49-F238E27FC236}">
                <a16:creationId xmlns:a16="http://schemas.microsoft.com/office/drawing/2014/main" id="{18F221E9-5FD0-56EF-FE07-C48462E6B0BA}"/>
              </a:ext>
            </a:extLst>
          </p:cNvPr>
          <p:cNvPicPr preferRelativeResize="0">
            <a:picLocks/>
          </p:cNvPicPr>
          <p:nvPr/>
        </p:nvPicPr>
        <p:blipFill rotWithShape="1">
          <a:blip r:embed="rId3">
            <a:alphaModFix/>
          </a:blip>
          <a:srcRect/>
          <a:stretch>
            <a:fillRect/>
          </a:stretch>
        </p:blipFill>
        <p:spPr>
          <a:xfrm>
            <a:off x="1415935" y="1826587"/>
            <a:ext cx="4680065" cy="4422661"/>
          </a:xfrm>
          <a:prstGeom prst="rect">
            <a:avLst/>
          </a:prstGeom>
          <a:noFill/>
          <a:ln>
            <a:noFill/>
          </a:ln>
        </p:spPr>
      </p:pic>
      <p:pic>
        <p:nvPicPr>
          <p:cNvPr id="4" name="Google Shape;848;p25">
            <a:extLst>
              <a:ext uri="{FF2B5EF4-FFF2-40B4-BE49-F238E27FC236}">
                <a16:creationId xmlns:a16="http://schemas.microsoft.com/office/drawing/2014/main" id="{7CB14C25-88A2-BE3D-0A7E-330B7118C5C0}"/>
              </a:ext>
            </a:extLst>
          </p:cNvPr>
          <p:cNvPicPr preferRelativeResize="0"/>
          <p:nvPr/>
        </p:nvPicPr>
        <p:blipFill rotWithShape="1">
          <a:blip r:embed="rId4">
            <a:alphaModFix/>
          </a:blip>
          <a:srcRect/>
          <a:stretch/>
        </p:blipFill>
        <p:spPr>
          <a:xfrm>
            <a:off x="6888625" y="1750334"/>
            <a:ext cx="3756584" cy="4053543"/>
          </a:xfrm>
          <a:prstGeom prst="rect">
            <a:avLst/>
          </a:prstGeom>
          <a:noFill/>
          <a:ln>
            <a:noFill/>
          </a:ln>
        </p:spPr>
      </p:pic>
    </p:spTree>
    <p:extLst>
      <p:ext uri="{BB962C8B-B14F-4D97-AF65-F5344CB8AC3E}">
        <p14:creationId xmlns:p14="http://schemas.microsoft.com/office/powerpoint/2010/main" val="89755443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65">
          <a:extLst>
            <a:ext uri="{FF2B5EF4-FFF2-40B4-BE49-F238E27FC236}">
              <a16:creationId xmlns:a16="http://schemas.microsoft.com/office/drawing/2014/main" id="{A6560BB6-5B04-AE46-C5C0-38C51EA6F696}"/>
            </a:ext>
          </a:extLst>
        </p:cNvPr>
        <p:cNvGrpSpPr/>
        <p:nvPr/>
      </p:nvGrpSpPr>
      <p:grpSpPr>
        <a:xfrm>
          <a:off x="0" y="0"/>
          <a:ext cx="0" cy="0"/>
          <a:chOff x="0" y="0"/>
          <a:chExt cx="0" cy="0"/>
        </a:xfrm>
      </p:grpSpPr>
      <p:sp>
        <p:nvSpPr>
          <p:cNvPr id="166" name="Google Shape;166;p8">
            <a:extLst>
              <a:ext uri="{FF2B5EF4-FFF2-40B4-BE49-F238E27FC236}">
                <a16:creationId xmlns:a16="http://schemas.microsoft.com/office/drawing/2014/main" id="{6D6E3E1D-A4A6-B33C-BC35-3507DD9C3539}"/>
              </a:ext>
            </a:extLst>
          </p:cNvPr>
          <p:cNvSpPr txBox="1">
            <a:spLocks noGrp="1"/>
          </p:cNvSpPr>
          <p:nvPr>
            <p:ph type="title"/>
          </p:nvPr>
        </p:nvSpPr>
        <p:spPr>
          <a:xfrm>
            <a:off x="1086866" y="1140614"/>
            <a:ext cx="10258593" cy="632876"/>
          </a:xfrm>
          <a:prstGeom prst="rect">
            <a:avLst/>
          </a:prstGeom>
          <a:noFill/>
          <a:ln>
            <a:noFill/>
          </a:ln>
        </p:spPr>
        <p:txBody>
          <a:bodyPr spcFirstLastPara="1" wrap="square" lIns="71675" tIns="35825" rIns="71675" bIns="35825" anchor="t" anchorCtr="0">
            <a:normAutofit/>
          </a:bodyPr>
          <a:lstStyle/>
          <a:p>
            <a:pPr marL="0" lvl="0" indent="0" algn="l" rtl="0">
              <a:lnSpc>
                <a:spcPct val="84000"/>
              </a:lnSpc>
              <a:spcBef>
                <a:spcPts val="0"/>
              </a:spcBef>
              <a:spcAft>
                <a:spcPts val="0"/>
              </a:spcAft>
              <a:buNone/>
            </a:pPr>
            <a:r>
              <a:rPr lang="es-ES" sz="4382" dirty="0">
                <a:solidFill>
                  <a:schemeClr val="dk1"/>
                </a:solidFill>
                <a:latin typeface="Calibri"/>
                <a:ea typeface="Calibri"/>
                <a:cs typeface="Calibri"/>
                <a:sym typeface="Calibri"/>
              </a:rPr>
              <a:t>Brazo Robot</a:t>
            </a:r>
            <a:endParaRPr sz="4382" dirty="0">
              <a:solidFill>
                <a:schemeClr val="dk1"/>
              </a:solidFill>
              <a:latin typeface="Calibri"/>
              <a:ea typeface="Calibri"/>
              <a:cs typeface="Calibri"/>
              <a:sym typeface="Calibri"/>
            </a:endParaRPr>
          </a:p>
        </p:txBody>
      </p:sp>
      <p:sp>
        <p:nvSpPr>
          <p:cNvPr id="167" name="Google Shape;167;p8">
            <a:extLst>
              <a:ext uri="{FF2B5EF4-FFF2-40B4-BE49-F238E27FC236}">
                <a16:creationId xmlns:a16="http://schemas.microsoft.com/office/drawing/2014/main" id="{734598BF-7853-9B51-390C-AD5AAA2AE00E}"/>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s-ES"/>
              <a:t>2026</a:t>
            </a:r>
            <a:endParaRPr/>
          </a:p>
        </p:txBody>
      </p:sp>
      <p:sp>
        <p:nvSpPr>
          <p:cNvPr id="168" name="Google Shape;168;p8">
            <a:extLst>
              <a:ext uri="{FF2B5EF4-FFF2-40B4-BE49-F238E27FC236}">
                <a16:creationId xmlns:a16="http://schemas.microsoft.com/office/drawing/2014/main" id="{82074D5D-E8A0-A25C-31BA-B8CCAEDEE9A0}"/>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s-ES"/>
              <a:t>INGENIERÍA DE SOFTWARE I</a:t>
            </a:r>
            <a:endParaRPr/>
          </a:p>
        </p:txBody>
      </p:sp>
      <p:sp>
        <p:nvSpPr>
          <p:cNvPr id="169" name="Google Shape;169;p8">
            <a:extLst>
              <a:ext uri="{FF2B5EF4-FFF2-40B4-BE49-F238E27FC236}">
                <a16:creationId xmlns:a16="http://schemas.microsoft.com/office/drawing/2014/main" id="{F9D1B0D2-159F-11D5-2417-19A1D30F2C76}"/>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44</a:t>
            </a:fld>
            <a:endParaRPr/>
          </a:p>
        </p:txBody>
      </p:sp>
      <p:sp>
        <p:nvSpPr>
          <p:cNvPr id="170" name="Google Shape;170;p8">
            <a:extLst>
              <a:ext uri="{FF2B5EF4-FFF2-40B4-BE49-F238E27FC236}">
                <a16:creationId xmlns:a16="http://schemas.microsoft.com/office/drawing/2014/main" id="{B8F4C349-EE64-A156-8B1D-2AF608EC7C51}"/>
              </a:ext>
            </a:extLst>
          </p:cNvPr>
          <p:cNvSpPr/>
          <p:nvPr/>
        </p:nvSpPr>
        <p:spPr>
          <a:xfrm>
            <a:off x="1151584" y="1886309"/>
            <a:ext cx="10129156" cy="4460410"/>
          </a:xfrm>
          <a:prstGeom prst="rect">
            <a:avLst/>
          </a:prstGeom>
          <a:noFill/>
          <a:ln>
            <a:noFill/>
          </a:ln>
        </p:spPr>
        <p:txBody>
          <a:bodyPr spcFirstLastPara="1" wrap="square" lIns="89625" tIns="44800" rIns="89625" bIns="44800" anchor="t" anchorCtr="0">
            <a:noAutofit/>
          </a:bodyPr>
          <a:lstStyle/>
          <a:p>
            <a:pPr lvl="0" algn="just">
              <a:spcBef>
                <a:spcPts val="0"/>
              </a:spcBef>
              <a:spcAft>
                <a:spcPts val="0"/>
              </a:spcAft>
              <a:buClr>
                <a:srgbClr val="C00000"/>
              </a:buClr>
              <a:buSzPts val="2789"/>
            </a:pPr>
            <a:endParaRPr lang="es-ES" sz="2800" dirty="0">
              <a:solidFill>
                <a:schemeClr val="dk1"/>
              </a:solidFill>
              <a:latin typeface="Calibri"/>
              <a:ea typeface="Calibri"/>
              <a:cs typeface="Calibri"/>
              <a:sym typeface="Calibri"/>
            </a:endParaRPr>
          </a:p>
        </p:txBody>
      </p:sp>
      <p:pic>
        <p:nvPicPr>
          <p:cNvPr id="2" name="Google Shape;863;p26">
            <a:extLst>
              <a:ext uri="{FF2B5EF4-FFF2-40B4-BE49-F238E27FC236}">
                <a16:creationId xmlns:a16="http://schemas.microsoft.com/office/drawing/2014/main" id="{33EEA7AC-A3D9-A182-0FEB-CE805723BEAD}"/>
              </a:ext>
            </a:extLst>
          </p:cNvPr>
          <p:cNvPicPr preferRelativeResize="0">
            <a:picLocks/>
          </p:cNvPicPr>
          <p:nvPr/>
        </p:nvPicPr>
        <p:blipFill rotWithShape="1">
          <a:blip r:embed="rId3">
            <a:alphaModFix/>
          </a:blip>
          <a:srcRect/>
          <a:stretch>
            <a:fillRect/>
          </a:stretch>
        </p:blipFill>
        <p:spPr>
          <a:xfrm>
            <a:off x="1415935" y="1826587"/>
            <a:ext cx="4680065" cy="4422661"/>
          </a:xfrm>
          <a:prstGeom prst="rect">
            <a:avLst/>
          </a:prstGeom>
          <a:noFill/>
          <a:ln>
            <a:noFill/>
          </a:ln>
        </p:spPr>
      </p:pic>
      <p:sp>
        <p:nvSpPr>
          <p:cNvPr id="5" name="CuadroTexto 4">
            <a:extLst>
              <a:ext uri="{FF2B5EF4-FFF2-40B4-BE49-F238E27FC236}">
                <a16:creationId xmlns:a16="http://schemas.microsoft.com/office/drawing/2014/main" id="{C3D7B914-BE55-2448-6893-174F5B8113CA}"/>
              </a:ext>
            </a:extLst>
          </p:cNvPr>
          <p:cNvSpPr txBox="1"/>
          <p:nvPr/>
        </p:nvSpPr>
        <p:spPr>
          <a:xfrm>
            <a:off x="6096000" y="1826587"/>
            <a:ext cx="6098582" cy="3785652"/>
          </a:xfrm>
          <a:prstGeom prst="rect">
            <a:avLst/>
          </a:prstGeom>
          <a:noFill/>
        </p:spPr>
        <p:txBody>
          <a:bodyPr wrap="square">
            <a:spAutoFit/>
          </a:bodyPr>
          <a:lstStyle/>
          <a:p>
            <a:pPr marL="0" marR="0" lvl="0" indent="0" algn="just" rtl="0">
              <a:spcBef>
                <a:spcPts val="0"/>
              </a:spcBef>
              <a:spcAft>
                <a:spcPts val="0"/>
              </a:spcAft>
              <a:buNone/>
            </a:pPr>
            <a:r>
              <a:rPr lang="es-ES" sz="2400" dirty="0">
                <a:solidFill>
                  <a:schemeClr val="dk1"/>
                </a:solidFill>
                <a:latin typeface="Calibri"/>
                <a:ea typeface="Calibri"/>
                <a:cs typeface="Calibri"/>
                <a:sym typeface="Calibri"/>
              </a:rPr>
              <a:t>El </a:t>
            </a:r>
            <a:r>
              <a:rPr lang="es-ES" sz="2400" b="1" dirty="0">
                <a:solidFill>
                  <a:schemeClr val="dk1"/>
                </a:solidFill>
                <a:latin typeface="Calibri"/>
                <a:ea typeface="Calibri"/>
                <a:cs typeface="Calibri"/>
                <a:sym typeface="Calibri"/>
              </a:rPr>
              <a:t>estado inicial </a:t>
            </a:r>
            <a:r>
              <a:rPr lang="es-ES" sz="2400" dirty="0">
                <a:solidFill>
                  <a:schemeClr val="dk1"/>
                </a:solidFill>
                <a:latin typeface="Calibri"/>
                <a:ea typeface="Calibri"/>
                <a:cs typeface="Calibri"/>
                <a:sym typeface="Calibri"/>
              </a:rPr>
              <a:t>del sistema modelado por la RP indica que existe una pieza en la banda de entrada (p1), que el brazo de robot está listo para tomar alguna pieza (p2) y que la máquina de proceso también está disponible (p4). </a:t>
            </a:r>
          </a:p>
          <a:p>
            <a:pPr marL="0" marR="0" lvl="0" indent="0" algn="just" rtl="0">
              <a:spcBef>
                <a:spcPts val="0"/>
              </a:spcBef>
              <a:spcAft>
                <a:spcPts val="0"/>
              </a:spcAft>
              <a:buNone/>
            </a:pPr>
            <a:endParaRPr lang="es-ES" sz="2400" dirty="0">
              <a:solidFill>
                <a:schemeClr val="dk1"/>
              </a:solidFill>
              <a:latin typeface="Calibri"/>
              <a:ea typeface="Calibri"/>
              <a:cs typeface="Calibri"/>
              <a:sym typeface="Calibri"/>
            </a:endParaRPr>
          </a:p>
          <a:p>
            <a:pPr marL="0" marR="0" lvl="0" indent="0" algn="just" rtl="0">
              <a:spcBef>
                <a:spcPts val="0"/>
              </a:spcBef>
              <a:spcAft>
                <a:spcPts val="0"/>
              </a:spcAft>
              <a:buNone/>
            </a:pPr>
            <a:r>
              <a:rPr lang="es-ES" sz="2400" dirty="0">
                <a:solidFill>
                  <a:schemeClr val="dk1"/>
                </a:solidFill>
                <a:latin typeface="Calibri"/>
                <a:ea typeface="Calibri"/>
                <a:cs typeface="Calibri"/>
                <a:sym typeface="Calibri"/>
              </a:rPr>
              <a:t>El marcado de este estado sería </a:t>
            </a:r>
          </a:p>
          <a:p>
            <a:pPr marL="0" marR="0" lvl="0" indent="0" algn="just" rtl="0">
              <a:spcBef>
                <a:spcPts val="0"/>
              </a:spcBef>
              <a:spcAft>
                <a:spcPts val="0"/>
              </a:spcAft>
              <a:buNone/>
            </a:pPr>
            <a:r>
              <a:rPr lang="es-ES" sz="2400" b="1" dirty="0">
                <a:solidFill>
                  <a:schemeClr val="dk1"/>
                </a:solidFill>
                <a:latin typeface="Calibri"/>
                <a:ea typeface="Calibri"/>
                <a:cs typeface="Calibri"/>
                <a:sym typeface="Calibri"/>
              </a:rPr>
              <a:t>M0 = (1 1 0 1 0 0 0)</a:t>
            </a:r>
          </a:p>
          <a:p>
            <a:pPr marL="0" marR="0" lvl="0" indent="0" algn="just" rtl="0">
              <a:spcBef>
                <a:spcPts val="0"/>
              </a:spcBef>
              <a:spcAft>
                <a:spcPts val="0"/>
              </a:spcAft>
              <a:buNone/>
            </a:pPr>
            <a:r>
              <a:rPr lang="es-ES" sz="2400" dirty="0">
                <a:solidFill>
                  <a:schemeClr val="dk1"/>
                </a:solidFill>
                <a:latin typeface="Calibri"/>
                <a:ea typeface="Calibri"/>
                <a:cs typeface="Calibri"/>
                <a:sym typeface="Calibri"/>
              </a:rPr>
              <a:t>que corresponden a los tokens de los lugares M0 = (p1 p2 … p7), respectivamente. </a:t>
            </a:r>
          </a:p>
        </p:txBody>
      </p:sp>
      <p:sp>
        <p:nvSpPr>
          <p:cNvPr id="7" name="Google Shape;879;p27">
            <a:extLst>
              <a:ext uri="{FF2B5EF4-FFF2-40B4-BE49-F238E27FC236}">
                <a16:creationId xmlns:a16="http://schemas.microsoft.com/office/drawing/2014/main" id="{EA63B9AE-8F28-41F0-6089-5FCCE3CF2142}"/>
              </a:ext>
            </a:extLst>
          </p:cNvPr>
          <p:cNvSpPr/>
          <p:nvPr/>
        </p:nvSpPr>
        <p:spPr>
          <a:xfrm>
            <a:off x="5985290" y="4015728"/>
            <a:ext cx="6096000" cy="2145223"/>
          </a:xfrm>
          <a:prstGeom prst="flowChartAlternateProcess">
            <a:avLst/>
          </a:prstGeom>
          <a:ln/>
        </p:spPr>
        <p:style>
          <a:lnRef idx="1">
            <a:schemeClr val="accent1"/>
          </a:lnRef>
          <a:fillRef idx="2">
            <a:schemeClr val="accent1"/>
          </a:fillRef>
          <a:effectRef idx="1">
            <a:schemeClr val="accent1"/>
          </a:effectRef>
          <a:fontRef idx="minor">
            <a:schemeClr val="dk1"/>
          </a:fontRef>
        </p:style>
        <p:txBody>
          <a:bodyPr spcFirstLastPara="1" wrap="square" lIns="91425" tIns="45700" rIns="91425" bIns="45700" anchor="t" anchorCtr="0">
            <a:spAutoFit/>
          </a:bodyPr>
          <a:lstStyle/>
          <a:p>
            <a:pPr marL="0" marR="0" lvl="0" indent="0" algn="just" rtl="0">
              <a:spcBef>
                <a:spcPts val="0"/>
              </a:spcBef>
              <a:spcAft>
                <a:spcPts val="0"/>
              </a:spcAft>
              <a:buNone/>
            </a:pPr>
            <a:r>
              <a:rPr lang="es-ES" sz="2400" dirty="0">
                <a:solidFill>
                  <a:schemeClr val="dk1"/>
                </a:solidFill>
                <a:latin typeface="Calibri"/>
                <a:ea typeface="Calibri"/>
                <a:cs typeface="Calibri"/>
                <a:sym typeface="Calibri"/>
              </a:rPr>
              <a:t>La </a:t>
            </a:r>
            <a:r>
              <a:rPr lang="es-ES" sz="2400" b="1" dirty="0">
                <a:solidFill>
                  <a:schemeClr val="dk1"/>
                </a:solidFill>
                <a:latin typeface="Calibri"/>
                <a:ea typeface="Calibri"/>
                <a:cs typeface="Calibri"/>
                <a:sym typeface="Calibri"/>
              </a:rPr>
              <a:t>transición t1 </a:t>
            </a:r>
            <a:r>
              <a:rPr lang="es-ES" sz="2400" dirty="0">
                <a:solidFill>
                  <a:schemeClr val="dk1"/>
                </a:solidFill>
                <a:latin typeface="Calibri"/>
                <a:ea typeface="Calibri"/>
                <a:cs typeface="Calibri"/>
                <a:sym typeface="Calibri"/>
              </a:rPr>
              <a:t>se encuentra </a:t>
            </a:r>
            <a:r>
              <a:rPr lang="es-ES" sz="2400" b="1" dirty="0">
                <a:solidFill>
                  <a:schemeClr val="dk1"/>
                </a:solidFill>
                <a:latin typeface="Calibri"/>
                <a:ea typeface="Calibri"/>
                <a:cs typeface="Calibri"/>
                <a:sym typeface="Calibri"/>
              </a:rPr>
              <a:t>habilitada</a:t>
            </a:r>
            <a:r>
              <a:rPr lang="es-ES" sz="2400" dirty="0">
                <a:solidFill>
                  <a:schemeClr val="dk1"/>
                </a:solidFill>
                <a:latin typeface="Calibri"/>
                <a:ea typeface="Calibri"/>
                <a:cs typeface="Calibri"/>
                <a:sym typeface="Calibri"/>
              </a:rPr>
              <a:t>, es decir, para que una pieza sea tomada por el brazo de robot es necesario que la pieza se encuentre en la banda de entrada y el brazo de robot se encuentre disponible.</a:t>
            </a:r>
            <a:endParaRPr dirty="0"/>
          </a:p>
        </p:txBody>
      </p:sp>
      <p:cxnSp>
        <p:nvCxnSpPr>
          <p:cNvPr id="11" name="Conector recto de flecha 10">
            <a:extLst>
              <a:ext uri="{FF2B5EF4-FFF2-40B4-BE49-F238E27FC236}">
                <a16:creationId xmlns:a16="http://schemas.microsoft.com/office/drawing/2014/main" id="{ED21819E-F9A0-0F00-BBE1-AF4193D1F647}"/>
              </a:ext>
            </a:extLst>
          </p:cNvPr>
          <p:cNvCxnSpPr>
            <a:cxnSpLocks/>
          </p:cNvCxnSpPr>
          <p:nvPr/>
        </p:nvCxnSpPr>
        <p:spPr>
          <a:xfrm flipH="1" flipV="1">
            <a:off x="2333625" y="3130658"/>
            <a:ext cx="3651665" cy="21599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6873515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65">
          <a:extLst>
            <a:ext uri="{FF2B5EF4-FFF2-40B4-BE49-F238E27FC236}">
              <a16:creationId xmlns:a16="http://schemas.microsoft.com/office/drawing/2014/main" id="{333E7144-FEF6-2A2B-77DF-CB172AC48BDF}"/>
            </a:ext>
          </a:extLst>
        </p:cNvPr>
        <p:cNvGrpSpPr/>
        <p:nvPr/>
      </p:nvGrpSpPr>
      <p:grpSpPr>
        <a:xfrm>
          <a:off x="0" y="0"/>
          <a:ext cx="0" cy="0"/>
          <a:chOff x="0" y="0"/>
          <a:chExt cx="0" cy="0"/>
        </a:xfrm>
      </p:grpSpPr>
      <p:pic>
        <p:nvPicPr>
          <p:cNvPr id="3" name="Google Shape;889;p28">
            <a:extLst>
              <a:ext uri="{FF2B5EF4-FFF2-40B4-BE49-F238E27FC236}">
                <a16:creationId xmlns:a16="http://schemas.microsoft.com/office/drawing/2014/main" id="{00AC32C2-A01D-E170-FDF3-AFB3E5A7AFF7}"/>
              </a:ext>
            </a:extLst>
          </p:cNvPr>
          <p:cNvPicPr preferRelativeResize="0">
            <a:picLocks/>
          </p:cNvPicPr>
          <p:nvPr/>
        </p:nvPicPr>
        <p:blipFill rotWithShape="1">
          <a:blip r:embed="rId3">
            <a:alphaModFix/>
          </a:blip>
          <a:srcRect r="882" b="52339"/>
          <a:stretch/>
        </p:blipFill>
        <p:spPr>
          <a:xfrm>
            <a:off x="1460298" y="1820828"/>
            <a:ext cx="9271404" cy="4340123"/>
          </a:xfrm>
          <a:prstGeom prst="rect">
            <a:avLst/>
          </a:prstGeom>
          <a:noFill/>
          <a:ln>
            <a:noFill/>
          </a:ln>
        </p:spPr>
      </p:pic>
      <p:sp>
        <p:nvSpPr>
          <p:cNvPr id="166" name="Google Shape;166;p8">
            <a:extLst>
              <a:ext uri="{FF2B5EF4-FFF2-40B4-BE49-F238E27FC236}">
                <a16:creationId xmlns:a16="http://schemas.microsoft.com/office/drawing/2014/main" id="{88CA44D4-C1EC-A7CE-98B2-8DCEA1319EF7}"/>
              </a:ext>
            </a:extLst>
          </p:cNvPr>
          <p:cNvSpPr txBox="1">
            <a:spLocks noGrp="1"/>
          </p:cNvSpPr>
          <p:nvPr>
            <p:ph type="title"/>
          </p:nvPr>
        </p:nvSpPr>
        <p:spPr>
          <a:xfrm>
            <a:off x="1086866" y="1140614"/>
            <a:ext cx="10258593" cy="632876"/>
          </a:xfrm>
          <a:prstGeom prst="rect">
            <a:avLst/>
          </a:prstGeom>
          <a:noFill/>
          <a:ln>
            <a:noFill/>
          </a:ln>
        </p:spPr>
        <p:txBody>
          <a:bodyPr spcFirstLastPara="1" wrap="square" lIns="71675" tIns="35825" rIns="71675" bIns="35825" anchor="t" anchorCtr="0">
            <a:normAutofit/>
          </a:bodyPr>
          <a:lstStyle/>
          <a:p>
            <a:pPr marL="0" lvl="0" indent="0" algn="l" rtl="0">
              <a:lnSpc>
                <a:spcPct val="84000"/>
              </a:lnSpc>
              <a:spcBef>
                <a:spcPts val="0"/>
              </a:spcBef>
              <a:spcAft>
                <a:spcPts val="0"/>
              </a:spcAft>
              <a:buNone/>
            </a:pPr>
            <a:r>
              <a:rPr lang="es-ES" sz="4382" dirty="0">
                <a:solidFill>
                  <a:schemeClr val="dk1"/>
                </a:solidFill>
                <a:latin typeface="Calibri"/>
                <a:ea typeface="Calibri"/>
                <a:cs typeface="Calibri"/>
                <a:sym typeface="Calibri"/>
              </a:rPr>
              <a:t>Brazo Robot</a:t>
            </a:r>
            <a:endParaRPr sz="4382" dirty="0">
              <a:solidFill>
                <a:schemeClr val="dk1"/>
              </a:solidFill>
              <a:latin typeface="Calibri"/>
              <a:ea typeface="Calibri"/>
              <a:cs typeface="Calibri"/>
              <a:sym typeface="Calibri"/>
            </a:endParaRPr>
          </a:p>
        </p:txBody>
      </p:sp>
      <p:sp>
        <p:nvSpPr>
          <p:cNvPr id="167" name="Google Shape;167;p8">
            <a:extLst>
              <a:ext uri="{FF2B5EF4-FFF2-40B4-BE49-F238E27FC236}">
                <a16:creationId xmlns:a16="http://schemas.microsoft.com/office/drawing/2014/main" id="{5EF13E6D-D479-C3EE-688E-9055B33C5896}"/>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s-ES"/>
              <a:t>2026</a:t>
            </a:r>
            <a:endParaRPr/>
          </a:p>
        </p:txBody>
      </p:sp>
      <p:sp>
        <p:nvSpPr>
          <p:cNvPr id="168" name="Google Shape;168;p8">
            <a:extLst>
              <a:ext uri="{FF2B5EF4-FFF2-40B4-BE49-F238E27FC236}">
                <a16:creationId xmlns:a16="http://schemas.microsoft.com/office/drawing/2014/main" id="{0F2F0CA1-3498-5E9C-CAAD-1C432ACCA8BB}"/>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s-ES"/>
              <a:t>INGENIERÍA DE SOFTWARE I</a:t>
            </a:r>
            <a:endParaRPr/>
          </a:p>
        </p:txBody>
      </p:sp>
      <p:sp>
        <p:nvSpPr>
          <p:cNvPr id="169" name="Google Shape;169;p8">
            <a:extLst>
              <a:ext uri="{FF2B5EF4-FFF2-40B4-BE49-F238E27FC236}">
                <a16:creationId xmlns:a16="http://schemas.microsoft.com/office/drawing/2014/main" id="{D92FF149-FFC4-01C2-FECB-03C59C98639B}"/>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45</a:t>
            </a:fld>
            <a:endParaRPr/>
          </a:p>
        </p:txBody>
      </p:sp>
      <p:sp>
        <p:nvSpPr>
          <p:cNvPr id="170" name="Google Shape;170;p8">
            <a:extLst>
              <a:ext uri="{FF2B5EF4-FFF2-40B4-BE49-F238E27FC236}">
                <a16:creationId xmlns:a16="http://schemas.microsoft.com/office/drawing/2014/main" id="{D4143CCC-D29E-7205-F046-A8DAD1090D7B}"/>
              </a:ext>
            </a:extLst>
          </p:cNvPr>
          <p:cNvSpPr/>
          <p:nvPr/>
        </p:nvSpPr>
        <p:spPr>
          <a:xfrm>
            <a:off x="1151584" y="1886309"/>
            <a:ext cx="10129156" cy="4460410"/>
          </a:xfrm>
          <a:prstGeom prst="rect">
            <a:avLst/>
          </a:prstGeom>
          <a:noFill/>
          <a:ln>
            <a:noFill/>
          </a:ln>
        </p:spPr>
        <p:txBody>
          <a:bodyPr spcFirstLastPara="1" wrap="square" lIns="89625" tIns="44800" rIns="89625" bIns="44800" anchor="t" anchorCtr="0">
            <a:noAutofit/>
          </a:bodyPr>
          <a:lstStyle/>
          <a:p>
            <a:pPr lvl="0" algn="just">
              <a:spcBef>
                <a:spcPts val="0"/>
              </a:spcBef>
              <a:spcAft>
                <a:spcPts val="0"/>
              </a:spcAft>
              <a:buClr>
                <a:srgbClr val="C00000"/>
              </a:buClr>
              <a:buSzPts val="2789"/>
            </a:pPr>
            <a:endParaRPr lang="es-ES" sz="2800" dirty="0">
              <a:solidFill>
                <a:schemeClr val="dk1"/>
              </a:solidFill>
              <a:latin typeface="Calibri"/>
              <a:ea typeface="Calibri"/>
              <a:cs typeface="Calibri"/>
              <a:sym typeface="Calibri"/>
            </a:endParaRPr>
          </a:p>
        </p:txBody>
      </p:sp>
      <p:sp>
        <p:nvSpPr>
          <p:cNvPr id="7" name="Google Shape;879;p27">
            <a:extLst>
              <a:ext uri="{FF2B5EF4-FFF2-40B4-BE49-F238E27FC236}">
                <a16:creationId xmlns:a16="http://schemas.microsoft.com/office/drawing/2014/main" id="{AA128F3C-634A-6F5D-F176-C05E1AF6B083}"/>
              </a:ext>
            </a:extLst>
          </p:cNvPr>
          <p:cNvSpPr/>
          <p:nvPr/>
        </p:nvSpPr>
        <p:spPr>
          <a:xfrm>
            <a:off x="5985290" y="4015728"/>
            <a:ext cx="6096000" cy="2145223"/>
          </a:xfrm>
          <a:prstGeom prst="flowChartAlternateProcess">
            <a:avLst/>
          </a:prstGeom>
          <a:ln/>
        </p:spPr>
        <p:style>
          <a:lnRef idx="1">
            <a:schemeClr val="accent1"/>
          </a:lnRef>
          <a:fillRef idx="2">
            <a:schemeClr val="accent1"/>
          </a:fillRef>
          <a:effectRef idx="1">
            <a:schemeClr val="accent1"/>
          </a:effectRef>
          <a:fontRef idx="minor">
            <a:schemeClr val="dk1"/>
          </a:fontRef>
        </p:style>
        <p:txBody>
          <a:bodyPr spcFirstLastPara="1" wrap="square" lIns="91425" tIns="45700" rIns="91425" bIns="45700" anchor="t" anchorCtr="0">
            <a:spAutoFit/>
          </a:bodyPr>
          <a:lstStyle/>
          <a:p>
            <a:pPr lvl="0" algn="just">
              <a:spcBef>
                <a:spcPts val="0"/>
              </a:spcBef>
              <a:spcAft>
                <a:spcPts val="0"/>
              </a:spcAft>
            </a:pPr>
            <a:r>
              <a:rPr lang="es-ES" sz="2400" dirty="0">
                <a:ea typeface="Calibri"/>
                <a:cs typeface="Calibri"/>
                <a:sym typeface="Calibri"/>
              </a:rPr>
              <a:t>En la figura (a) se muestra el estado de la RP </a:t>
            </a:r>
            <a:r>
              <a:rPr lang="es-ES" sz="2400" b="1" dirty="0">
                <a:ea typeface="Calibri"/>
                <a:cs typeface="Calibri"/>
                <a:sym typeface="Calibri"/>
              </a:rPr>
              <a:t>M1 = (0 0 1 1 0 0 0) </a:t>
            </a:r>
            <a:r>
              <a:rPr lang="es-ES" sz="2400" dirty="0">
                <a:ea typeface="Calibri"/>
                <a:cs typeface="Calibri"/>
                <a:sym typeface="Calibri"/>
              </a:rPr>
              <a:t>después del disparo de t1, que indica que la pieza está tomada por el brazo del robot y la máquina de procesamiento aún se encuentra disponible.</a:t>
            </a:r>
            <a:endParaRPr dirty="0"/>
          </a:p>
        </p:txBody>
      </p:sp>
      <p:sp>
        <p:nvSpPr>
          <p:cNvPr id="4" name="Google Shape;879;p27">
            <a:extLst>
              <a:ext uri="{FF2B5EF4-FFF2-40B4-BE49-F238E27FC236}">
                <a16:creationId xmlns:a16="http://schemas.microsoft.com/office/drawing/2014/main" id="{04B7A5D7-F733-11EF-CC2F-4158A198DBE3}"/>
              </a:ext>
            </a:extLst>
          </p:cNvPr>
          <p:cNvSpPr/>
          <p:nvPr/>
        </p:nvSpPr>
        <p:spPr>
          <a:xfrm>
            <a:off x="1657634" y="3198483"/>
            <a:ext cx="4558528" cy="2962468"/>
          </a:xfrm>
          <a:prstGeom prst="flowChartAlternateProcess">
            <a:avLst/>
          </a:prstGeom>
          <a:ln/>
        </p:spPr>
        <p:style>
          <a:lnRef idx="1">
            <a:schemeClr val="accent1"/>
          </a:lnRef>
          <a:fillRef idx="2">
            <a:schemeClr val="accent1"/>
          </a:fillRef>
          <a:effectRef idx="1">
            <a:schemeClr val="accent1"/>
          </a:effectRef>
          <a:fontRef idx="minor">
            <a:schemeClr val="dk1"/>
          </a:fontRef>
        </p:style>
        <p:txBody>
          <a:bodyPr spcFirstLastPara="1" wrap="square" lIns="91425" tIns="45700" rIns="91425" bIns="45700" anchor="t" anchorCtr="0">
            <a:spAutoFit/>
          </a:bodyPr>
          <a:lstStyle/>
          <a:p>
            <a:pPr lvl="0" algn="just">
              <a:spcBef>
                <a:spcPts val="0"/>
              </a:spcBef>
              <a:spcAft>
                <a:spcPts val="0"/>
              </a:spcAft>
            </a:pPr>
            <a:r>
              <a:rPr lang="es-ES" sz="2400" dirty="0">
                <a:ea typeface="Calibri"/>
                <a:cs typeface="Calibri"/>
                <a:sym typeface="Calibri"/>
              </a:rPr>
              <a:t>La figura (b) muestra el estado </a:t>
            </a:r>
            <a:r>
              <a:rPr lang="es-ES" sz="2400" b="1" dirty="0">
                <a:ea typeface="Calibri"/>
                <a:cs typeface="Calibri"/>
                <a:sym typeface="Calibri"/>
              </a:rPr>
              <a:t>M2 = (0 1 0 0 1 0 0)</a:t>
            </a:r>
            <a:r>
              <a:rPr lang="es-ES" sz="2400" dirty="0">
                <a:ea typeface="Calibri"/>
                <a:cs typeface="Calibri"/>
                <a:sym typeface="Calibri"/>
              </a:rPr>
              <a:t>, obtenido después del disparo de t2, donde el brazo de robot está ahora disponible y la máquina de procesamiento se encuentra en operación.</a:t>
            </a:r>
          </a:p>
        </p:txBody>
      </p:sp>
    </p:spTree>
    <p:extLst>
      <p:ext uri="{BB962C8B-B14F-4D97-AF65-F5344CB8AC3E}">
        <p14:creationId xmlns:p14="http://schemas.microsoft.com/office/powerpoint/2010/main" val="215171379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hidden"/>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4"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65">
          <a:extLst>
            <a:ext uri="{FF2B5EF4-FFF2-40B4-BE49-F238E27FC236}">
              <a16:creationId xmlns:a16="http://schemas.microsoft.com/office/drawing/2014/main" id="{9784035F-8529-0C75-830A-236C4B53C623}"/>
            </a:ext>
          </a:extLst>
        </p:cNvPr>
        <p:cNvGrpSpPr/>
        <p:nvPr/>
      </p:nvGrpSpPr>
      <p:grpSpPr>
        <a:xfrm>
          <a:off x="0" y="0"/>
          <a:ext cx="0" cy="0"/>
          <a:chOff x="0" y="0"/>
          <a:chExt cx="0" cy="0"/>
        </a:xfrm>
      </p:grpSpPr>
      <p:pic>
        <p:nvPicPr>
          <p:cNvPr id="2" name="Google Shape;904;p29">
            <a:extLst>
              <a:ext uri="{FF2B5EF4-FFF2-40B4-BE49-F238E27FC236}">
                <a16:creationId xmlns:a16="http://schemas.microsoft.com/office/drawing/2014/main" id="{B719548E-0BFF-5E4C-C0D3-5A8B1E4F1E00}"/>
              </a:ext>
            </a:extLst>
          </p:cNvPr>
          <p:cNvPicPr preferRelativeResize="0">
            <a:picLocks/>
          </p:cNvPicPr>
          <p:nvPr/>
        </p:nvPicPr>
        <p:blipFill rotWithShape="1">
          <a:blip r:embed="rId3">
            <a:alphaModFix/>
          </a:blip>
          <a:srcRect t="49487" b="3941"/>
          <a:stretch>
            <a:fillRect/>
          </a:stretch>
        </p:blipFill>
        <p:spPr>
          <a:xfrm>
            <a:off x="1175936" y="1773490"/>
            <a:ext cx="10258593" cy="4493582"/>
          </a:xfrm>
          <a:prstGeom prst="rect">
            <a:avLst/>
          </a:prstGeom>
          <a:noFill/>
          <a:ln>
            <a:noFill/>
          </a:ln>
        </p:spPr>
      </p:pic>
      <p:sp>
        <p:nvSpPr>
          <p:cNvPr id="166" name="Google Shape;166;p8">
            <a:extLst>
              <a:ext uri="{FF2B5EF4-FFF2-40B4-BE49-F238E27FC236}">
                <a16:creationId xmlns:a16="http://schemas.microsoft.com/office/drawing/2014/main" id="{450972C3-74F3-8730-1480-9CC8BF1DBDCD}"/>
              </a:ext>
            </a:extLst>
          </p:cNvPr>
          <p:cNvSpPr txBox="1">
            <a:spLocks noGrp="1"/>
          </p:cNvSpPr>
          <p:nvPr>
            <p:ph type="title"/>
          </p:nvPr>
        </p:nvSpPr>
        <p:spPr>
          <a:xfrm>
            <a:off x="1086866" y="1140614"/>
            <a:ext cx="10258593" cy="632876"/>
          </a:xfrm>
          <a:prstGeom prst="rect">
            <a:avLst/>
          </a:prstGeom>
          <a:noFill/>
          <a:ln>
            <a:noFill/>
          </a:ln>
        </p:spPr>
        <p:txBody>
          <a:bodyPr spcFirstLastPara="1" wrap="square" lIns="71675" tIns="35825" rIns="71675" bIns="35825" anchor="t" anchorCtr="0">
            <a:normAutofit/>
          </a:bodyPr>
          <a:lstStyle/>
          <a:p>
            <a:pPr marL="0" lvl="0" indent="0" algn="l" rtl="0">
              <a:lnSpc>
                <a:spcPct val="84000"/>
              </a:lnSpc>
              <a:spcBef>
                <a:spcPts val="0"/>
              </a:spcBef>
              <a:spcAft>
                <a:spcPts val="0"/>
              </a:spcAft>
              <a:buNone/>
            </a:pPr>
            <a:r>
              <a:rPr lang="es-ES" sz="4382" dirty="0">
                <a:solidFill>
                  <a:schemeClr val="dk1"/>
                </a:solidFill>
                <a:latin typeface="Calibri"/>
                <a:ea typeface="Calibri"/>
                <a:cs typeface="Calibri"/>
                <a:sym typeface="Calibri"/>
              </a:rPr>
              <a:t>Brazo Robot</a:t>
            </a:r>
            <a:endParaRPr sz="4382" dirty="0">
              <a:solidFill>
                <a:schemeClr val="dk1"/>
              </a:solidFill>
              <a:latin typeface="Calibri"/>
              <a:ea typeface="Calibri"/>
              <a:cs typeface="Calibri"/>
              <a:sym typeface="Calibri"/>
            </a:endParaRPr>
          </a:p>
        </p:txBody>
      </p:sp>
      <p:sp>
        <p:nvSpPr>
          <p:cNvPr id="167" name="Google Shape;167;p8">
            <a:extLst>
              <a:ext uri="{FF2B5EF4-FFF2-40B4-BE49-F238E27FC236}">
                <a16:creationId xmlns:a16="http://schemas.microsoft.com/office/drawing/2014/main" id="{610CB72E-F06C-EC6A-BB37-A93BADCCEB11}"/>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s-ES"/>
              <a:t>2026</a:t>
            </a:r>
            <a:endParaRPr/>
          </a:p>
        </p:txBody>
      </p:sp>
      <p:sp>
        <p:nvSpPr>
          <p:cNvPr id="168" name="Google Shape;168;p8">
            <a:extLst>
              <a:ext uri="{FF2B5EF4-FFF2-40B4-BE49-F238E27FC236}">
                <a16:creationId xmlns:a16="http://schemas.microsoft.com/office/drawing/2014/main" id="{3AED5297-A9FA-7312-8889-6C7735C3619D}"/>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s-ES"/>
              <a:t>INGENIERÍA DE SOFTWARE I</a:t>
            </a:r>
            <a:endParaRPr/>
          </a:p>
        </p:txBody>
      </p:sp>
      <p:sp>
        <p:nvSpPr>
          <p:cNvPr id="169" name="Google Shape;169;p8">
            <a:extLst>
              <a:ext uri="{FF2B5EF4-FFF2-40B4-BE49-F238E27FC236}">
                <a16:creationId xmlns:a16="http://schemas.microsoft.com/office/drawing/2014/main" id="{D6459A70-88EB-6319-1AC3-AA30D2E5DEEC}"/>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46</a:t>
            </a:fld>
            <a:endParaRPr/>
          </a:p>
        </p:txBody>
      </p:sp>
      <p:sp>
        <p:nvSpPr>
          <p:cNvPr id="170" name="Google Shape;170;p8">
            <a:extLst>
              <a:ext uri="{FF2B5EF4-FFF2-40B4-BE49-F238E27FC236}">
                <a16:creationId xmlns:a16="http://schemas.microsoft.com/office/drawing/2014/main" id="{9A5F7144-4CFE-D6AD-CBFC-8DA87748485B}"/>
              </a:ext>
            </a:extLst>
          </p:cNvPr>
          <p:cNvSpPr/>
          <p:nvPr/>
        </p:nvSpPr>
        <p:spPr>
          <a:xfrm>
            <a:off x="1151584" y="1886309"/>
            <a:ext cx="10129156" cy="4460410"/>
          </a:xfrm>
          <a:prstGeom prst="rect">
            <a:avLst/>
          </a:prstGeom>
          <a:noFill/>
          <a:ln>
            <a:noFill/>
          </a:ln>
        </p:spPr>
        <p:txBody>
          <a:bodyPr spcFirstLastPara="1" wrap="square" lIns="89625" tIns="44800" rIns="89625" bIns="44800" anchor="t" anchorCtr="0">
            <a:noAutofit/>
          </a:bodyPr>
          <a:lstStyle/>
          <a:p>
            <a:pPr lvl="0" algn="just">
              <a:spcBef>
                <a:spcPts val="0"/>
              </a:spcBef>
              <a:spcAft>
                <a:spcPts val="0"/>
              </a:spcAft>
              <a:buClr>
                <a:srgbClr val="C00000"/>
              </a:buClr>
              <a:buSzPts val="2789"/>
            </a:pPr>
            <a:endParaRPr lang="es-ES" sz="2800" dirty="0">
              <a:solidFill>
                <a:schemeClr val="dk1"/>
              </a:solidFill>
              <a:latin typeface="Calibri"/>
              <a:ea typeface="Calibri"/>
              <a:cs typeface="Calibri"/>
              <a:sym typeface="Calibri"/>
            </a:endParaRPr>
          </a:p>
        </p:txBody>
      </p:sp>
      <p:sp>
        <p:nvSpPr>
          <p:cNvPr id="7" name="Google Shape;879;p27">
            <a:extLst>
              <a:ext uri="{FF2B5EF4-FFF2-40B4-BE49-F238E27FC236}">
                <a16:creationId xmlns:a16="http://schemas.microsoft.com/office/drawing/2014/main" id="{E89B484B-4152-C1F2-6A49-C7C13A445767}"/>
              </a:ext>
            </a:extLst>
          </p:cNvPr>
          <p:cNvSpPr/>
          <p:nvPr/>
        </p:nvSpPr>
        <p:spPr>
          <a:xfrm>
            <a:off x="6096000" y="4015728"/>
            <a:ext cx="5985290" cy="2145223"/>
          </a:xfrm>
          <a:prstGeom prst="flowChartAlternateProcess">
            <a:avLst/>
          </a:prstGeom>
          <a:ln/>
        </p:spPr>
        <p:style>
          <a:lnRef idx="1">
            <a:schemeClr val="accent1"/>
          </a:lnRef>
          <a:fillRef idx="2">
            <a:schemeClr val="accent1"/>
          </a:fillRef>
          <a:effectRef idx="1">
            <a:schemeClr val="accent1"/>
          </a:effectRef>
          <a:fontRef idx="minor">
            <a:schemeClr val="dk1"/>
          </a:fontRef>
        </p:style>
        <p:txBody>
          <a:bodyPr spcFirstLastPara="1" wrap="square" lIns="91425" tIns="45700" rIns="91425" bIns="45700" anchor="t" anchorCtr="0">
            <a:spAutoFit/>
          </a:bodyPr>
          <a:lstStyle/>
          <a:p>
            <a:pPr lvl="0" algn="just">
              <a:spcBef>
                <a:spcPts val="0"/>
              </a:spcBef>
              <a:spcAft>
                <a:spcPts val="0"/>
              </a:spcAft>
            </a:pPr>
            <a:r>
              <a:rPr lang="es-ES" sz="2400" dirty="0">
                <a:solidFill>
                  <a:schemeClr val="tx1"/>
                </a:solidFill>
                <a:ea typeface="Calibri"/>
                <a:cs typeface="Calibri"/>
                <a:sym typeface="Calibri"/>
              </a:rPr>
              <a:t>La figura (c) muestra el estado después del disparo de t3,  </a:t>
            </a:r>
            <a:r>
              <a:rPr lang="es-ES" sz="2400" b="1" dirty="0">
                <a:solidFill>
                  <a:schemeClr val="tx1"/>
                </a:solidFill>
                <a:ea typeface="Calibri"/>
                <a:cs typeface="Calibri"/>
                <a:sym typeface="Calibri"/>
              </a:rPr>
              <a:t>M3 = (0 0 0 1 0 1 0)</a:t>
            </a:r>
            <a:r>
              <a:rPr lang="es-ES" sz="2400" dirty="0">
                <a:solidFill>
                  <a:schemeClr val="tx1"/>
                </a:solidFill>
                <a:ea typeface="Calibri"/>
                <a:cs typeface="Calibri"/>
                <a:sym typeface="Calibri"/>
              </a:rPr>
              <a:t>, donde el brazo de robot ha tomado la pieza de la máquina de procesamiento y ésta se encuentra disponible. </a:t>
            </a:r>
          </a:p>
        </p:txBody>
      </p:sp>
      <p:sp>
        <p:nvSpPr>
          <p:cNvPr id="4" name="Google Shape;879;p27">
            <a:extLst>
              <a:ext uri="{FF2B5EF4-FFF2-40B4-BE49-F238E27FC236}">
                <a16:creationId xmlns:a16="http://schemas.microsoft.com/office/drawing/2014/main" id="{4842EE3D-086D-1F39-2946-6257C0B2084F}"/>
              </a:ext>
            </a:extLst>
          </p:cNvPr>
          <p:cNvSpPr/>
          <p:nvPr/>
        </p:nvSpPr>
        <p:spPr>
          <a:xfrm>
            <a:off x="110710" y="3198483"/>
            <a:ext cx="6274592" cy="2553846"/>
          </a:xfrm>
          <a:prstGeom prst="flowChartAlternateProcess">
            <a:avLst/>
          </a:prstGeom>
          <a:ln/>
        </p:spPr>
        <p:style>
          <a:lnRef idx="1">
            <a:schemeClr val="accent1"/>
          </a:lnRef>
          <a:fillRef idx="2">
            <a:schemeClr val="accent1"/>
          </a:fillRef>
          <a:effectRef idx="1">
            <a:schemeClr val="accent1"/>
          </a:effectRef>
          <a:fontRef idx="minor">
            <a:schemeClr val="dk1"/>
          </a:fontRef>
        </p:style>
        <p:txBody>
          <a:bodyPr spcFirstLastPara="1" wrap="square" lIns="91425" tIns="45700" rIns="91425" bIns="45700" anchor="t" anchorCtr="0">
            <a:spAutoFit/>
          </a:bodyPr>
          <a:lstStyle/>
          <a:p>
            <a:pPr lvl="0" algn="just">
              <a:spcBef>
                <a:spcPts val="0"/>
              </a:spcBef>
              <a:spcAft>
                <a:spcPts val="0"/>
              </a:spcAft>
            </a:pPr>
            <a:r>
              <a:rPr lang="es-ES" sz="2400" dirty="0">
                <a:ea typeface="Calibri"/>
                <a:cs typeface="Calibri"/>
                <a:sym typeface="Calibri"/>
              </a:rPr>
              <a:t>La figura (d) muestra el estado del sistema con el marcado </a:t>
            </a:r>
            <a:r>
              <a:rPr lang="es-ES" sz="2400" b="1" dirty="0">
                <a:ea typeface="Calibri"/>
                <a:cs typeface="Calibri"/>
                <a:sym typeface="Calibri"/>
              </a:rPr>
              <a:t>M4 = (0 1 0 1 0 0 1)</a:t>
            </a:r>
            <a:r>
              <a:rPr lang="es-ES" sz="2400" dirty="0">
                <a:ea typeface="Calibri"/>
                <a:cs typeface="Calibri"/>
                <a:sym typeface="Calibri"/>
              </a:rPr>
              <a:t>, después del disparo de la transición t4, donde la pieza ha sido colocada en la banda de salida, y tanto el brazo de robot como la máquina de procesamiento se encuentran disponibles.</a:t>
            </a:r>
          </a:p>
        </p:txBody>
      </p:sp>
      <p:sp>
        <p:nvSpPr>
          <p:cNvPr id="5" name="Google Shape;879;p27">
            <a:extLst>
              <a:ext uri="{FF2B5EF4-FFF2-40B4-BE49-F238E27FC236}">
                <a16:creationId xmlns:a16="http://schemas.microsoft.com/office/drawing/2014/main" id="{9726C478-4B62-8025-4165-D6A27EB64A1B}"/>
              </a:ext>
            </a:extLst>
          </p:cNvPr>
          <p:cNvSpPr/>
          <p:nvPr/>
        </p:nvSpPr>
        <p:spPr>
          <a:xfrm>
            <a:off x="1469417" y="5354414"/>
            <a:ext cx="9493489" cy="919356"/>
          </a:xfrm>
          <a:prstGeom prst="flowChartAlternateProcess">
            <a:avLst/>
          </a:prstGeom>
          <a:ln/>
        </p:spPr>
        <p:style>
          <a:lnRef idx="1">
            <a:schemeClr val="accent1"/>
          </a:lnRef>
          <a:fillRef idx="2">
            <a:schemeClr val="accent1"/>
          </a:fillRef>
          <a:effectRef idx="1">
            <a:schemeClr val="accent1"/>
          </a:effectRef>
          <a:fontRef idx="minor">
            <a:schemeClr val="dk1"/>
          </a:fontRef>
        </p:style>
        <p:txBody>
          <a:bodyPr spcFirstLastPara="1" wrap="square" lIns="91425" tIns="45700" rIns="91425" bIns="45700" anchor="t" anchorCtr="0">
            <a:spAutoFit/>
          </a:bodyPr>
          <a:lstStyle/>
          <a:p>
            <a:pPr lvl="0" algn="just">
              <a:spcBef>
                <a:spcPts val="0"/>
              </a:spcBef>
              <a:spcAft>
                <a:spcPts val="0"/>
              </a:spcAft>
            </a:pPr>
            <a:r>
              <a:rPr lang="es-ES" sz="2400" dirty="0">
                <a:solidFill>
                  <a:schemeClr val="tx1"/>
                </a:solidFill>
                <a:ea typeface="Calibri"/>
                <a:cs typeface="Calibri"/>
                <a:sym typeface="Calibri"/>
              </a:rPr>
              <a:t>A partir del marcado M4 se habilita la transición t5, cuyo disparo generaría el marcado M0, el cual corresponde al estado inicial del sistema.</a:t>
            </a:r>
            <a:endParaRPr lang="es-ES" sz="2400" dirty="0">
              <a:solidFill>
                <a:schemeClr val="tx1"/>
              </a:solidFill>
            </a:endParaRPr>
          </a:p>
        </p:txBody>
      </p:sp>
    </p:spTree>
    <p:extLst>
      <p:ext uri="{BB962C8B-B14F-4D97-AF65-F5344CB8AC3E}">
        <p14:creationId xmlns:p14="http://schemas.microsoft.com/office/powerpoint/2010/main" val="275766935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hidden"/>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xit" presetSubtype="0" fill="hold" grpId="1" nodeType="withEffect">
                                  <p:stCondLst>
                                    <p:cond delay="0"/>
                                  </p:stCondLst>
                                  <p:childTnLst>
                                    <p:set>
                                      <p:cBhvr>
                                        <p:cTn id="14"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4" grpId="0" animBg="1"/>
      <p:bldP spid="4" grpId="1" animBg="1"/>
      <p:bldP spid="5"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65">
          <a:extLst>
            <a:ext uri="{FF2B5EF4-FFF2-40B4-BE49-F238E27FC236}">
              <a16:creationId xmlns:a16="http://schemas.microsoft.com/office/drawing/2014/main" id="{703E403A-AA4D-AF00-BAAA-93E2E5611264}"/>
            </a:ext>
          </a:extLst>
        </p:cNvPr>
        <p:cNvGrpSpPr/>
        <p:nvPr/>
      </p:nvGrpSpPr>
      <p:grpSpPr>
        <a:xfrm>
          <a:off x="0" y="0"/>
          <a:ext cx="0" cy="0"/>
          <a:chOff x="0" y="0"/>
          <a:chExt cx="0" cy="0"/>
        </a:xfrm>
      </p:grpSpPr>
      <p:sp>
        <p:nvSpPr>
          <p:cNvPr id="166" name="Google Shape;166;p8">
            <a:extLst>
              <a:ext uri="{FF2B5EF4-FFF2-40B4-BE49-F238E27FC236}">
                <a16:creationId xmlns:a16="http://schemas.microsoft.com/office/drawing/2014/main" id="{07A7A40B-E0D9-0279-0264-5F4A5E7F6289}"/>
              </a:ext>
            </a:extLst>
          </p:cNvPr>
          <p:cNvSpPr txBox="1">
            <a:spLocks noGrp="1"/>
          </p:cNvSpPr>
          <p:nvPr>
            <p:ph type="title"/>
          </p:nvPr>
        </p:nvSpPr>
        <p:spPr>
          <a:xfrm>
            <a:off x="1086866" y="1140614"/>
            <a:ext cx="10258593" cy="632876"/>
          </a:xfrm>
          <a:prstGeom prst="rect">
            <a:avLst/>
          </a:prstGeom>
          <a:noFill/>
          <a:ln>
            <a:noFill/>
          </a:ln>
        </p:spPr>
        <p:txBody>
          <a:bodyPr spcFirstLastPara="1" wrap="square" lIns="71675" tIns="35825" rIns="71675" bIns="35825" anchor="t" anchorCtr="0">
            <a:normAutofit/>
          </a:bodyPr>
          <a:lstStyle/>
          <a:p>
            <a:pPr marL="0" lvl="0" indent="0" algn="l" rtl="0">
              <a:lnSpc>
                <a:spcPct val="84000"/>
              </a:lnSpc>
              <a:spcBef>
                <a:spcPts val="0"/>
              </a:spcBef>
              <a:spcAft>
                <a:spcPts val="0"/>
              </a:spcAft>
              <a:buNone/>
            </a:pPr>
            <a:r>
              <a:rPr lang="es-ES" sz="4382" dirty="0">
                <a:solidFill>
                  <a:schemeClr val="dk1"/>
                </a:solidFill>
                <a:latin typeface="Calibri"/>
                <a:ea typeface="Calibri"/>
                <a:cs typeface="Calibri"/>
                <a:sym typeface="Calibri"/>
              </a:rPr>
              <a:t>Ejercicio para resolver paso a paso</a:t>
            </a:r>
            <a:endParaRPr sz="4382" dirty="0">
              <a:solidFill>
                <a:schemeClr val="dk1"/>
              </a:solidFill>
              <a:latin typeface="Calibri"/>
              <a:ea typeface="Calibri"/>
              <a:cs typeface="Calibri"/>
              <a:sym typeface="Calibri"/>
            </a:endParaRPr>
          </a:p>
        </p:txBody>
      </p:sp>
      <p:sp>
        <p:nvSpPr>
          <p:cNvPr id="167" name="Google Shape;167;p8">
            <a:extLst>
              <a:ext uri="{FF2B5EF4-FFF2-40B4-BE49-F238E27FC236}">
                <a16:creationId xmlns:a16="http://schemas.microsoft.com/office/drawing/2014/main" id="{A78881AE-F43C-5B81-B680-45DE62859E59}"/>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s-ES"/>
              <a:t>2026</a:t>
            </a:r>
            <a:endParaRPr/>
          </a:p>
        </p:txBody>
      </p:sp>
      <p:sp>
        <p:nvSpPr>
          <p:cNvPr id="168" name="Google Shape;168;p8">
            <a:extLst>
              <a:ext uri="{FF2B5EF4-FFF2-40B4-BE49-F238E27FC236}">
                <a16:creationId xmlns:a16="http://schemas.microsoft.com/office/drawing/2014/main" id="{CBAE7EFD-C0D8-EFF1-3D01-86494AD9E0B8}"/>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s-ES"/>
              <a:t>INGENIERÍA DE SOFTWARE I</a:t>
            </a:r>
            <a:endParaRPr/>
          </a:p>
        </p:txBody>
      </p:sp>
      <p:sp>
        <p:nvSpPr>
          <p:cNvPr id="169" name="Google Shape;169;p8">
            <a:extLst>
              <a:ext uri="{FF2B5EF4-FFF2-40B4-BE49-F238E27FC236}">
                <a16:creationId xmlns:a16="http://schemas.microsoft.com/office/drawing/2014/main" id="{E827CE17-4B92-CBA6-23CB-BC10D4976275}"/>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47</a:t>
            </a:fld>
            <a:endParaRPr/>
          </a:p>
        </p:txBody>
      </p:sp>
      <p:sp>
        <p:nvSpPr>
          <p:cNvPr id="170" name="Google Shape;170;p8">
            <a:extLst>
              <a:ext uri="{FF2B5EF4-FFF2-40B4-BE49-F238E27FC236}">
                <a16:creationId xmlns:a16="http://schemas.microsoft.com/office/drawing/2014/main" id="{1A7A036A-EA62-1A76-0C99-9A72CFDD90EC}"/>
              </a:ext>
            </a:extLst>
          </p:cNvPr>
          <p:cNvSpPr/>
          <p:nvPr/>
        </p:nvSpPr>
        <p:spPr>
          <a:xfrm>
            <a:off x="1151584" y="1886309"/>
            <a:ext cx="10129156" cy="4460410"/>
          </a:xfrm>
          <a:prstGeom prst="rect">
            <a:avLst/>
          </a:prstGeom>
          <a:noFill/>
          <a:ln>
            <a:noFill/>
          </a:ln>
        </p:spPr>
        <p:txBody>
          <a:bodyPr spcFirstLastPara="1" wrap="square" lIns="89625" tIns="44800" rIns="89625" bIns="44800" anchor="t" anchorCtr="0">
            <a:noAutofit/>
          </a:bodyPr>
          <a:lstStyle/>
          <a:p>
            <a:pPr lvl="0" algn="just">
              <a:spcBef>
                <a:spcPts val="0"/>
              </a:spcBef>
              <a:spcAft>
                <a:spcPts val="0"/>
              </a:spcAft>
              <a:buClr>
                <a:srgbClr val="C00000"/>
              </a:buClr>
              <a:buSzPts val="2789"/>
            </a:pPr>
            <a:endParaRPr lang="es-ES" sz="2800" dirty="0">
              <a:solidFill>
                <a:schemeClr val="dk1"/>
              </a:solidFill>
              <a:latin typeface="Calibri"/>
              <a:ea typeface="Calibri"/>
              <a:cs typeface="Calibri"/>
              <a:sym typeface="Calibri"/>
            </a:endParaRPr>
          </a:p>
        </p:txBody>
      </p:sp>
      <p:sp>
        <p:nvSpPr>
          <p:cNvPr id="22" name="Google Shape;170;p8">
            <a:extLst>
              <a:ext uri="{FF2B5EF4-FFF2-40B4-BE49-F238E27FC236}">
                <a16:creationId xmlns:a16="http://schemas.microsoft.com/office/drawing/2014/main" id="{5F8E0AEE-FFB5-2BDE-A831-340277314E82}"/>
              </a:ext>
            </a:extLst>
          </p:cNvPr>
          <p:cNvSpPr/>
          <p:nvPr/>
        </p:nvSpPr>
        <p:spPr>
          <a:xfrm>
            <a:off x="1096963" y="1886309"/>
            <a:ext cx="10129156" cy="4460410"/>
          </a:xfrm>
          <a:prstGeom prst="rect">
            <a:avLst/>
          </a:prstGeom>
          <a:noFill/>
          <a:ln>
            <a:noFill/>
          </a:ln>
        </p:spPr>
        <p:txBody>
          <a:bodyPr spcFirstLastPara="1" wrap="square" lIns="89625" tIns="44800" rIns="89625" bIns="44800" anchor="t" anchorCtr="0">
            <a:noAutofit/>
          </a:bodyPr>
          <a:lstStyle/>
          <a:p>
            <a:pPr marL="447466" lvl="0" indent="-447466" algn="just">
              <a:spcBef>
                <a:spcPts val="0"/>
              </a:spcBef>
              <a:spcAft>
                <a:spcPts val="300"/>
              </a:spcAft>
              <a:buClr>
                <a:srgbClr val="C00000"/>
              </a:buClr>
              <a:buSzPts val="2789"/>
              <a:buFont typeface="Noto Sans Symbols"/>
              <a:buChar char="❖"/>
            </a:pPr>
            <a:r>
              <a:rPr lang="es-ES" sz="2800" dirty="0">
                <a:solidFill>
                  <a:schemeClr val="dk1"/>
                </a:solidFill>
                <a:latin typeface="Calibri"/>
                <a:ea typeface="Calibri"/>
                <a:cs typeface="Calibri"/>
                <a:sym typeface="Calibri"/>
              </a:rPr>
              <a:t>Los </a:t>
            </a:r>
            <a:r>
              <a:rPr lang="es-ES" sz="2800" dirty="0">
                <a:solidFill>
                  <a:srgbClr val="C00000"/>
                </a:solidFill>
                <a:latin typeface="Calibri"/>
                <a:ea typeface="Calibri"/>
                <a:cs typeface="Calibri"/>
                <a:sym typeface="Calibri"/>
              </a:rPr>
              <a:t>autos</a:t>
            </a:r>
            <a:r>
              <a:rPr lang="es-ES" sz="2800" dirty="0">
                <a:solidFill>
                  <a:schemeClr val="dk1"/>
                </a:solidFill>
                <a:latin typeface="Calibri"/>
                <a:ea typeface="Calibri"/>
                <a:cs typeface="Calibri"/>
                <a:sym typeface="Calibri"/>
              </a:rPr>
              <a:t> llegan a una estación de servicios para cargar combustible. La estación sólo posee </a:t>
            </a:r>
            <a:r>
              <a:rPr lang="es-ES" sz="2800" dirty="0">
                <a:solidFill>
                  <a:srgbClr val="C00000"/>
                </a:solidFill>
                <a:latin typeface="Calibri"/>
                <a:ea typeface="Calibri"/>
                <a:cs typeface="Calibri"/>
                <a:sym typeface="Calibri"/>
              </a:rPr>
              <a:t>lugar de espera </a:t>
            </a:r>
            <a:r>
              <a:rPr lang="es-ES" sz="2800" dirty="0">
                <a:solidFill>
                  <a:schemeClr val="dk1"/>
                </a:solidFill>
                <a:latin typeface="Calibri"/>
                <a:ea typeface="Calibri"/>
                <a:cs typeface="Calibri"/>
                <a:sym typeface="Calibri"/>
              </a:rPr>
              <a:t>para cinco autos. De no haber lugar quedará </a:t>
            </a:r>
            <a:r>
              <a:rPr lang="es-ES" sz="2800" dirty="0">
                <a:solidFill>
                  <a:srgbClr val="C00000"/>
                </a:solidFill>
                <a:latin typeface="Calibri"/>
                <a:ea typeface="Calibri"/>
                <a:cs typeface="Calibri"/>
                <a:sym typeface="Calibri"/>
              </a:rPr>
              <a:t>esperando fuera </a:t>
            </a:r>
            <a:r>
              <a:rPr lang="es-ES" sz="2800" dirty="0">
                <a:solidFill>
                  <a:schemeClr val="dk1"/>
                </a:solidFill>
                <a:latin typeface="Calibri"/>
                <a:ea typeface="Calibri"/>
                <a:cs typeface="Calibri"/>
                <a:sym typeface="Calibri"/>
              </a:rPr>
              <a:t>de la estación, hasta que se libere un lugar y pasará a esperar adentro. La estación tiene tres </a:t>
            </a:r>
            <a:r>
              <a:rPr lang="es-ES" sz="2800" dirty="0">
                <a:solidFill>
                  <a:srgbClr val="C00000"/>
                </a:solidFill>
                <a:latin typeface="Calibri"/>
                <a:ea typeface="Calibri"/>
                <a:cs typeface="Calibri"/>
                <a:sym typeface="Calibri"/>
              </a:rPr>
              <a:t>surtidores</a:t>
            </a:r>
            <a:r>
              <a:rPr lang="es-ES" sz="2800" dirty="0">
                <a:solidFill>
                  <a:schemeClr val="dk1"/>
                </a:solidFill>
                <a:latin typeface="Calibri"/>
                <a:ea typeface="Calibri"/>
                <a:cs typeface="Calibri"/>
                <a:sym typeface="Calibri"/>
              </a:rPr>
              <a:t>. Cada surtidor atiende de un auto a la vez. Una vez finalizada la carga, los autos </a:t>
            </a:r>
            <a:r>
              <a:rPr lang="es-ES" sz="2800" dirty="0">
                <a:solidFill>
                  <a:srgbClr val="C00000"/>
                </a:solidFill>
                <a:latin typeface="Calibri"/>
                <a:ea typeface="Calibri"/>
                <a:cs typeface="Calibri"/>
                <a:sym typeface="Calibri"/>
              </a:rPr>
              <a:t>pasan a esperar que se libere</a:t>
            </a:r>
            <a:r>
              <a:rPr lang="es-ES" sz="2800" dirty="0">
                <a:solidFill>
                  <a:schemeClr val="dk1"/>
                </a:solidFill>
                <a:latin typeface="Calibri"/>
                <a:ea typeface="Calibri"/>
                <a:cs typeface="Calibri"/>
                <a:sym typeface="Calibri"/>
              </a:rPr>
              <a:t> una de las </a:t>
            </a:r>
            <a:r>
              <a:rPr lang="es-ES" sz="2800" dirty="0">
                <a:solidFill>
                  <a:srgbClr val="C00000"/>
                </a:solidFill>
                <a:latin typeface="Calibri"/>
                <a:ea typeface="Calibri"/>
                <a:cs typeface="Calibri"/>
                <a:sym typeface="Calibri"/>
              </a:rPr>
              <a:t>dos cajas</a:t>
            </a:r>
            <a:r>
              <a:rPr lang="es-ES" sz="2800" dirty="0">
                <a:solidFill>
                  <a:schemeClr val="dk1"/>
                </a:solidFill>
                <a:latin typeface="Calibri"/>
                <a:ea typeface="Calibri"/>
                <a:cs typeface="Calibri"/>
                <a:sym typeface="Calibri"/>
              </a:rPr>
              <a:t>. Las cajas atienden de un auto a la vez. Una vez que ha realizado el pago, el auto se retira.</a:t>
            </a:r>
          </a:p>
          <a:p>
            <a:pPr lvl="0" algn="just">
              <a:spcBef>
                <a:spcPts val="0"/>
              </a:spcBef>
              <a:spcAft>
                <a:spcPts val="300"/>
              </a:spcAft>
              <a:buClr>
                <a:srgbClr val="C00000"/>
              </a:buClr>
              <a:buSzPts val="2789"/>
            </a:pPr>
            <a:endParaRPr lang="es-ES" sz="28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88204793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65">
          <a:extLst>
            <a:ext uri="{FF2B5EF4-FFF2-40B4-BE49-F238E27FC236}">
              <a16:creationId xmlns:a16="http://schemas.microsoft.com/office/drawing/2014/main" id="{9BDDD2A1-7B17-9F25-97B0-D9311FED21FD}"/>
            </a:ext>
          </a:extLst>
        </p:cNvPr>
        <p:cNvGrpSpPr/>
        <p:nvPr/>
      </p:nvGrpSpPr>
      <p:grpSpPr>
        <a:xfrm>
          <a:off x="0" y="0"/>
          <a:ext cx="0" cy="0"/>
          <a:chOff x="0" y="0"/>
          <a:chExt cx="0" cy="0"/>
        </a:xfrm>
      </p:grpSpPr>
      <p:sp>
        <p:nvSpPr>
          <p:cNvPr id="167" name="Google Shape;167;p8">
            <a:extLst>
              <a:ext uri="{FF2B5EF4-FFF2-40B4-BE49-F238E27FC236}">
                <a16:creationId xmlns:a16="http://schemas.microsoft.com/office/drawing/2014/main" id="{830F2147-272B-A354-50CA-9CFBD8B6246E}"/>
              </a:ext>
            </a:extLst>
          </p:cNvPr>
          <p:cNvSpPr txBox="1">
            <a:spLocks noGrp="1"/>
          </p:cNvSpPr>
          <p:nvPr>
            <p:ph type="dt" sz="half" idx="10"/>
          </p:nvPr>
        </p:nvSpPr>
        <p:spPr>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s-ES"/>
              <a:t>2026</a:t>
            </a:r>
            <a:endParaRPr/>
          </a:p>
        </p:txBody>
      </p:sp>
      <p:sp>
        <p:nvSpPr>
          <p:cNvPr id="168" name="Google Shape;168;p8">
            <a:extLst>
              <a:ext uri="{FF2B5EF4-FFF2-40B4-BE49-F238E27FC236}">
                <a16:creationId xmlns:a16="http://schemas.microsoft.com/office/drawing/2014/main" id="{4FEB8441-534A-EE6E-1885-A19A12169A33}"/>
              </a:ext>
            </a:extLst>
          </p:cNvPr>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s-ES"/>
              <a:t>INGENIERÍA DE SOFTWARE I</a:t>
            </a:r>
            <a:endParaRPr/>
          </a:p>
        </p:txBody>
      </p:sp>
      <p:sp>
        <p:nvSpPr>
          <p:cNvPr id="169" name="Google Shape;169;p8">
            <a:extLst>
              <a:ext uri="{FF2B5EF4-FFF2-40B4-BE49-F238E27FC236}">
                <a16:creationId xmlns:a16="http://schemas.microsoft.com/office/drawing/2014/main" id="{A2C55811-3942-1C33-563E-33B3B0A7998F}"/>
              </a:ext>
            </a:extLst>
          </p:cNvPr>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48</a:t>
            </a:fld>
            <a:endParaRPr/>
          </a:p>
        </p:txBody>
      </p:sp>
      <p:sp>
        <p:nvSpPr>
          <p:cNvPr id="170" name="Google Shape;170;p8">
            <a:extLst>
              <a:ext uri="{FF2B5EF4-FFF2-40B4-BE49-F238E27FC236}">
                <a16:creationId xmlns:a16="http://schemas.microsoft.com/office/drawing/2014/main" id="{75DD6498-0AC7-E76B-CE1F-537ECCC8C8A2}"/>
              </a:ext>
            </a:extLst>
          </p:cNvPr>
          <p:cNvSpPr/>
          <p:nvPr/>
        </p:nvSpPr>
        <p:spPr>
          <a:xfrm>
            <a:off x="1151584" y="1886309"/>
            <a:ext cx="10129156" cy="4460410"/>
          </a:xfrm>
          <a:prstGeom prst="rect">
            <a:avLst/>
          </a:prstGeom>
          <a:noFill/>
          <a:ln>
            <a:noFill/>
          </a:ln>
        </p:spPr>
        <p:txBody>
          <a:bodyPr spcFirstLastPara="1" wrap="square" lIns="89625" tIns="44800" rIns="89625" bIns="44800" anchor="t" anchorCtr="0">
            <a:noAutofit/>
          </a:bodyPr>
          <a:lstStyle/>
          <a:p>
            <a:pPr lvl="0" algn="just">
              <a:spcBef>
                <a:spcPts val="0"/>
              </a:spcBef>
              <a:spcAft>
                <a:spcPts val="0"/>
              </a:spcAft>
              <a:buClr>
                <a:srgbClr val="C00000"/>
              </a:buClr>
              <a:buSzPts val="2789"/>
            </a:pPr>
            <a:endParaRPr lang="es-ES" sz="2800" dirty="0">
              <a:solidFill>
                <a:schemeClr val="dk1"/>
              </a:solidFill>
              <a:latin typeface="Calibri"/>
              <a:ea typeface="Calibri"/>
              <a:cs typeface="Calibri"/>
              <a:sym typeface="Calibri"/>
            </a:endParaRPr>
          </a:p>
        </p:txBody>
      </p:sp>
      <p:pic>
        <p:nvPicPr>
          <p:cNvPr id="5" name="Google Shape;926;p31" descr="https://pixabay.com/static/uploads/photo/2012/04/28/18/23/gas-43874_960_720.png">
            <a:extLst>
              <a:ext uri="{FF2B5EF4-FFF2-40B4-BE49-F238E27FC236}">
                <a16:creationId xmlns:a16="http://schemas.microsoft.com/office/drawing/2014/main" id="{A3161CF6-F2EF-DC75-357E-684B71FBB782}"/>
              </a:ext>
            </a:extLst>
          </p:cNvPr>
          <p:cNvPicPr preferRelativeResize="0"/>
          <p:nvPr/>
        </p:nvPicPr>
        <p:blipFill rotWithShape="1">
          <a:blip r:embed="rId3">
            <a:alphaModFix/>
          </a:blip>
          <a:srcRect/>
          <a:stretch/>
        </p:blipFill>
        <p:spPr>
          <a:xfrm>
            <a:off x="4805588" y="1556792"/>
            <a:ext cx="792088" cy="792088"/>
          </a:xfrm>
          <a:prstGeom prst="rect">
            <a:avLst/>
          </a:prstGeom>
          <a:noFill/>
          <a:ln>
            <a:noFill/>
          </a:ln>
        </p:spPr>
      </p:pic>
      <p:pic>
        <p:nvPicPr>
          <p:cNvPr id="7" name="Google Shape;927;p31" descr="https://pixabay.com/static/uploads/photo/2012/04/28/18/23/gas-43874_960_720.png">
            <a:extLst>
              <a:ext uri="{FF2B5EF4-FFF2-40B4-BE49-F238E27FC236}">
                <a16:creationId xmlns:a16="http://schemas.microsoft.com/office/drawing/2014/main" id="{C2594407-D99B-D2F1-A16C-EE065CED38D0}"/>
              </a:ext>
            </a:extLst>
          </p:cNvPr>
          <p:cNvPicPr preferRelativeResize="0"/>
          <p:nvPr/>
        </p:nvPicPr>
        <p:blipFill rotWithShape="1">
          <a:blip r:embed="rId3">
            <a:alphaModFix/>
          </a:blip>
          <a:srcRect/>
          <a:stretch/>
        </p:blipFill>
        <p:spPr>
          <a:xfrm>
            <a:off x="4805588" y="3029904"/>
            <a:ext cx="792088" cy="792088"/>
          </a:xfrm>
          <a:prstGeom prst="rect">
            <a:avLst/>
          </a:prstGeom>
          <a:noFill/>
          <a:ln>
            <a:noFill/>
          </a:ln>
        </p:spPr>
      </p:pic>
      <p:pic>
        <p:nvPicPr>
          <p:cNvPr id="9" name="Google Shape;928;p31" descr="https://pixabay.com/static/uploads/photo/2012/04/28/18/23/gas-43874_960_720.png">
            <a:extLst>
              <a:ext uri="{FF2B5EF4-FFF2-40B4-BE49-F238E27FC236}">
                <a16:creationId xmlns:a16="http://schemas.microsoft.com/office/drawing/2014/main" id="{F2357AF9-8D9E-B420-26E1-6258A3DF36A9}"/>
              </a:ext>
            </a:extLst>
          </p:cNvPr>
          <p:cNvPicPr preferRelativeResize="0"/>
          <p:nvPr/>
        </p:nvPicPr>
        <p:blipFill rotWithShape="1">
          <a:blip r:embed="rId3">
            <a:alphaModFix/>
          </a:blip>
          <a:srcRect/>
          <a:stretch/>
        </p:blipFill>
        <p:spPr>
          <a:xfrm>
            <a:off x="4805588" y="4558637"/>
            <a:ext cx="792088" cy="792088"/>
          </a:xfrm>
          <a:prstGeom prst="rect">
            <a:avLst/>
          </a:prstGeom>
          <a:noFill/>
          <a:ln>
            <a:noFill/>
          </a:ln>
        </p:spPr>
      </p:pic>
      <p:sp>
        <p:nvSpPr>
          <p:cNvPr id="11" name="Google Shape;929;p31" descr="Resultado de imagen para simbolo de caja">
            <a:extLst>
              <a:ext uri="{FF2B5EF4-FFF2-40B4-BE49-F238E27FC236}">
                <a16:creationId xmlns:a16="http://schemas.microsoft.com/office/drawing/2014/main" id="{353CBCF3-0A88-F0FD-3762-9801F68B1630}"/>
              </a:ext>
            </a:extLst>
          </p:cNvPr>
          <p:cNvSpPr/>
          <p:nvPr/>
        </p:nvSpPr>
        <p:spPr>
          <a:xfrm>
            <a:off x="1127447" y="1800435"/>
            <a:ext cx="2564661" cy="2564669"/>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13" name="Google Shape;930;p31" descr="http://image.shutterstock.com/display_pic_with_logo/169/169,1184230450,18/stock-vector-cash-register-machine-symbol-3815086.jpg">
            <a:extLst>
              <a:ext uri="{FF2B5EF4-FFF2-40B4-BE49-F238E27FC236}">
                <a16:creationId xmlns:a16="http://schemas.microsoft.com/office/drawing/2014/main" id="{6289084D-E12F-ACED-D7CE-728823693A6A}"/>
              </a:ext>
            </a:extLst>
          </p:cNvPr>
          <p:cNvPicPr preferRelativeResize="0"/>
          <p:nvPr/>
        </p:nvPicPr>
        <p:blipFill rotWithShape="1">
          <a:blip r:embed="rId4">
            <a:alphaModFix/>
          </a:blip>
          <a:srcRect/>
          <a:stretch/>
        </p:blipFill>
        <p:spPr>
          <a:xfrm>
            <a:off x="8967876" y="1591523"/>
            <a:ext cx="896054" cy="935879"/>
          </a:xfrm>
          <a:prstGeom prst="rect">
            <a:avLst/>
          </a:prstGeom>
          <a:noFill/>
          <a:ln>
            <a:noFill/>
          </a:ln>
        </p:spPr>
      </p:pic>
      <p:sp>
        <p:nvSpPr>
          <p:cNvPr id="15" name="Google Shape;931;p31">
            <a:extLst>
              <a:ext uri="{FF2B5EF4-FFF2-40B4-BE49-F238E27FC236}">
                <a16:creationId xmlns:a16="http://schemas.microsoft.com/office/drawing/2014/main" id="{012A724B-32D1-2650-F0AB-D92E66B08AFB}"/>
              </a:ext>
            </a:extLst>
          </p:cNvPr>
          <p:cNvSpPr/>
          <p:nvPr/>
        </p:nvSpPr>
        <p:spPr>
          <a:xfrm>
            <a:off x="3116996" y="2254767"/>
            <a:ext cx="242700" cy="2758409"/>
          </a:xfrm>
          <a:prstGeom prst="rightBrace">
            <a:avLst>
              <a:gd name="adj1" fmla="val 8333"/>
              <a:gd name="adj2" fmla="val 50000"/>
            </a:avLst>
          </a:prstGeom>
          <a:no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7" name="Google Shape;932;p31">
            <a:extLst>
              <a:ext uri="{FF2B5EF4-FFF2-40B4-BE49-F238E27FC236}">
                <a16:creationId xmlns:a16="http://schemas.microsoft.com/office/drawing/2014/main" id="{32C13CD8-D294-B919-AB04-F8AEF30BBBCF}"/>
              </a:ext>
            </a:extLst>
          </p:cNvPr>
          <p:cNvSpPr/>
          <p:nvPr/>
        </p:nvSpPr>
        <p:spPr>
          <a:xfrm>
            <a:off x="7148094" y="2527402"/>
            <a:ext cx="219369" cy="2125733"/>
          </a:xfrm>
          <a:prstGeom prst="leftBrace">
            <a:avLst>
              <a:gd name="adj1" fmla="val 8333"/>
              <a:gd name="adj2" fmla="val 50000"/>
            </a:avLst>
          </a:prstGeom>
          <a:no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9" name="Google Shape;933;p31">
            <a:extLst>
              <a:ext uri="{FF2B5EF4-FFF2-40B4-BE49-F238E27FC236}">
                <a16:creationId xmlns:a16="http://schemas.microsoft.com/office/drawing/2014/main" id="{63D9087E-751E-42DB-95C2-63FA8087DAF2}"/>
              </a:ext>
            </a:extLst>
          </p:cNvPr>
          <p:cNvSpPr/>
          <p:nvPr/>
        </p:nvSpPr>
        <p:spPr>
          <a:xfrm>
            <a:off x="8226008" y="2473772"/>
            <a:ext cx="137588" cy="2179364"/>
          </a:xfrm>
          <a:prstGeom prst="rightBrace">
            <a:avLst>
              <a:gd name="adj1" fmla="val 8333"/>
              <a:gd name="adj2" fmla="val 50000"/>
            </a:avLst>
          </a:prstGeom>
          <a:no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1" name="Google Shape;934;p31">
            <a:extLst>
              <a:ext uri="{FF2B5EF4-FFF2-40B4-BE49-F238E27FC236}">
                <a16:creationId xmlns:a16="http://schemas.microsoft.com/office/drawing/2014/main" id="{31561D45-527C-65B8-2B50-1DEF99E6077F}"/>
              </a:ext>
            </a:extLst>
          </p:cNvPr>
          <p:cNvSpPr/>
          <p:nvPr/>
        </p:nvSpPr>
        <p:spPr>
          <a:xfrm>
            <a:off x="1847528" y="2254767"/>
            <a:ext cx="144016" cy="2667317"/>
          </a:xfrm>
          <a:prstGeom prst="leftBrace">
            <a:avLst>
              <a:gd name="adj1" fmla="val 8333"/>
              <a:gd name="adj2" fmla="val 50000"/>
            </a:avLst>
          </a:prstGeom>
          <a:no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pic>
        <p:nvPicPr>
          <p:cNvPr id="24" name="Google Shape;935;p31" descr="https://pixabay.com/static/uploads/photo/2012/04/24/11/54/car-39596_640.png">
            <a:extLst>
              <a:ext uri="{FF2B5EF4-FFF2-40B4-BE49-F238E27FC236}">
                <a16:creationId xmlns:a16="http://schemas.microsoft.com/office/drawing/2014/main" id="{787A3481-663B-82C7-6D52-961266932749}"/>
              </a:ext>
            </a:extLst>
          </p:cNvPr>
          <p:cNvPicPr preferRelativeResize="0"/>
          <p:nvPr/>
        </p:nvPicPr>
        <p:blipFill rotWithShape="1">
          <a:blip r:embed="rId5">
            <a:alphaModFix/>
          </a:blip>
          <a:srcRect/>
          <a:stretch/>
        </p:blipFill>
        <p:spPr>
          <a:xfrm flipH="1">
            <a:off x="403830" y="3298307"/>
            <a:ext cx="821308" cy="410654"/>
          </a:xfrm>
          <a:prstGeom prst="rect">
            <a:avLst/>
          </a:prstGeom>
          <a:noFill/>
          <a:ln>
            <a:noFill/>
          </a:ln>
        </p:spPr>
      </p:pic>
      <p:sp>
        <p:nvSpPr>
          <p:cNvPr id="26" name="Google Shape;936;p31">
            <a:extLst>
              <a:ext uri="{FF2B5EF4-FFF2-40B4-BE49-F238E27FC236}">
                <a16:creationId xmlns:a16="http://schemas.microsoft.com/office/drawing/2014/main" id="{08AA3DCE-113A-061C-7229-3003883FFFE9}"/>
              </a:ext>
            </a:extLst>
          </p:cNvPr>
          <p:cNvSpPr txBox="1"/>
          <p:nvPr/>
        </p:nvSpPr>
        <p:spPr>
          <a:xfrm>
            <a:off x="3991047" y="434776"/>
            <a:ext cx="914400" cy="914400"/>
          </a:xfrm>
          <a:prstGeom prst="rect">
            <a:avLst/>
          </a:prstGeom>
          <a:noFill/>
          <a:ln>
            <a:noFill/>
          </a:ln>
        </p:spPr>
        <p:txBody>
          <a:bodyPr spcFirstLastPara="1" wrap="square" lIns="91425" tIns="45700" rIns="91425" bIns="45700" anchor="ctr" anchorCtr="0">
            <a:normAutofit fontScale="70000" lnSpcReduction="20000"/>
          </a:bodyPr>
          <a:lstStyle/>
          <a:p>
            <a:pPr marL="0" marR="0" lvl="0" indent="0" algn="l" rtl="0">
              <a:lnSpc>
                <a:spcPct val="100000"/>
              </a:lnSpc>
              <a:spcBef>
                <a:spcPts val="0"/>
              </a:spcBef>
              <a:spcAft>
                <a:spcPts val="0"/>
              </a:spcAft>
              <a:buClr>
                <a:schemeClr val="dk1"/>
              </a:buClr>
              <a:buSzPts val="1800"/>
              <a:buFont typeface="Calibri"/>
              <a:buNone/>
            </a:pPr>
            <a:r>
              <a:rPr lang="es-ES" sz="1800" b="0" i="0" u="none" strike="noStrike" cap="small">
                <a:solidFill>
                  <a:schemeClr val="dk1"/>
                </a:solidFill>
                <a:latin typeface="Calibri"/>
                <a:ea typeface="Calibri"/>
                <a:cs typeface="Calibri"/>
                <a:sym typeface="Calibri"/>
              </a:rPr>
              <a:t> 3 Surtidores </a:t>
            </a:r>
            <a:endParaRPr/>
          </a:p>
          <a:p>
            <a:pPr marL="0" marR="0" lvl="0" indent="0" algn="l" rtl="0">
              <a:lnSpc>
                <a:spcPct val="100000"/>
              </a:lnSpc>
              <a:spcBef>
                <a:spcPts val="0"/>
              </a:spcBef>
              <a:spcAft>
                <a:spcPts val="0"/>
              </a:spcAft>
              <a:buClr>
                <a:schemeClr val="dk1"/>
              </a:buClr>
              <a:buSzPts val="1800"/>
              <a:buFont typeface="Calibri"/>
              <a:buNone/>
            </a:pPr>
            <a:r>
              <a:rPr lang="es-ES" sz="1800" cap="small">
                <a:solidFill>
                  <a:schemeClr val="dk1"/>
                </a:solidFill>
                <a:latin typeface="Calibri"/>
                <a:ea typeface="Calibri"/>
                <a:cs typeface="Calibri"/>
                <a:sym typeface="Calibri"/>
              </a:rPr>
              <a:t>1 auto por surtidor </a:t>
            </a:r>
            <a:endParaRPr sz="1800" b="0" i="0" u="none" strike="noStrike" cap="small">
              <a:solidFill>
                <a:schemeClr val="dk1"/>
              </a:solidFill>
              <a:latin typeface="Calibri"/>
              <a:ea typeface="Calibri"/>
              <a:cs typeface="Calibri"/>
              <a:sym typeface="Calibri"/>
            </a:endParaRPr>
          </a:p>
        </p:txBody>
      </p:sp>
      <p:sp>
        <p:nvSpPr>
          <p:cNvPr id="28" name="Google Shape;937;p31">
            <a:extLst>
              <a:ext uri="{FF2B5EF4-FFF2-40B4-BE49-F238E27FC236}">
                <a16:creationId xmlns:a16="http://schemas.microsoft.com/office/drawing/2014/main" id="{0B3DF6CA-CB92-31AB-C1CE-8B4CA3E26706}"/>
              </a:ext>
            </a:extLst>
          </p:cNvPr>
          <p:cNvSpPr txBox="1"/>
          <p:nvPr/>
        </p:nvSpPr>
        <p:spPr>
          <a:xfrm>
            <a:off x="6810297" y="1265926"/>
            <a:ext cx="914400" cy="914400"/>
          </a:xfrm>
          <a:prstGeom prst="rect">
            <a:avLst/>
          </a:prstGeom>
          <a:noFill/>
          <a:ln>
            <a:noFill/>
          </a:ln>
        </p:spPr>
        <p:txBody>
          <a:bodyPr spcFirstLastPara="1" wrap="square" lIns="91425" tIns="45700" rIns="91425" bIns="45700" anchor="ctr" anchorCtr="0">
            <a:normAutofit fontScale="70000" lnSpcReduction="20000"/>
          </a:bodyPr>
          <a:lstStyle/>
          <a:p>
            <a:pPr marL="0" marR="0" lvl="0" indent="0" algn="l" rtl="0">
              <a:lnSpc>
                <a:spcPct val="100000"/>
              </a:lnSpc>
              <a:spcBef>
                <a:spcPts val="0"/>
              </a:spcBef>
              <a:spcAft>
                <a:spcPts val="0"/>
              </a:spcAft>
              <a:buClr>
                <a:schemeClr val="dk1"/>
              </a:buClr>
              <a:buSzPts val="1800"/>
              <a:buFont typeface="Calibri"/>
              <a:buNone/>
            </a:pPr>
            <a:r>
              <a:rPr lang="es-ES" sz="1800" b="0" i="0" u="none" strike="noStrike" cap="small">
                <a:solidFill>
                  <a:schemeClr val="dk1"/>
                </a:solidFill>
                <a:latin typeface="Calibri"/>
                <a:ea typeface="Calibri"/>
                <a:cs typeface="Calibri"/>
                <a:sym typeface="Calibri"/>
              </a:rPr>
              <a:t> Cola de espera </a:t>
            </a:r>
            <a:endParaRPr/>
          </a:p>
          <a:p>
            <a:pPr marL="0" marR="0" lvl="0" indent="0" algn="l" rtl="0">
              <a:lnSpc>
                <a:spcPct val="100000"/>
              </a:lnSpc>
              <a:spcBef>
                <a:spcPts val="0"/>
              </a:spcBef>
              <a:spcAft>
                <a:spcPts val="0"/>
              </a:spcAft>
              <a:buClr>
                <a:schemeClr val="dk1"/>
              </a:buClr>
              <a:buSzPts val="1800"/>
              <a:buFont typeface="Calibri"/>
              <a:buNone/>
            </a:pPr>
            <a:r>
              <a:rPr lang="es-ES" sz="1800" b="0" i="0" u="none" strike="noStrike" cap="small">
                <a:solidFill>
                  <a:schemeClr val="dk1"/>
                </a:solidFill>
                <a:latin typeface="Calibri"/>
                <a:ea typeface="Calibri"/>
                <a:cs typeface="Calibri"/>
                <a:sym typeface="Calibri"/>
              </a:rPr>
              <a:t>para pagar (sin limite) </a:t>
            </a:r>
            <a:endParaRPr sz="1800" b="0" i="0" u="none" strike="noStrike" cap="small">
              <a:solidFill>
                <a:schemeClr val="dk1"/>
              </a:solidFill>
              <a:latin typeface="Calibri"/>
              <a:ea typeface="Calibri"/>
              <a:cs typeface="Calibri"/>
              <a:sym typeface="Calibri"/>
            </a:endParaRPr>
          </a:p>
        </p:txBody>
      </p:sp>
      <p:sp>
        <p:nvSpPr>
          <p:cNvPr id="30" name="Google Shape;938;p31">
            <a:extLst>
              <a:ext uri="{FF2B5EF4-FFF2-40B4-BE49-F238E27FC236}">
                <a16:creationId xmlns:a16="http://schemas.microsoft.com/office/drawing/2014/main" id="{6BAF5414-35FA-21FD-D95D-3462900F587B}"/>
              </a:ext>
            </a:extLst>
          </p:cNvPr>
          <p:cNvSpPr txBox="1"/>
          <p:nvPr/>
        </p:nvSpPr>
        <p:spPr>
          <a:xfrm>
            <a:off x="1559226" y="1437533"/>
            <a:ext cx="914400" cy="914400"/>
          </a:xfrm>
          <a:prstGeom prst="rect">
            <a:avLst/>
          </a:prstGeom>
          <a:noFill/>
          <a:ln>
            <a:noFill/>
          </a:ln>
        </p:spPr>
        <p:txBody>
          <a:bodyPr spcFirstLastPara="1" wrap="square" lIns="91425" tIns="45700" rIns="91425" bIns="45700" anchor="ctr" anchorCtr="0">
            <a:normAutofit fontScale="85000" lnSpcReduction="10000"/>
          </a:bodyPr>
          <a:lstStyle/>
          <a:p>
            <a:pPr marL="0" marR="0" lvl="0" indent="0" algn="l" rtl="0">
              <a:lnSpc>
                <a:spcPct val="100000"/>
              </a:lnSpc>
              <a:spcBef>
                <a:spcPts val="0"/>
              </a:spcBef>
              <a:spcAft>
                <a:spcPts val="0"/>
              </a:spcAft>
              <a:buClr>
                <a:schemeClr val="dk1"/>
              </a:buClr>
              <a:buSzPts val="1800"/>
              <a:buFont typeface="Calibri"/>
              <a:buNone/>
            </a:pPr>
            <a:r>
              <a:rPr lang="es-ES" sz="1800" b="0" i="0" u="none" strike="noStrike" cap="small">
                <a:solidFill>
                  <a:schemeClr val="dk1"/>
                </a:solidFill>
                <a:latin typeface="Calibri"/>
                <a:ea typeface="Calibri"/>
                <a:cs typeface="Calibri"/>
                <a:sym typeface="Calibri"/>
              </a:rPr>
              <a:t> 5 Lugares de espera</a:t>
            </a:r>
            <a:endParaRPr/>
          </a:p>
        </p:txBody>
      </p:sp>
      <p:pic>
        <p:nvPicPr>
          <p:cNvPr id="160" name="Google Shape;939;p31" descr="https://pixabay.com/static/uploads/photo/2012/04/24/11/54/car-39596_640.png">
            <a:extLst>
              <a:ext uri="{FF2B5EF4-FFF2-40B4-BE49-F238E27FC236}">
                <a16:creationId xmlns:a16="http://schemas.microsoft.com/office/drawing/2014/main" id="{4AF3DC13-CB73-C726-D54D-7A6CA9B8E801}"/>
              </a:ext>
            </a:extLst>
          </p:cNvPr>
          <p:cNvPicPr preferRelativeResize="0"/>
          <p:nvPr/>
        </p:nvPicPr>
        <p:blipFill rotWithShape="1">
          <a:blip r:embed="rId5">
            <a:alphaModFix/>
          </a:blip>
          <a:srcRect/>
          <a:stretch/>
        </p:blipFill>
        <p:spPr>
          <a:xfrm flipH="1">
            <a:off x="556230" y="3450707"/>
            <a:ext cx="821308" cy="410654"/>
          </a:xfrm>
          <a:prstGeom prst="rect">
            <a:avLst/>
          </a:prstGeom>
          <a:noFill/>
          <a:ln>
            <a:noFill/>
          </a:ln>
        </p:spPr>
      </p:pic>
      <p:pic>
        <p:nvPicPr>
          <p:cNvPr id="162" name="Google Shape;940;p31" descr="https://pixabay.com/static/uploads/photo/2012/04/24/11/54/car-39596_640.png">
            <a:extLst>
              <a:ext uri="{FF2B5EF4-FFF2-40B4-BE49-F238E27FC236}">
                <a16:creationId xmlns:a16="http://schemas.microsoft.com/office/drawing/2014/main" id="{9DD7E620-59D7-695F-966D-00E661EDD9B4}"/>
              </a:ext>
            </a:extLst>
          </p:cNvPr>
          <p:cNvPicPr preferRelativeResize="0"/>
          <p:nvPr/>
        </p:nvPicPr>
        <p:blipFill rotWithShape="1">
          <a:blip r:embed="rId5">
            <a:alphaModFix/>
          </a:blip>
          <a:srcRect/>
          <a:stretch/>
        </p:blipFill>
        <p:spPr>
          <a:xfrm flipH="1">
            <a:off x="708630" y="3603107"/>
            <a:ext cx="821308" cy="410654"/>
          </a:xfrm>
          <a:prstGeom prst="rect">
            <a:avLst/>
          </a:prstGeom>
          <a:noFill/>
          <a:ln>
            <a:noFill/>
          </a:ln>
        </p:spPr>
      </p:pic>
      <p:sp>
        <p:nvSpPr>
          <p:cNvPr id="164" name="Google Shape;941;p31">
            <a:extLst>
              <a:ext uri="{FF2B5EF4-FFF2-40B4-BE49-F238E27FC236}">
                <a16:creationId xmlns:a16="http://schemas.microsoft.com/office/drawing/2014/main" id="{2EFE4D4E-9BEA-1229-7090-8E3E068BE8E5}"/>
              </a:ext>
            </a:extLst>
          </p:cNvPr>
          <p:cNvSpPr txBox="1"/>
          <p:nvPr/>
        </p:nvSpPr>
        <p:spPr>
          <a:xfrm>
            <a:off x="90295" y="2314849"/>
            <a:ext cx="914400" cy="914400"/>
          </a:xfrm>
          <a:prstGeom prst="rect">
            <a:avLst/>
          </a:prstGeom>
          <a:noFill/>
          <a:ln>
            <a:noFill/>
          </a:ln>
        </p:spPr>
        <p:txBody>
          <a:bodyPr spcFirstLastPara="1" wrap="square" lIns="91425" tIns="45700" rIns="91425" bIns="45700" anchor="ctr" anchorCtr="0">
            <a:normAutofit fontScale="85000" lnSpcReduction="10000"/>
          </a:bodyPr>
          <a:lstStyle/>
          <a:p>
            <a:pPr marL="0" marR="0" lvl="0" indent="0" algn="l" rtl="0">
              <a:lnSpc>
                <a:spcPct val="100000"/>
              </a:lnSpc>
              <a:spcBef>
                <a:spcPts val="0"/>
              </a:spcBef>
              <a:spcAft>
                <a:spcPts val="0"/>
              </a:spcAft>
              <a:buClr>
                <a:schemeClr val="dk1"/>
              </a:buClr>
              <a:buSzPts val="1800"/>
              <a:buFont typeface="Calibri"/>
              <a:buNone/>
            </a:pPr>
            <a:r>
              <a:rPr lang="es-ES" sz="1800" cap="small">
                <a:solidFill>
                  <a:schemeClr val="dk1"/>
                </a:solidFill>
                <a:latin typeface="Calibri"/>
                <a:ea typeface="Calibri"/>
                <a:cs typeface="Calibri"/>
                <a:sym typeface="Calibri"/>
              </a:rPr>
              <a:t>Los autos </a:t>
            </a:r>
            <a:endParaRPr/>
          </a:p>
          <a:p>
            <a:pPr marL="0" marR="0" lvl="0" indent="0" algn="l" rtl="0">
              <a:lnSpc>
                <a:spcPct val="100000"/>
              </a:lnSpc>
              <a:spcBef>
                <a:spcPts val="0"/>
              </a:spcBef>
              <a:spcAft>
                <a:spcPts val="0"/>
              </a:spcAft>
              <a:buClr>
                <a:schemeClr val="dk1"/>
              </a:buClr>
              <a:buSzPts val="1800"/>
              <a:buFont typeface="Calibri"/>
              <a:buNone/>
            </a:pPr>
            <a:r>
              <a:rPr lang="es-ES" sz="1800" cap="small">
                <a:solidFill>
                  <a:schemeClr val="dk1"/>
                </a:solidFill>
                <a:latin typeface="Calibri"/>
                <a:ea typeface="Calibri"/>
                <a:cs typeface="Calibri"/>
                <a:sym typeface="Calibri"/>
              </a:rPr>
              <a:t>llegan y esperan </a:t>
            </a:r>
            <a:endParaRPr sz="1800" b="0" i="0" u="none" strike="noStrike" cap="small">
              <a:solidFill>
                <a:schemeClr val="dk1"/>
              </a:solidFill>
              <a:latin typeface="Calibri"/>
              <a:ea typeface="Calibri"/>
              <a:cs typeface="Calibri"/>
              <a:sym typeface="Calibri"/>
            </a:endParaRPr>
          </a:p>
        </p:txBody>
      </p:sp>
      <p:pic>
        <p:nvPicPr>
          <p:cNvPr id="171" name="Google Shape;942;p31" descr="http://image.shutterstock.com/display_pic_with_logo/169/169,1184230450,18/stock-vector-cash-register-machine-symbol-3815086.jpg">
            <a:extLst>
              <a:ext uri="{FF2B5EF4-FFF2-40B4-BE49-F238E27FC236}">
                <a16:creationId xmlns:a16="http://schemas.microsoft.com/office/drawing/2014/main" id="{7C564A8F-9A90-DCFD-9629-AF9140ADAA50}"/>
              </a:ext>
            </a:extLst>
          </p:cNvPr>
          <p:cNvPicPr preferRelativeResize="0"/>
          <p:nvPr/>
        </p:nvPicPr>
        <p:blipFill rotWithShape="1">
          <a:blip r:embed="rId4">
            <a:alphaModFix/>
          </a:blip>
          <a:srcRect/>
          <a:stretch/>
        </p:blipFill>
        <p:spPr>
          <a:xfrm>
            <a:off x="8983799" y="3266062"/>
            <a:ext cx="896054" cy="935879"/>
          </a:xfrm>
          <a:prstGeom prst="rect">
            <a:avLst/>
          </a:prstGeom>
          <a:noFill/>
          <a:ln>
            <a:noFill/>
          </a:ln>
        </p:spPr>
      </p:pic>
      <p:sp>
        <p:nvSpPr>
          <p:cNvPr id="173" name="Google Shape;943;p31">
            <a:extLst>
              <a:ext uri="{FF2B5EF4-FFF2-40B4-BE49-F238E27FC236}">
                <a16:creationId xmlns:a16="http://schemas.microsoft.com/office/drawing/2014/main" id="{0B38B855-2911-B20F-1EC5-C419AC32811C}"/>
              </a:ext>
            </a:extLst>
          </p:cNvPr>
          <p:cNvSpPr txBox="1"/>
          <p:nvPr/>
        </p:nvSpPr>
        <p:spPr>
          <a:xfrm>
            <a:off x="9117853" y="4722289"/>
            <a:ext cx="914400" cy="914400"/>
          </a:xfrm>
          <a:prstGeom prst="rect">
            <a:avLst/>
          </a:prstGeom>
          <a:noFill/>
          <a:ln>
            <a:noFill/>
          </a:ln>
        </p:spPr>
        <p:txBody>
          <a:bodyPr spcFirstLastPara="1" wrap="square" lIns="91425" tIns="45700" rIns="91425" bIns="45700" anchor="ctr" anchorCtr="0">
            <a:normAutofit fontScale="85000" lnSpcReduction="10000"/>
          </a:bodyPr>
          <a:lstStyle/>
          <a:p>
            <a:pPr marL="0" marR="0" lvl="0" indent="0" algn="l" rtl="0">
              <a:lnSpc>
                <a:spcPct val="100000"/>
              </a:lnSpc>
              <a:spcBef>
                <a:spcPts val="0"/>
              </a:spcBef>
              <a:spcAft>
                <a:spcPts val="0"/>
              </a:spcAft>
              <a:buClr>
                <a:schemeClr val="dk1"/>
              </a:buClr>
              <a:buSzPts val="1800"/>
              <a:buFont typeface="Calibri"/>
              <a:buNone/>
            </a:pPr>
            <a:r>
              <a:rPr lang="es-ES" sz="1800" cap="small">
                <a:solidFill>
                  <a:schemeClr val="dk1"/>
                </a:solidFill>
                <a:latin typeface="Calibri"/>
                <a:ea typeface="Calibri"/>
                <a:cs typeface="Calibri"/>
                <a:sym typeface="Calibri"/>
              </a:rPr>
              <a:t> 2 cajas </a:t>
            </a:r>
            <a:endParaRPr/>
          </a:p>
          <a:p>
            <a:pPr marL="0" marR="0" lvl="0" indent="0" algn="l" rtl="0">
              <a:lnSpc>
                <a:spcPct val="100000"/>
              </a:lnSpc>
              <a:spcBef>
                <a:spcPts val="0"/>
              </a:spcBef>
              <a:spcAft>
                <a:spcPts val="0"/>
              </a:spcAft>
              <a:buClr>
                <a:schemeClr val="dk1"/>
              </a:buClr>
              <a:buSzPts val="1800"/>
              <a:buFont typeface="Calibri"/>
              <a:buNone/>
            </a:pPr>
            <a:r>
              <a:rPr lang="es-ES" sz="1800" cap="small">
                <a:solidFill>
                  <a:schemeClr val="dk1"/>
                </a:solidFill>
                <a:latin typeface="Calibri"/>
                <a:ea typeface="Calibri"/>
                <a:cs typeface="Calibri"/>
                <a:sym typeface="Calibri"/>
              </a:rPr>
              <a:t>Pasan uno por vez </a:t>
            </a:r>
            <a:endParaRPr sz="1800" b="0" i="0" u="none" strike="noStrike" cap="small">
              <a:solidFill>
                <a:schemeClr val="dk1"/>
              </a:solidFill>
              <a:latin typeface="Calibri"/>
              <a:ea typeface="Calibri"/>
              <a:cs typeface="Calibri"/>
              <a:sym typeface="Calibri"/>
            </a:endParaRPr>
          </a:p>
        </p:txBody>
      </p:sp>
      <p:sp>
        <p:nvSpPr>
          <p:cNvPr id="175" name="Google Shape;944;p31">
            <a:extLst>
              <a:ext uri="{FF2B5EF4-FFF2-40B4-BE49-F238E27FC236}">
                <a16:creationId xmlns:a16="http://schemas.microsoft.com/office/drawing/2014/main" id="{BDBA063A-BF0F-C66C-779C-6A88F5EF993E}"/>
              </a:ext>
            </a:extLst>
          </p:cNvPr>
          <p:cNvSpPr/>
          <p:nvPr/>
        </p:nvSpPr>
        <p:spPr>
          <a:xfrm>
            <a:off x="522778" y="4634470"/>
            <a:ext cx="3468269" cy="175432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dirty="0">
                <a:solidFill>
                  <a:schemeClr val="dk1"/>
                </a:solidFill>
                <a:latin typeface="Calibri"/>
                <a:ea typeface="Calibri"/>
                <a:cs typeface="Calibri"/>
                <a:sym typeface="Calibri"/>
              </a:rPr>
              <a:t>Los autos llegan a una estación de servicios para cargar combustible. La estación sólo posee lugar de espera para cinco autos. De no haber lugar, quedará esperando fuera de la estación.</a:t>
            </a:r>
            <a:endParaRPr sz="18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588821744"/>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948"/>
        <p:cNvGrpSpPr/>
        <p:nvPr/>
      </p:nvGrpSpPr>
      <p:grpSpPr>
        <a:xfrm>
          <a:off x="0" y="0"/>
          <a:ext cx="0" cy="0"/>
          <a:chOff x="0" y="0"/>
          <a:chExt cx="0" cy="0"/>
        </a:xfrm>
      </p:grpSpPr>
      <p:sp>
        <p:nvSpPr>
          <p:cNvPr id="950" name="Google Shape;950;p32"/>
          <p:cNvSpPr txBox="1">
            <a:spLocks noGrp="1"/>
          </p:cNvSpPr>
          <p:nvPr>
            <p:ph type="sldNum" sz="quarter" idx="12"/>
          </p:nvPr>
        </p:nvSpPr>
        <p:spPr>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49</a:t>
            </a:fld>
            <a:endParaRPr/>
          </a:p>
        </p:txBody>
      </p:sp>
      <p:pic>
        <p:nvPicPr>
          <p:cNvPr id="951" name="Google Shape;951;p32" descr="https://pixabay.com/static/uploads/photo/2012/04/28/18/23/gas-43874_960_720.png"/>
          <p:cNvPicPr preferRelativeResize="0"/>
          <p:nvPr/>
        </p:nvPicPr>
        <p:blipFill rotWithShape="1">
          <a:blip r:embed="rId3">
            <a:alphaModFix/>
          </a:blip>
          <a:srcRect/>
          <a:stretch/>
        </p:blipFill>
        <p:spPr>
          <a:xfrm>
            <a:off x="4805588" y="1556792"/>
            <a:ext cx="792088" cy="792088"/>
          </a:xfrm>
          <a:prstGeom prst="rect">
            <a:avLst/>
          </a:prstGeom>
          <a:noFill/>
          <a:ln>
            <a:noFill/>
          </a:ln>
        </p:spPr>
      </p:pic>
      <p:pic>
        <p:nvPicPr>
          <p:cNvPr id="952" name="Google Shape;952;p32" descr="https://pixabay.com/static/uploads/photo/2012/04/28/18/23/gas-43874_960_720.png"/>
          <p:cNvPicPr preferRelativeResize="0"/>
          <p:nvPr/>
        </p:nvPicPr>
        <p:blipFill rotWithShape="1">
          <a:blip r:embed="rId3">
            <a:alphaModFix/>
          </a:blip>
          <a:srcRect/>
          <a:stretch/>
        </p:blipFill>
        <p:spPr>
          <a:xfrm>
            <a:off x="4805588" y="3029904"/>
            <a:ext cx="792088" cy="792088"/>
          </a:xfrm>
          <a:prstGeom prst="rect">
            <a:avLst/>
          </a:prstGeom>
          <a:noFill/>
          <a:ln>
            <a:noFill/>
          </a:ln>
        </p:spPr>
      </p:pic>
      <p:pic>
        <p:nvPicPr>
          <p:cNvPr id="953" name="Google Shape;953;p32" descr="https://pixabay.com/static/uploads/photo/2012/04/28/18/23/gas-43874_960_720.png"/>
          <p:cNvPicPr preferRelativeResize="0"/>
          <p:nvPr/>
        </p:nvPicPr>
        <p:blipFill rotWithShape="1">
          <a:blip r:embed="rId3">
            <a:alphaModFix/>
          </a:blip>
          <a:srcRect/>
          <a:stretch/>
        </p:blipFill>
        <p:spPr>
          <a:xfrm>
            <a:off x="4805588" y="4558637"/>
            <a:ext cx="792088" cy="792088"/>
          </a:xfrm>
          <a:prstGeom prst="rect">
            <a:avLst/>
          </a:prstGeom>
          <a:noFill/>
          <a:ln>
            <a:noFill/>
          </a:ln>
        </p:spPr>
      </p:pic>
      <p:sp>
        <p:nvSpPr>
          <p:cNvPr id="954" name="Google Shape;954;p32" descr="Resultado de imagen para simbolo de caja"/>
          <p:cNvSpPr/>
          <p:nvPr/>
        </p:nvSpPr>
        <p:spPr>
          <a:xfrm>
            <a:off x="1127447" y="1800435"/>
            <a:ext cx="2564661" cy="2564669"/>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955" name="Google Shape;955;p32" descr="http://image.shutterstock.com/display_pic_with_logo/169/169,1184230450,18/stock-vector-cash-register-machine-symbol-3815086.jpg"/>
          <p:cNvPicPr preferRelativeResize="0"/>
          <p:nvPr/>
        </p:nvPicPr>
        <p:blipFill rotWithShape="1">
          <a:blip r:embed="rId4">
            <a:alphaModFix/>
          </a:blip>
          <a:srcRect/>
          <a:stretch/>
        </p:blipFill>
        <p:spPr>
          <a:xfrm>
            <a:off x="8967876" y="1591523"/>
            <a:ext cx="896054" cy="935879"/>
          </a:xfrm>
          <a:prstGeom prst="rect">
            <a:avLst/>
          </a:prstGeom>
          <a:noFill/>
          <a:ln>
            <a:noFill/>
          </a:ln>
        </p:spPr>
      </p:pic>
      <p:pic>
        <p:nvPicPr>
          <p:cNvPr id="956" name="Google Shape;956;p32" descr="https://pixabay.com/static/uploads/photo/2012/04/24/11/54/car-39596_640.png"/>
          <p:cNvPicPr preferRelativeResize="0"/>
          <p:nvPr/>
        </p:nvPicPr>
        <p:blipFill rotWithShape="1">
          <a:blip r:embed="rId5">
            <a:alphaModFix/>
          </a:blip>
          <a:srcRect/>
          <a:stretch/>
        </p:blipFill>
        <p:spPr>
          <a:xfrm flipH="1">
            <a:off x="4899039" y="2453551"/>
            <a:ext cx="821308" cy="410654"/>
          </a:xfrm>
          <a:prstGeom prst="rect">
            <a:avLst/>
          </a:prstGeom>
          <a:noFill/>
          <a:ln>
            <a:noFill/>
          </a:ln>
        </p:spPr>
      </p:pic>
      <p:pic>
        <p:nvPicPr>
          <p:cNvPr id="957" name="Google Shape;957;p32" descr="https://pixabay.com/static/uploads/photo/2012/04/24/11/54/car-39596_640.png"/>
          <p:cNvPicPr preferRelativeResize="0"/>
          <p:nvPr/>
        </p:nvPicPr>
        <p:blipFill rotWithShape="1">
          <a:blip r:embed="rId5">
            <a:alphaModFix/>
          </a:blip>
          <a:srcRect/>
          <a:stretch/>
        </p:blipFill>
        <p:spPr>
          <a:xfrm flipH="1">
            <a:off x="4776368" y="5472031"/>
            <a:ext cx="821308" cy="410654"/>
          </a:xfrm>
          <a:prstGeom prst="rect">
            <a:avLst/>
          </a:prstGeom>
          <a:noFill/>
          <a:ln>
            <a:noFill/>
          </a:ln>
        </p:spPr>
      </p:pic>
      <p:pic>
        <p:nvPicPr>
          <p:cNvPr id="958" name="Google Shape;958;p32" descr="https://pixabay.com/static/uploads/photo/2012/04/24/11/54/car-39596_640.png"/>
          <p:cNvPicPr preferRelativeResize="0"/>
          <p:nvPr/>
        </p:nvPicPr>
        <p:blipFill rotWithShape="1">
          <a:blip r:embed="rId5">
            <a:alphaModFix/>
          </a:blip>
          <a:srcRect/>
          <a:stretch/>
        </p:blipFill>
        <p:spPr>
          <a:xfrm flipH="1">
            <a:off x="2146214" y="3450657"/>
            <a:ext cx="821308" cy="410654"/>
          </a:xfrm>
          <a:prstGeom prst="rect">
            <a:avLst/>
          </a:prstGeom>
          <a:noFill/>
          <a:ln>
            <a:noFill/>
          </a:ln>
        </p:spPr>
      </p:pic>
      <p:pic>
        <p:nvPicPr>
          <p:cNvPr id="959" name="Google Shape;959;p32" descr="https://pixabay.com/static/uploads/photo/2012/04/24/11/54/car-39596_640.png"/>
          <p:cNvPicPr preferRelativeResize="0"/>
          <p:nvPr/>
        </p:nvPicPr>
        <p:blipFill rotWithShape="1">
          <a:blip r:embed="rId5">
            <a:alphaModFix/>
          </a:blip>
          <a:srcRect/>
          <a:stretch/>
        </p:blipFill>
        <p:spPr>
          <a:xfrm flipH="1">
            <a:off x="2107023" y="4511430"/>
            <a:ext cx="821308" cy="410654"/>
          </a:xfrm>
          <a:prstGeom prst="rect">
            <a:avLst/>
          </a:prstGeom>
          <a:noFill/>
          <a:ln>
            <a:noFill/>
          </a:ln>
        </p:spPr>
      </p:pic>
      <p:pic>
        <p:nvPicPr>
          <p:cNvPr id="960" name="Google Shape;960;p32" descr="https://pixabay.com/static/uploads/photo/2012/04/24/11/54/car-39596_640.png"/>
          <p:cNvPicPr preferRelativeResize="0"/>
          <p:nvPr/>
        </p:nvPicPr>
        <p:blipFill rotWithShape="1">
          <a:blip r:embed="rId5">
            <a:alphaModFix/>
          </a:blip>
          <a:srcRect/>
          <a:stretch/>
        </p:blipFill>
        <p:spPr>
          <a:xfrm flipH="1">
            <a:off x="2137708" y="2849286"/>
            <a:ext cx="821308" cy="410654"/>
          </a:xfrm>
          <a:prstGeom prst="rect">
            <a:avLst/>
          </a:prstGeom>
          <a:noFill/>
          <a:ln>
            <a:noFill/>
          </a:ln>
        </p:spPr>
      </p:pic>
      <p:pic>
        <p:nvPicPr>
          <p:cNvPr id="961" name="Google Shape;961;p32" descr="https://pixabay.com/static/uploads/photo/2012/04/24/11/54/car-39596_640.png"/>
          <p:cNvPicPr preferRelativeResize="0"/>
          <p:nvPr/>
        </p:nvPicPr>
        <p:blipFill rotWithShape="1">
          <a:blip r:embed="rId5">
            <a:alphaModFix/>
          </a:blip>
          <a:srcRect/>
          <a:stretch/>
        </p:blipFill>
        <p:spPr>
          <a:xfrm flipH="1">
            <a:off x="2107023" y="4009684"/>
            <a:ext cx="821308" cy="410654"/>
          </a:xfrm>
          <a:prstGeom prst="rect">
            <a:avLst/>
          </a:prstGeom>
          <a:noFill/>
          <a:ln>
            <a:noFill/>
          </a:ln>
        </p:spPr>
      </p:pic>
      <p:pic>
        <p:nvPicPr>
          <p:cNvPr id="962" name="Google Shape;962;p32" descr="https://pixabay.com/static/uploads/photo/2012/04/24/11/54/car-39596_640.png"/>
          <p:cNvPicPr preferRelativeResize="0"/>
          <p:nvPr/>
        </p:nvPicPr>
        <p:blipFill rotWithShape="1">
          <a:blip r:embed="rId5">
            <a:alphaModFix/>
          </a:blip>
          <a:srcRect/>
          <a:stretch/>
        </p:blipFill>
        <p:spPr>
          <a:xfrm flipH="1">
            <a:off x="2107023" y="2361395"/>
            <a:ext cx="821308" cy="410654"/>
          </a:xfrm>
          <a:prstGeom prst="rect">
            <a:avLst/>
          </a:prstGeom>
          <a:noFill/>
          <a:ln>
            <a:noFill/>
          </a:ln>
        </p:spPr>
      </p:pic>
      <p:sp>
        <p:nvSpPr>
          <p:cNvPr id="963" name="Google Shape;963;p32"/>
          <p:cNvSpPr/>
          <p:nvPr/>
        </p:nvSpPr>
        <p:spPr>
          <a:xfrm>
            <a:off x="3116996" y="2254767"/>
            <a:ext cx="242700" cy="2758409"/>
          </a:xfrm>
          <a:prstGeom prst="rightBrace">
            <a:avLst>
              <a:gd name="adj1" fmla="val 8333"/>
              <a:gd name="adj2" fmla="val 50000"/>
            </a:avLst>
          </a:prstGeom>
          <a:no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cxnSp>
        <p:nvCxnSpPr>
          <p:cNvPr id="964" name="Google Shape;964;p32"/>
          <p:cNvCxnSpPr/>
          <p:nvPr/>
        </p:nvCxnSpPr>
        <p:spPr>
          <a:xfrm rot="10800000" flipH="1">
            <a:off x="3440271" y="2772049"/>
            <a:ext cx="1336016" cy="816377"/>
          </a:xfrm>
          <a:prstGeom prst="straightConnector1">
            <a:avLst/>
          </a:prstGeom>
          <a:noFill/>
          <a:ln w="9525" cap="flat" cmpd="sng">
            <a:solidFill>
              <a:schemeClr val="accent1"/>
            </a:solidFill>
            <a:prstDash val="solid"/>
            <a:round/>
            <a:headEnd type="none" w="sm" len="sm"/>
            <a:tailEnd type="triangle" w="med" len="med"/>
          </a:ln>
        </p:spPr>
      </p:cxnSp>
      <p:cxnSp>
        <p:nvCxnSpPr>
          <p:cNvPr id="965" name="Google Shape;965;p32"/>
          <p:cNvCxnSpPr/>
          <p:nvPr/>
        </p:nvCxnSpPr>
        <p:spPr>
          <a:xfrm>
            <a:off x="3406446" y="3668607"/>
            <a:ext cx="1256912" cy="2004338"/>
          </a:xfrm>
          <a:prstGeom prst="straightConnector1">
            <a:avLst/>
          </a:prstGeom>
          <a:noFill/>
          <a:ln w="9525" cap="flat" cmpd="sng">
            <a:solidFill>
              <a:schemeClr val="accent1"/>
            </a:solidFill>
            <a:prstDash val="solid"/>
            <a:round/>
            <a:headEnd type="none" w="sm" len="sm"/>
            <a:tailEnd type="triangle" w="med" len="med"/>
          </a:ln>
        </p:spPr>
      </p:cxnSp>
      <p:sp>
        <p:nvSpPr>
          <p:cNvPr id="966" name="Google Shape;966;p32"/>
          <p:cNvSpPr/>
          <p:nvPr/>
        </p:nvSpPr>
        <p:spPr>
          <a:xfrm>
            <a:off x="7148094" y="2527402"/>
            <a:ext cx="219369" cy="2125733"/>
          </a:xfrm>
          <a:prstGeom prst="leftBrace">
            <a:avLst>
              <a:gd name="adj1" fmla="val 8333"/>
              <a:gd name="adj2" fmla="val 50000"/>
            </a:avLst>
          </a:prstGeom>
          <a:no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967" name="Google Shape;967;p32"/>
          <p:cNvSpPr/>
          <p:nvPr/>
        </p:nvSpPr>
        <p:spPr>
          <a:xfrm>
            <a:off x="8226008" y="2473772"/>
            <a:ext cx="137588" cy="2179364"/>
          </a:xfrm>
          <a:prstGeom prst="rightBrace">
            <a:avLst>
              <a:gd name="adj1" fmla="val 8333"/>
              <a:gd name="adj2" fmla="val 50000"/>
            </a:avLst>
          </a:prstGeom>
          <a:no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968" name="Google Shape;968;p32"/>
          <p:cNvSpPr/>
          <p:nvPr/>
        </p:nvSpPr>
        <p:spPr>
          <a:xfrm>
            <a:off x="1847528" y="2254767"/>
            <a:ext cx="144016" cy="2667317"/>
          </a:xfrm>
          <a:prstGeom prst="leftBrace">
            <a:avLst>
              <a:gd name="adj1" fmla="val 8333"/>
              <a:gd name="adj2" fmla="val 50000"/>
            </a:avLst>
          </a:prstGeom>
          <a:no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pic>
        <p:nvPicPr>
          <p:cNvPr id="969" name="Google Shape;969;p32" descr="https://pixabay.com/static/uploads/photo/2012/04/24/11/54/car-39596_640.png"/>
          <p:cNvPicPr preferRelativeResize="0"/>
          <p:nvPr/>
        </p:nvPicPr>
        <p:blipFill rotWithShape="1">
          <a:blip r:embed="rId5">
            <a:alphaModFix/>
          </a:blip>
          <a:srcRect/>
          <a:stretch/>
        </p:blipFill>
        <p:spPr>
          <a:xfrm flipH="1">
            <a:off x="403830" y="3298307"/>
            <a:ext cx="821308" cy="410654"/>
          </a:xfrm>
          <a:prstGeom prst="rect">
            <a:avLst/>
          </a:prstGeom>
          <a:noFill/>
          <a:ln>
            <a:noFill/>
          </a:ln>
        </p:spPr>
      </p:pic>
      <p:sp>
        <p:nvSpPr>
          <p:cNvPr id="970" name="Google Shape;970;p32"/>
          <p:cNvSpPr txBox="1"/>
          <p:nvPr/>
        </p:nvSpPr>
        <p:spPr>
          <a:xfrm>
            <a:off x="3991047" y="434776"/>
            <a:ext cx="914400" cy="914400"/>
          </a:xfrm>
          <a:prstGeom prst="rect">
            <a:avLst/>
          </a:prstGeom>
          <a:noFill/>
          <a:ln>
            <a:noFill/>
          </a:ln>
        </p:spPr>
        <p:txBody>
          <a:bodyPr spcFirstLastPara="1" wrap="square" lIns="91425" tIns="45700" rIns="91425" bIns="45700" anchor="ctr" anchorCtr="0">
            <a:normAutofit fontScale="70000" lnSpcReduction="20000"/>
          </a:bodyPr>
          <a:lstStyle/>
          <a:p>
            <a:pPr marL="0" marR="0" lvl="0" indent="0" algn="l" rtl="0">
              <a:lnSpc>
                <a:spcPct val="100000"/>
              </a:lnSpc>
              <a:spcBef>
                <a:spcPts val="0"/>
              </a:spcBef>
              <a:spcAft>
                <a:spcPts val="0"/>
              </a:spcAft>
              <a:buClr>
                <a:schemeClr val="dk1"/>
              </a:buClr>
              <a:buSzPts val="1800"/>
              <a:buFont typeface="Calibri"/>
              <a:buNone/>
            </a:pPr>
            <a:r>
              <a:rPr lang="es-ES" sz="1800" b="0" i="0" u="none" strike="noStrike" cap="small">
                <a:solidFill>
                  <a:schemeClr val="dk1"/>
                </a:solidFill>
                <a:latin typeface="Calibri"/>
                <a:ea typeface="Calibri"/>
                <a:cs typeface="Calibri"/>
                <a:sym typeface="Calibri"/>
              </a:rPr>
              <a:t> 3 Surtidores </a:t>
            </a:r>
            <a:endParaRPr/>
          </a:p>
          <a:p>
            <a:pPr marL="0" marR="0" lvl="0" indent="0" algn="l" rtl="0">
              <a:lnSpc>
                <a:spcPct val="100000"/>
              </a:lnSpc>
              <a:spcBef>
                <a:spcPts val="0"/>
              </a:spcBef>
              <a:spcAft>
                <a:spcPts val="0"/>
              </a:spcAft>
              <a:buClr>
                <a:schemeClr val="dk1"/>
              </a:buClr>
              <a:buSzPts val="1800"/>
              <a:buFont typeface="Calibri"/>
              <a:buNone/>
            </a:pPr>
            <a:r>
              <a:rPr lang="es-ES" sz="1800" cap="small">
                <a:solidFill>
                  <a:schemeClr val="dk1"/>
                </a:solidFill>
                <a:latin typeface="Calibri"/>
                <a:ea typeface="Calibri"/>
                <a:cs typeface="Calibri"/>
                <a:sym typeface="Calibri"/>
              </a:rPr>
              <a:t>1 auto por surtidor </a:t>
            </a:r>
            <a:endParaRPr sz="1800" b="0" i="0" u="none" strike="noStrike" cap="small">
              <a:solidFill>
                <a:schemeClr val="dk1"/>
              </a:solidFill>
              <a:latin typeface="Calibri"/>
              <a:ea typeface="Calibri"/>
              <a:cs typeface="Calibri"/>
              <a:sym typeface="Calibri"/>
            </a:endParaRPr>
          </a:p>
        </p:txBody>
      </p:sp>
      <p:sp>
        <p:nvSpPr>
          <p:cNvPr id="971" name="Google Shape;971;p32"/>
          <p:cNvSpPr txBox="1"/>
          <p:nvPr/>
        </p:nvSpPr>
        <p:spPr>
          <a:xfrm>
            <a:off x="6810297" y="1265926"/>
            <a:ext cx="914400" cy="914400"/>
          </a:xfrm>
          <a:prstGeom prst="rect">
            <a:avLst/>
          </a:prstGeom>
          <a:noFill/>
          <a:ln>
            <a:noFill/>
          </a:ln>
        </p:spPr>
        <p:txBody>
          <a:bodyPr spcFirstLastPara="1" wrap="square" lIns="91425" tIns="45700" rIns="91425" bIns="45700" anchor="ctr" anchorCtr="0">
            <a:normAutofit fontScale="70000" lnSpcReduction="20000"/>
          </a:bodyPr>
          <a:lstStyle/>
          <a:p>
            <a:pPr marL="0" marR="0" lvl="0" indent="0" algn="l" rtl="0">
              <a:lnSpc>
                <a:spcPct val="100000"/>
              </a:lnSpc>
              <a:spcBef>
                <a:spcPts val="0"/>
              </a:spcBef>
              <a:spcAft>
                <a:spcPts val="0"/>
              </a:spcAft>
              <a:buClr>
                <a:schemeClr val="dk1"/>
              </a:buClr>
              <a:buSzPts val="1800"/>
              <a:buFont typeface="Calibri"/>
              <a:buNone/>
            </a:pPr>
            <a:r>
              <a:rPr lang="es-ES" sz="1800" b="0" i="0" u="none" strike="noStrike" cap="small">
                <a:solidFill>
                  <a:schemeClr val="dk1"/>
                </a:solidFill>
                <a:latin typeface="Calibri"/>
                <a:ea typeface="Calibri"/>
                <a:cs typeface="Calibri"/>
                <a:sym typeface="Calibri"/>
              </a:rPr>
              <a:t> Cola de espera </a:t>
            </a:r>
            <a:endParaRPr/>
          </a:p>
          <a:p>
            <a:pPr marL="0" marR="0" lvl="0" indent="0" algn="l" rtl="0">
              <a:lnSpc>
                <a:spcPct val="100000"/>
              </a:lnSpc>
              <a:spcBef>
                <a:spcPts val="0"/>
              </a:spcBef>
              <a:spcAft>
                <a:spcPts val="0"/>
              </a:spcAft>
              <a:buClr>
                <a:schemeClr val="dk1"/>
              </a:buClr>
              <a:buSzPts val="1800"/>
              <a:buFont typeface="Calibri"/>
              <a:buNone/>
            </a:pPr>
            <a:r>
              <a:rPr lang="es-ES" sz="1800" b="0" i="0" u="none" strike="noStrike" cap="small">
                <a:solidFill>
                  <a:schemeClr val="dk1"/>
                </a:solidFill>
                <a:latin typeface="Calibri"/>
                <a:ea typeface="Calibri"/>
                <a:cs typeface="Calibri"/>
                <a:sym typeface="Calibri"/>
              </a:rPr>
              <a:t>para pagar (sin limite) </a:t>
            </a:r>
            <a:endParaRPr sz="1800" b="0" i="0" u="none" strike="noStrike" cap="small">
              <a:solidFill>
                <a:schemeClr val="dk1"/>
              </a:solidFill>
              <a:latin typeface="Calibri"/>
              <a:ea typeface="Calibri"/>
              <a:cs typeface="Calibri"/>
              <a:sym typeface="Calibri"/>
            </a:endParaRPr>
          </a:p>
        </p:txBody>
      </p:sp>
      <p:sp>
        <p:nvSpPr>
          <p:cNvPr id="972" name="Google Shape;972;p32"/>
          <p:cNvSpPr txBox="1"/>
          <p:nvPr/>
        </p:nvSpPr>
        <p:spPr>
          <a:xfrm>
            <a:off x="1559226" y="1437533"/>
            <a:ext cx="914400" cy="914400"/>
          </a:xfrm>
          <a:prstGeom prst="rect">
            <a:avLst/>
          </a:prstGeom>
          <a:noFill/>
          <a:ln>
            <a:noFill/>
          </a:ln>
        </p:spPr>
        <p:txBody>
          <a:bodyPr spcFirstLastPara="1" wrap="square" lIns="91425" tIns="45700" rIns="91425" bIns="45700" anchor="ctr" anchorCtr="0">
            <a:normAutofit fontScale="85000" lnSpcReduction="10000"/>
          </a:bodyPr>
          <a:lstStyle/>
          <a:p>
            <a:pPr marL="0" marR="0" lvl="0" indent="0" algn="l" rtl="0">
              <a:lnSpc>
                <a:spcPct val="100000"/>
              </a:lnSpc>
              <a:spcBef>
                <a:spcPts val="0"/>
              </a:spcBef>
              <a:spcAft>
                <a:spcPts val="0"/>
              </a:spcAft>
              <a:buClr>
                <a:schemeClr val="dk1"/>
              </a:buClr>
              <a:buSzPts val="1800"/>
              <a:buFont typeface="Calibri"/>
              <a:buNone/>
            </a:pPr>
            <a:r>
              <a:rPr lang="es-ES" sz="1800" b="0" i="0" u="none" strike="noStrike" cap="small">
                <a:solidFill>
                  <a:schemeClr val="dk1"/>
                </a:solidFill>
                <a:latin typeface="Calibri"/>
                <a:ea typeface="Calibri"/>
                <a:cs typeface="Calibri"/>
                <a:sym typeface="Calibri"/>
              </a:rPr>
              <a:t> 5 Lugares de espera</a:t>
            </a:r>
            <a:endParaRPr/>
          </a:p>
        </p:txBody>
      </p:sp>
      <p:pic>
        <p:nvPicPr>
          <p:cNvPr id="973" name="Google Shape;973;p32" descr="https://pixabay.com/static/uploads/photo/2012/04/24/11/54/car-39596_640.png"/>
          <p:cNvPicPr preferRelativeResize="0"/>
          <p:nvPr/>
        </p:nvPicPr>
        <p:blipFill rotWithShape="1">
          <a:blip r:embed="rId5">
            <a:alphaModFix/>
          </a:blip>
          <a:srcRect/>
          <a:stretch/>
        </p:blipFill>
        <p:spPr>
          <a:xfrm flipH="1">
            <a:off x="556230" y="3450707"/>
            <a:ext cx="821308" cy="410654"/>
          </a:xfrm>
          <a:prstGeom prst="rect">
            <a:avLst/>
          </a:prstGeom>
          <a:noFill/>
          <a:ln>
            <a:noFill/>
          </a:ln>
        </p:spPr>
      </p:pic>
      <p:pic>
        <p:nvPicPr>
          <p:cNvPr id="974" name="Google Shape;974;p32" descr="https://pixabay.com/static/uploads/photo/2012/04/24/11/54/car-39596_640.png"/>
          <p:cNvPicPr preferRelativeResize="0"/>
          <p:nvPr/>
        </p:nvPicPr>
        <p:blipFill rotWithShape="1">
          <a:blip r:embed="rId5">
            <a:alphaModFix/>
          </a:blip>
          <a:srcRect/>
          <a:stretch/>
        </p:blipFill>
        <p:spPr>
          <a:xfrm flipH="1">
            <a:off x="708630" y="3603107"/>
            <a:ext cx="821308" cy="410654"/>
          </a:xfrm>
          <a:prstGeom prst="rect">
            <a:avLst/>
          </a:prstGeom>
          <a:noFill/>
          <a:ln>
            <a:noFill/>
          </a:ln>
        </p:spPr>
      </p:pic>
      <p:sp>
        <p:nvSpPr>
          <p:cNvPr id="975" name="Google Shape;975;p32"/>
          <p:cNvSpPr txBox="1"/>
          <p:nvPr/>
        </p:nvSpPr>
        <p:spPr>
          <a:xfrm>
            <a:off x="90295" y="2314849"/>
            <a:ext cx="914400" cy="914400"/>
          </a:xfrm>
          <a:prstGeom prst="rect">
            <a:avLst/>
          </a:prstGeom>
          <a:noFill/>
          <a:ln>
            <a:noFill/>
          </a:ln>
        </p:spPr>
        <p:txBody>
          <a:bodyPr spcFirstLastPara="1" wrap="square" lIns="91425" tIns="45700" rIns="91425" bIns="45700" anchor="ctr" anchorCtr="0">
            <a:normAutofit fontScale="85000" lnSpcReduction="10000"/>
          </a:bodyPr>
          <a:lstStyle/>
          <a:p>
            <a:pPr marL="0" marR="0" lvl="0" indent="0" algn="l" rtl="0">
              <a:lnSpc>
                <a:spcPct val="100000"/>
              </a:lnSpc>
              <a:spcBef>
                <a:spcPts val="0"/>
              </a:spcBef>
              <a:spcAft>
                <a:spcPts val="0"/>
              </a:spcAft>
              <a:buClr>
                <a:schemeClr val="dk1"/>
              </a:buClr>
              <a:buSzPts val="1800"/>
              <a:buFont typeface="Calibri"/>
              <a:buNone/>
            </a:pPr>
            <a:r>
              <a:rPr lang="es-ES" sz="1800" cap="small">
                <a:solidFill>
                  <a:schemeClr val="dk1"/>
                </a:solidFill>
                <a:latin typeface="Calibri"/>
                <a:ea typeface="Calibri"/>
                <a:cs typeface="Calibri"/>
                <a:sym typeface="Calibri"/>
              </a:rPr>
              <a:t>Los autos </a:t>
            </a:r>
            <a:endParaRPr/>
          </a:p>
          <a:p>
            <a:pPr marL="0" marR="0" lvl="0" indent="0" algn="l" rtl="0">
              <a:lnSpc>
                <a:spcPct val="100000"/>
              </a:lnSpc>
              <a:spcBef>
                <a:spcPts val="0"/>
              </a:spcBef>
              <a:spcAft>
                <a:spcPts val="0"/>
              </a:spcAft>
              <a:buClr>
                <a:schemeClr val="dk1"/>
              </a:buClr>
              <a:buSzPts val="1800"/>
              <a:buFont typeface="Calibri"/>
              <a:buNone/>
            </a:pPr>
            <a:r>
              <a:rPr lang="es-ES" sz="1800" cap="small">
                <a:solidFill>
                  <a:schemeClr val="dk1"/>
                </a:solidFill>
                <a:latin typeface="Calibri"/>
                <a:ea typeface="Calibri"/>
                <a:cs typeface="Calibri"/>
                <a:sym typeface="Calibri"/>
              </a:rPr>
              <a:t>llegan y esperan </a:t>
            </a:r>
            <a:endParaRPr sz="1800" b="0" i="0" u="none" strike="noStrike" cap="small">
              <a:solidFill>
                <a:schemeClr val="dk1"/>
              </a:solidFill>
              <a:latin typeface="Calibri"/>
              <a:ea typeface="Calibri"/>
              <a:cs typeface="Calibri"/>
              <a:sym typeface="Calibri"/>
            </a:endParaRPr>
          </a:p>
        </p:txBody>
      </p:sp>
      <p:pic>
        <p:nvPicPr>
          <p:cNvPr id="976" name="Google Shape;976;p32" descr="http://image.shutterstock.com/display_pic_with_logo/169/169,1184230450,18/stock-vector-cash-register-machine-symbol-3815086.jpg"/>
          <p:cNvPicPr preferRelativeResize="0"/>
          <p:nvPr/>
        </p:nvPicPr>
        <p:blipFill rotWithShape="1">
          <a:blip r:embed="rId4">
            <a:alphaModFix/>
          </a:blip>
          <a:srcRect/>
          <a:stretch/>
        </p:blipFill>
        <p:spPr>
          <a:xfrm>
            <a:off x="8983799" y="3266062"/>
            <a:ext cx="896054" cy="935879"/>
          </a:xfrm>
          <a:prstGeom prst="rect">
            <a:avLst/>
          </a:prstGeom>
          <a:noFill/>
          <a:ln>
            <a:noFill/>
          </a:ln>
        </p:spPr>
      </p:pic>
      <p:sp>
        <p:nvSpPr>
          <p:cNvPr id="977" name="Google Shape;977;p32"/>
          <p:cNvSpPr txBox="1"/>
          <p:nvPr/>
        </p:nvSpPr>
        <p:spPr>
          <a:xfrm>
            <a:off x="9154211" y="4402999"/>
            <a:ext cx="914400" cy="914400"/>
          </a:xfrm>
          <a:prstGeom prst="rect">
            <a:avLst/>
          </a:prstGeom>
          <a:noFill/>
          <a:ln>
            <a:noFill/>
          </a:ln>
        </p:spPr>
        <p:txBody>
          <a:bodyPr spcFirstLastPara="1" wrap="square" lIns="91425" tIns="45700" rIns="91425" bIns="45700" anchor="ctr" anchorCtr="0">
            <a:normAutofit fontScale="85000" lnSpcReduction="10000"/>
          </a:bodyPr>
          <a:lstStyle/>
          <a:p>
            <a:pPr marL="0" marR="0" lvl="0" indent="0" algn="l" rtl="0">
              <a:lnSpc>
                <a:spcPct val="100000"/>
              </a:lnSpc>
              <a:spcBef>
                <a:spcPts val="0"/>
              </a:spcBef>
              <a:spcAft>
                <a:spcPts val="0"/>
              </a:spcAft>
              <a:buClr>
                <a:schemeClr val="dk1"/>
              </a:buClr>
              <a:buSzPts val="1800"/>
              <a:buFont typeface="Calibri"/>
              <a:buNone/>
            </a:pPr>
            <a:r>
              <a:rPr lang="es-ES" sz="1800" cap="small">
                <a:solidFill>
                  <a:schemeClr val="dk1"/>
                </a:solidFill>
                <a:latin typeface="Calibri"/>
                <a:ea typeface="Calibri"/>
                <a:cs typeface="Calibri"/>
                <a:sym typeface="Calibri"/>
              </a:rPr>
              <a:t> 2 cajas </a:t>
            </a:r>
            <a:endParaRPr/>
          </a:p>
          <a:p>
            <a:pPr marL="0" marR="0" lvl="0" indent="0" algn="l" rtl="0">
              <a:lnSpc>
                <a:spcPct val="100000"/>
              </a:lnSpc>
              <a:spcBef>
                <a:spcPts val="0"/>
              </a:spcBef>
              <a:spcAft>
                <a:spcPts val="0"/>
              </a:spcAft>
              <a:buClr>
                <a:schemeClr val="dk1"/>
              </a:buClr>
              <a:buSzPts val="1800"/>
              <a:buFont typeface="Calibri"/>
              <a:buNone/>
            </a:pPr>
            <a:r>
              <a:rPr lang="es-ES" sz="1800" cap="small">
                <a:solidFill>
                  <a:schemeClr val="dk1"/>
                </a:solidFill>
                <a:latin typeface="Calibri"/>
                <a:ea typeface="Calibri"/>
                <a:cs typeface="Calibri"/>
                <a:sym typeface="Calibri"/>
              </a:rPr>
              <a:t>Pasan uno por vez </a:t>
            </a:r>
            <a:endParaRPr sz="1800" b="0" i="0" u="none" strike="noStrike" cap="small">
              <a:solidFill>
                <a:schemeClr val="dk1"/>
              </a:solidFill>
              <a:latin typeface="Calibri"/>
              <a:ea typeface="Calibri"/>
              <a:cs typeface="Calibri"/>
              <a:sym typeface="Calibri"/>
            </a:endParaRPr>
          </a:p>
        </p:txBody>
      </p:sp>
      <p:sp>
        <p:nvSpPr>
          <p:cNvPr id="978" name="Google Shape;978;p32"/>
          <p:cNvSpPr/>
          <p:nvPr/>
        </p:nvSpPr>
        <p:spPr>
          <a:xfrm>
            <a:off x="5919876" y="5502000"/>
            <a:ext cx="6096000"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dirty="0">
                <a:solidFill>
                  <a:schemeClr val="dk1"/>
                </a:solidFill>
                <a:latin typeface="Calibri"/>
                <a:ea typeface="Calibri"/>
                <a:cs typeface="Calibri"/>
                <a:sym typeface="Calibri"/>
              </a:rPr>
              <a:t>La estación tiene tres surtidores. Cada surtidor atiende de a un auto a la vez. </a:t>
            </a:r>
            <a:endParaRPr dirty="0"/>
          </a:p>
        </p:txBody>
      </p:sp>
      <p:sp>
        <p:nvSpPr>
          <p:cNvPr id="2" name="Marcador de fecha 1">
            <a:extLst>
              <a:ext uri="{FF2B5EF4-FFF2-40B4-BE49-F238E27FC236}">
                <a16:creationId xmlns:a16="http://schemas.microsoft.com/office/drawing/2014/main" id="{A2EAE30B-654C-7741-B207-EA659BB060AE}"/>
              </a:ext>
            </a:extLst>
          </p:cNvPr>
          <p:cNvSpPr>
            <a:spLocks noGrp="1"/>
          </p:cNvSpPr>
          <p:nvPr>
            <p:ph type="dt" sz="half" idx="10"/>
          </p:nvPr>
        </p:nvSpPr>
        <p:spPr/>
        <p:txBody>
          <a:bodyPr/>
          <a:lstStyle/>
          <a:p>
            <a:r>
              <a:rPr lang="es-ES"/>
              <a:t>2026</a:t>
            </a:r>
            <a:endParaRPr lang="es-AR"/>
          </a:p>
        </p:txBody>
      </p:sp>
      <p:sp>
        <p:nvSpPr>
          <p:cNvPr id="4" name="Google Shape;168;p8">
            <a:extLst>
              <a:ext uri="{FF2B5EF4-FFF2-40B4-BE49-F238E27FC236}">
                <a16:creationId xmlns:a16="http://schemas.microsoft.com/office/drawing/2014/main" id="{A62A600B-6310-9DE6-B113-272CA7E18AA9}"/>
              </a:ext>
            </a:extLst>
          </p:cNvPr>
          <p:cNvSpPr txBox="1">
            <a:spLocks noGrp="1"/>
          </p:cNvSpPr>
          <p:nvPr>
            <p:ph type="ftr" sz="quarter" idx="11"/>
          </p:nvPr>
        </p:nvSpPr>
        <p:spPr>
          <a:xfrm>
            <a:off x="3714750" y="6448425"/>
            <a:ext cx="4822825"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s-ES"/>
              <a:t>INGENIERÍA DE SOFTWARE I</a:t>
            </a:r>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982"/>
        <p:cNvGrpSpPr/>
        <p:nvPr/>
      </p:nvGrpSpPr>
      <p:grpSpPr>
        <a:xfrm>
          <a:off x="0" y="0"/>
          <a:ext cx="0" cy="0"/>
          <a:chOff x="0" y="0"/>
          <a:chExt cx="0" cy="0"/>
        </a:xfrm>
      </p:grpSpPr>
      <p:sp>
        <p:nvSpPr>
          <p:cNvPr id="984" name="Google Shape;984;p33"/>
          <p:cNvSpPr txBox="1">
            <a:spLocks noGrp="1"/>
          </p:cNvSpPr>
          <p:nvPr>
            <p:ph type="sldNum" sz="quarter" idx="12"/>
          </p:nvPr>
        </p:nvSpPr>
        <p:spPr>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50</a:t>
            </a:fld>
            <a:endParaRPr/>
          </a:p>
        </p:txBody>
      </p:sp>
      <p:pic>
        <p:nvPicPr>
          <p:cNvPr id="985" name="Google Shape;985;p33" descr="https://pixabay.com/static/uploads/photo/2012/04/28/18/23/gas-43874_960_720.png"/>
          <p:cNvPicPr preferRelativeResize="0"/>
          <p:nvPr/>
        </p:nvPicPr>
        <p:blipFill rotWithShape="1">
          <a:blip r:embed="rId3">
            <a:alphaModFix/>
          </a:blip>
          <a:srcRect/>
          <a:stretch/>
        </p:blipFill>
        <p:spPr>
          <a:xfrm>
            <a:off x="4805588" y="1556792"/>
            <a:ext cx="792088" cy="792088"/>
          </a:xfrm>
          <a:prstGeom prst="rect">
            <a:avLst/>
          </a:prstGeom>
          <a:noFill/>
          <a:ln>
            <a:noFill/>
          </a:ln>
        </p:spPr>
      </p:pic>
      <p:pic>
        <p:nvPicPr>
          <p:cNvPr id="986" name="Google Shape;986;p33" descr="https://pixabay.com/static/uploads/photo/2012/04/28/18/23/gas-43874_960_720.png"/>
          <p:cNvPicPr preferRelativeResize="0"/>
          <p:nvPr/>
        </p:nvPicPr>
        <p:blipFill rotWithShape="1">
          <a:blip r:embed="rId3">
            <a:alphaModFix/>
          </a:blip>
          <a:srcRect/>
          <a:stretch/>
        </p:blipFill>
        <p:spPr>
          <a:xfrm>
            <a:off x="4805588" y="3029904"/>
            <a:ext cx="792088" cy="792088"/>
          </a:xfrm>
          <a:prstGeom prst="rect">
            <a:avLst/>
          </a:prstGeom>
          <a:noFill/>
          <a:ln>
            <a:noFill/>
          </a:ln>
        </p:spPr>
      </p:pic>
      <p:pic>
        <p:nvPicPr>
          <p:cNvPr id="987" name="Google Shape;987;p33" descr="https://pixabay.com/static/uploads/photo/2012/04/28/18/23/gas-43874_960_720.png"/>
          <p:cNvPicPr preferRelativeResize="0"/>
          <p:nvPr/>
        </p:nvPicPr>
        <p:blipFill rotWithShape="1">
          <a:blip r:embed="rId3">
            <a:alphaModFix/>
          </a:blip>
          <a:srcRect/>
          <a:stretch/>
        </p:blipFill>
        <p:spPr>
          <a:xfrm>
            <a:off x="4805588" y="4558637"/>
            <a:ext cx="792088" cy="792088"/>
          </a:xfrm>
          <a:prstGeom prst="rect">
            <a:avLst/>
          </a:prstGeom>
          <a:noFill/>
          <a:ln>
            <a:noFill/>
          </a:ln>
        </p:spPr>
      </p:pic>
      <p:sp>
        <p:nvSpPr>
          <p:cNvPr id="988" name="Google Shape;988;p33" descr="Resultado de imagen para simbolo de caja"/>
          <p:cNvSpPr/>
          <p:nvPr/>
        </p:nvSpPr>
        <p:spPr>
          <a:xfrm>
            <a:off x="1127447" y="1800435"/>
            <a:ext cx="2564661" cy="2564669"/>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989" name="Google Shape;989;p33" descr="http://image.shutterstock.com/display_pic_with_logo/169/169,1184230450,18/stock-vector-cash-register-machine-symbol-3815086.jpg"/>
          <p:cNvPicPr preferRelativeResize="0"/>
          <p:nvPr/>
        </p:nvPicPr>
        <p:blipFill rotWithShape="1">
          <a:blip r:embed="rId4">
            <a:alphaModFix/>
          </a:blip>
          <a:srcRect/>
          <a:stretch/>
        </p:blipFill>
        <p:spPr>
          <a:xfrm>
            <a:off x="8967876" y="1591523"/>
            <a:ext cx="896054" cy="935879"/>
          </a:xfrm>
          <a:prstGeom prst="rect">
            <a:avLst/>
          </a:prstGeom>
          <a:noFill/>
          <a:ln>
            <a:noFill/>
          </a:ln>
        </p:spPr>
      </p:pic>
      <p:pic>
        <p:nvPicPr>
          <p:cNvPr id="990" name="Google Shape;990;p33" descr="https://pixabay.com/static/uploads/photo/2012/04/24/11/54/car-39596_640.png"/>
          <p:cNvPicPr preferRelativeResize="0"/>
          <p:nvPr/>
        </p:nvPicPr>
        <p:blipFill rotWithShape="1">
          <a:blip r:embed="rId5">
            <a:alphaModFix/>
          </a:blip>
          <a:srcRect/>
          <a:stretch/>
        </p:blipFill>
        <p:spPr>
          <a:xfrm flipH="1">
            <a:off x="4899039" y="2453551"/>
            <a:ext cx="821308" cy="410654"/>
          </a:xfrm>
          <a:prstGeom prst="rect">
            <a:avLst/>
          </a:prstGeom>
          <a:noFill/>
          <a:ln>
            <a:noFill/>
          </a:ln>
        </p:spPr>
      </p:pic>
      <p:pic>
        <p:nvPicPr>
          <p:cNvPr id="991" name="Google Shape;991;p33" descr="https://pixabay.com/static/uploads/photo/2012/04/24/11/54/car-39596_640.png"/>
          <p:cNvPicPr preferRelativeResize="0"/>
          <p:nvPr/>
        </p:nvPicPr>
        <p:blipFill rotWithShape="1">
          <a:blip r:embed="rId5">
            <a:alphaModFix/>
          </a:blip>
          <a:srcRect/>
          <a:stretch/>
        </p:blipFill>
        <p:spPr>
          <a:xfrm flipH="1">
            <a:off x="4833632" y="3971132"/>
            <a:ext cx="821308" cy="410654"/>
          </a:xfrm>
          <a:prstGeom prst="rect">
            <a:avLst/>
          </a:prstGeom>
          <a:noFill/>
          <a:ln>
            <a:noFill/>
          </a:ln>
        </p:spPr>
      </p:pic>
      <p:pic>
        <p:nvPicPr>
          <p:cNvPr id="992" name="Google Shape;992;p33" descr="https://pixabay.com/static/uploads/photo/2012/04/24/11/54/car-39596_640.png"/>
          <p:cNvPicPr preferRelativeResize="0"/>
          <p:nvPr/>
        </p:nvPicPr>
        <p:blipFill rotWithShape="1">
          <a:blip r:embed="rId5">
            <a:alphaModFix/>
          </a:blip>
          <a:srcRect/>
          <a:stretch/>
        </p:blipFill>
        <p:spPr>
          <a:xfrm flipH="1">
            <a:off x="4776368" y="5472031"/>
            <a:ext cx="821308" cy="410654"/>
          </a:xfrm>
          <a:prstGeom prst="rect">
            <a:avLst/>
          </a:prstGeom>
          <a:noFill/>
          <a:ln>
            <a:noFill/>
          </a:ln>
        </p:spPr>
      </p:pic>
      <p:pic>
        <p:nvPicPr>
          <p:cNvPr id="993" name="Google Shape;993;p33" descr="https://pixabay.com/static/uploads/photo/2012/04/24/11/54/car-39596_640.png"/>
          <p:cNvPicPr preferRelativeResize="0"/>
          <p:nvPr/>
        </p:nvPicPr>
        <p:blipFill rotWithShape="1">
          <a:blip r:embed="rId5">
            <a:alphaModFix/>
          </a:blip>
          <a:srcRect/>
          <a:stretch/>
        </p:blipFill>
        <p:spPr>
          <a:xfrm flipH="1">
            <a:off x="2146214" y="3450657"/>
            <a:ext cx="821308" cy="410654"/>
          </a:xfrm>
          <a:prstGeom prst="rect">
            <a:avLst/>
          </a:prstGeom>
          <a:noFill/>
          <a:ln>
            <a:noFill/>
          </a:ln>
        </p:spPr>
      </p:pic>
      <p:pic>
        <p:nvPicPr>
          <p:cNvPr id="994" name="Google Shape;994;p33" descr="https://pixabay.com/static/uploads/photo/2012/04/24/11/54/car-39596_640.png"/>
          <p:cNvPicPr preferRelativeResize="0"/>
          <p:nvPr/>
        </p:nvPicPr>
        <p:blipFill rotWithShape="1">
          <a:blip r:embed="rId5">
            <a:alphaModFix/>
          </a:blip>
          <a:srcRect/>
          <a:stretch/>
        </p:blipFill>
        <p:spPr>
          <a:xfrm flipH="1">
            <a:off x="2107023" y="4511430"/>
            <a:ext cx="821308" cy="410654"/>
          </a:xfrm>
          <a:prstGeom prst="rect">
            <a:avLst/>
          </a:prstGeom>
          <a:noFill/>
          <a:ln>
            <a:noFill/>
          </a:ln>
        </p:spPr>
      </p:pic>
      <p:pic>
        <p:nvPicPr>
          <p:cNvPr id="995" name="Google Shape;995;p33" descr="https://pixabay.com/static/uploads/photo/2012/04/24/11/54/car-39596_640.png"/>
          <p:cNvPicPr preferRelativeResize="0"/>
          <p:nvPr/>
        </p:nvPicPr>
        <p:blipFill rotWithShape="1">
          <a:blip r:embed="rId5">
            <a:alphaModFix/>
          </a:blip>
          <a:srcRect/>
          <a:stretch/>
        </p:blipFill>
        <p:spPr>
          <a:xfrm flipH="1">
            <a:off x="9108993" y="2631087"/>
            <a:ext cx="821308" cy="410654"/>
          </a:xfrm>
          <a:prstGeom prst="rect">
            <a:avLst/>
          </a:prstGeom>
          <a:noFill/>
          <a:ln>
            <a:noFill/>
          </a:ln>
        </p:spPr>
      </p:pic>
      <p:pic>
        <p:nvPicPr>
          <p:cNvPr id="996" name="Google Shape;996;p33" descr="https://pixabay.com/static/uploads/photo/2012/04/24/11/54/car-39596_640.png"/>
          <p:cNvPicPr preferRelativeResize="0"/>
          <p:nvPr/>
        </p:nvPicPr>
        <p:blipFill rotWithShape="1">
          <a:blip r:embed="rId5">
            <a:alphaModFix/>
          </a:blip>
          <a:srcRect/>
          <a:stretch/>
        </p:blipFill>
        <p:spPr>
          <a:xfrm flipH="1">
            <a:off x="7378025" y="2473772"/>
            <a:ext cx="821308" cy="410654"/>
          </a:xfrm>
          <a:prstGeom prst="rect">
            <a:avLst/>
          </a:prstGeom>
          <a:noFill/>
          <a:ln>
            <a:noFill/>
          </a:ln>
        </p:spPr>
      </p:pic>
      <p:pic>
        <p:nvPicPr>
          <p:cNvPr id="997" name="Google Shape;997;p33" descr="https://pixabay.com/static/uploads/photo/2012/04/24/11/54/car-39596_640.png"/>
          <p:cNvPicPr preferRelativeResize="0"/>
          <p:nvPr/>
        </p:nvPicPr>
        <p:blipFill rotWithShape="1">
          <a:blip r:embed="rId5">
            <a:alphaModFix/>
          </a:blip>
          <a:srcRect/>
          <a:stretch/>
        </p:blipFill>
        <p:spPr>
          <a:xfrm flipH="1">
            <a:off x="2137708" y="2849286"/>
            <a:ext cx="821308" cy="410654"/>
          </a:xfrm>
          <a:prstGeom prst="rect">
            <a:avLst/>
          </a:prstGeom>
          <a:noFill/>
          <a:ln>
            <a:noFill/>
          </a:ln>
        </p:spPr>
      </p:pic>
      <p:pic>
        <p:nvPicPr>
          <p:cNvPr id="998" name="Google Shape;998;p33" descr="https://pixabay.com/static/uploads/photo/2012/04/24/11/54/car-39596_640.png"/>
          <p:cNvPicPr preferRelativeResize="0"/>
          <p:nvPr/>
        </p:nvPicPr>
        <p:blipFill rotWithShape="1">
          <a:blip r:embed="rId5">
            <a:alphaModFix/>
          </a:blip>
          <a:srcRect/>
          <a:stretch/>
        </p:blipFill>
        <p:spPr>
          <a:xfrm flipH="1">
            <a:off x="2107023" y="4009684"/>
            <a:ext cx="821308" cy="410654"/>
          </a:xfrm>
          <a:prstGeom prst="rect">
            <a:avLst/>
          </a:prstGeom>
          <a:noFill/>
          <a:ln>
            <a:noFill/>
          </a:ln>
        </p:spPr>
      </p:pic>
      <p:pic>
        <p:nvPicPr>
          <p:cNvPr id="999" name="Google Shape;999;p33" descr="https://pixabay.com/static/uploads/photo/2012/04/24/11/54/car-39596_640.png"/>
          <p:cNvPicPr preferRelativeResize="0"/>
          <p:nvPr/>
        </p:nvPicPr>
        <p:blipFill rotWithShape="1">
          <a:blip r:embed="rId5">
            <a:alphaModFix/>
          </a:blip>
          <a:srcRect/>
          <a:stretch/>
        </p:blipFill>
        <p:spPr>
          <a:xfrm flipH="1">
            <a:off x="2107023" y="2361395"/>
            <a:ext cx="821308" cy="410654"/>
          </a:xfrm>
          <a:prstGeom prst="rect">
            <a:avLst/>
          </a:prstGeom>
          <a:noFill/>
          <a:ln>
            <a:noFill/>
          </a:ln>
        </p:spPr>
      </p:pic>
      <p:sp>
        <p:nvSpPr>
          <p:cNvPr id="1000" name="Google Shape;1000;p33"/>
          <p:cNvSpPr/>
          <p:nvPr/>
        </p:nvSpPr>
        <p:spPr>
          <a:xfrm>
            <a:off x="3116996" y="2254767"/>
            <a:ext cx="242700" cy="2758409"/>
          </a:xfrm>
          <a:prstGeom prst="rightBrace">
            <a:avLst>
              <a:gd name="adj1" fmla="val 8333"/>
              <a:gd name="adj2" fmla="val 50000"/>
            </a:avLst>
          </a:prstGeom>
          <a:no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cxnSp>
        <p:nvCxnSpPr>
          <p:cNvPr id="1001" name="Google Shape;1001;p33"/>
          <p:cNvCxnSpPr/>
          <p:nvPr/>
        </p:nvCxnSpPr>
        <p:spPr>
          <a:xfrm rot="10800000" flipH="1">
            <a:off x="3440271" y="2772049"/>
            <a:ext cx="1336016" cy="816377"/>
          </a:xfrm>
          <a:prstGeom prst="straightConnector1">
            <a:avLst/>
          </a:prstGeom>
          <a:noFill/>
          <a:ln w="9525" cap="flat" cmpd="sng">
            <a:solidFill>
              <a:schemeClr val="accent1"/>
            </a:solidFill>
            <a:prstDash val="solid"/>
            <a:round/>
            <a:headEnd type="none" w="sm" len="sm"/>
            <a:tailEnd type="triangle" w="med" len="med"/>
          </a:ln>
        </p:spPr>
      </p:cxnSp>
      <p:pic>
        <p:nvPicPr>
          <p:cNvPr id="1002" name="Google Shape;1002;p33" descr="https://pixabay.com/static/uploads/photo/2012/04/24/11/54/car-39596_640.png"/>
          <p:cNvPicPr preferRelativeResize="0"/>
          <p:nvPr/>
        </p:nvPicPr>
        <p:blipFill rotWithShape="1">
          <a:blip r:embed="rId5">
            <a:alphaModFix/>
          </a:blip>
          <a:srcRect/>
          <a:stretch/>
        </p:blipFill>
        <p:spPr>
          <a:xfrm flipH="1">
            <a:off x="10472583" y="2566722"/>
            <a:ext cx="821308" cy="410654"/>
          </a:xfrm>
          <a:prstGeom prst="rect">
            <a:avLst/>
          </a:prstGeom>
          <a:noFill/>
          <a:ln>
            <a:noFill/>
          </a:ln>
        </p:spPr>
      </p:pic>
      <p:cxnSp>
        <p:nvCxnSpPr>
          <p:cNvPr id="1003" name="Google Shape;1003;p33"/>
          <p:cNvCxnSpPr/>
          <p:nvPr/>
        </p:nvCxnSpPr>
        <p:spPr>
          <a:xfrm>
            <a:off x="3381733" y="3633971"/>
            <a:ext cx="1328375" cy="581040"/>
          </a:xfrm>
          <a:prstGeom prst="straightConnector1">
            <a:avLst/>
          </a:prstGeom>
          <a:noFill/>
          <a:ln w="9525" cap="flat" cmpd="sng">
            <a:solidFill>
              <a:schemeClr val="accent1"/>
            </a:solidFill>
            <a:prstDash val="solid"/>
            <a:round/>
            <a:headEnd type="none" w="sm" len="sm"/>
            <a:tailEnd type="triangle" w="med" len="med"/>
          </a:ln>
        </p:spPr>
      </p:cxnSp>
      <p:cxnSp>
        <p:nvCxnSpPr>
          <p:cNvPr id="1004" name="Google Shape;1004;p33"/>
          <p:cNvCxnSpPr/>
          <p:nvPr/>
        </p:nvCxnSpPr>
        <p:spPr>
          <a:xfrm>
            <a:off x="3406446" y="3668607"/>
            <a:ext cx="1256912" cy="2004338"/>
          </a:xfrm>
          <a:prstGeom prst="straightConnector1">
            <a:avLst/>
          </a:prstGeom>
          <a:noFill/>
          <a:ln w="9525" cap="flat" cmpd="sng">
            <a:solidFill>
              <a:schemeClr val="accent1"/>
            </a:solidFill>
            <a:prstDash val="solid"/>
            <a:round/>
            <a:headEnd type="none" w="sm" len="sm"/>
            <a:tailEnd type="triangle" w="med" len="med"/>
          </a:ln>
        </p:spPr>
      </p:cxnSp>
      <p:cxnSp>
        <p:nvCxnSpPr>
          <p:cNvPr id="1005" name="Google Shape;1005;p33"/>
          <p:cNvCxnSpPr/>
          <p:nvPr/>
        </p:nvCxnSpPr>
        <p:spPr>
          <a:xfrm>
            <a:off x="5800083" y="2783725"/>
            <a:ext cx="1216262" cy="666932"/>
          </a:xfrm>
          <a:prstGeom prst="straightConnector1">
            <a:avLst/>
          </a:prstGeom>
          <a:noFill/>
          <a:ln w="9525" cap="flat" cmpd="sng">
            <a:solidFill>
              <a:schemeClr val="accent1"/>
            </a:solidFill>
            <a:prstDash val="solid"/>
            <a:round/>
            <a:headEnd type="none" w="sm" len="sm"/>
            <a:tailEnd type="triangle" w="med" len="med"/>
          </a:ln>
        </p:spPr>
      </p:cxnSp>
      <p:cxnSp>
        <p:nvCxnSpPr>
          <p:cNvPr id="1006" name="Google Shape;1006;p33"/>
          <p:cNvCxnSpPr/>
          <p:nvPr/>
        </p:nvCxnSpPr>
        <p:spPr>
          <a:xfrm rot="10800000" flipH="1">
            <a:off x="5767453" y="3668607"/>
            <a:ext cx="1248892" cy="435811"/>
          </a:xfrm>
          <a:prstGeom prst="straightConnector1">
            <a:avLst/>
          </a:prstGeom>
          <a:noFill/>
          <a:ln w="9525" cap="flat" cmpd="sng">
            <a:solidFill>
              <a:schemeClr val="accent1"/>
            </a:solidFill>
            <a:prstDash val="solid"/>
            <a:round/>
            <a:headEnd type="none" w="sm" len="sm"/>
            <a:tailEnd type="triangle" w="med" len="med"/>
          </a:ln>
        </p:spPr>
      </p:cxnSp>
      <p:cxnSp>
        <p:nvCxnSpPr>
          <p:cNvPr id="1007" name="Google Shape;1007;p33"/>
          <p:cNvCxnSpPr/>
          <p:nvPr/>
        </p:nvCxnSpPr>
        <p:spPr>
          <a:xfrm rot="10800000" flipH="1">
            <a:off x="5715190" y="3821992"/>
            <a:ext cx="1432904" cy="1904878"/>
          </a:xfrm>
          <a:prstGeom prst="straightConnector1">
            <a:avLst/>
          </a:prstGeom>
          <a:noFill/>
          <a:ln w="9525" cap="flat" cmpd="sng">
            <a:solidFill>
              <a:schemeClr val="accent1"/>
            </a:solidFill>
            <a:prstDash val="solid"/>
            <a:round/>
            <a:headEnd type="none" w="sm" len="sm"/>
            <a:tailEnd type="triangle" w="med" len="med"/>
          </a:ln>
        </p:spPr>
      </p:cxnSp>
      <p:sp>
        <p:nvSpPr>
          <p:cNvPr id="1008" name="Google Shape;1008;p33"/>
          <p:cNvSpPr/>
          <p:nvPr/>
        </p:nvSpPr>
        <p:spPr>
          <a:xfrm>
            <a:off x="7148094" y="2527402"/>
            <a:ext cx="219369" cy="2125733"/>
          </a:xfrm>
          <a:prstGeom prst="leftBrace">
            <a:avLst>
              <a:gd name="adj1" fmla="val 8333"/>
              <a:gd name="adj2" fmla="val 50000"/>
            </a:avLst>
          </a:prstGeom>
          <a:no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009" name="Google Shape;1009;p33"/>
          <p:cNvSpPr/>
          <p:nvPr/>
        </p:nvSpPr>
        <p:spPr>
          <a:xfrm>
            <a:off x="8226008" y="2473772"/>
            <a:ext cx="137588" cy="2179364"/>
          </a:xfrm>
          <a:prstGeom prst="rightBrace">
            <a:avLst>
              <a:gd name="adj1" fmla="val 8333"/>
              <a:gd name="adj2" fmla="val 50000"/>
            </a:avLst>
          </a:prstGeom>
          <a:no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010" name="Google Shape;1010;p33"/>
          <p:cNvSpPr/>
          <p:nvPr/>
        </p:nvSpPr>
        <p:spPr>
          <a:xfrm>
            <a:off x="1847528" y="2254767"/>
            <a:ext cx="144016" cy="2667317"/>
          </a:xfrm>
          <a:prstGeom prst="leftBrace">
            <a:avLst>
              <a:gd name="adj1" fmla="val 8333"/>
              <a:gd name="adj2" fmla="val 50000"/>
            </a:avLst>
          </a:prstGeom>
          <a:no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pic>
        <p:nvPicPr>
          <p:cNvPr id="1011" name="Google Shape;1011;p33" descr="https://pixabay.com/static/uploads/photo/2012/04/24/11/54/car-39596_640.png"/>
          <p:cNvPicPr preferRelativeResize="0"/>
          <p:nvPr/>
        </p:nvPicPr>
        <p:blipFill rotWithShape="1">
          <a:blip r:embed="rId5">
            <a:alphaModFix/>
          </a:blip>
          <a:srcRect/>
          <a:stretch/>
        </p:blipFill>
        <p:spPr>
          <a:xfrm flipH="1">
            <a:off x="403830" y="3298307"/>
            <a:ext cx="821308" cy="410654"/>
          </a:xfrm>
          <a:prstGeom prst="rect">
            <a:avLst/>
          </a:prstGeom>
          <a:noFill/>
          <a:ln>
            <a:noFill/>
          </a:ln>
        </p:spPr>
      </p:pic>
      <p:sp>
        <p:nvSpPr>
          <p:cNvPr id="1012" name="Google Shape;1012;p33"/>
          <p:cNvSpPr txBox="1"/>
          <p:nvPr/>
        </p:nvSpPr>
        <p:spPr>
          <a:xfrm>
            <a:off x="10382166" y="2618426"/>
            <a:ext cx="914400" cy="914400"/>
          </a:xfrm>
          <a:prstGeom prst="rect">
            <a:avLst/>
          </a:prstGeom>
          <a:noFill/>
          <a:ln>
            <a:noFill/>
          </a:ln>
        </p:spPr>
        <p:txBody>
          <a:bodyPr spcFirstLastPara="1" wrap="square" lIns="91425" tIns="45700" rIns="91425" bIns="45700" anchor="ctr" anchorCtr="0">
            <a:normAutofit/>
          </a:bodyPr>
          <a:lstStyle/>
          <a:p>
            <a:pPr marL="0" marR="0" lvl="0" indent="0" algn="l" rtl="0">
              <a:lnSpc>
                <a:spcPct val="100000"/>
              </a:lnSpc>
              <a:spcBef>
                <a:spcPts val="0"/>
              </a:spcBef>
              <a:spcAft>
                <a:spcPts val="0"/>
              </a:spcAft>
              <a:buClr>
                <a:schemeClr val="dk1"/>
              </a:buClr>
              <a:buSzPts val="1800"/>
              <a:buFont typeface="Calibri"/>
              <a:buNone/>
            </a:pPr>
            <a:r>
              <a:rPr lang="es-ES" sz="1800" cap="small">
                <a:solidFill>
                  <a:schemeClr val="dk1"/>
                </a:solidFill>
                <a:latin typeface="Calibri"/>
                <a:ea typeface="Calibri"/>
                <a:cs typeface="Calibri"/>
                <a:sym typeface="Calibri"/>
              </a:rPr>
              <a:t> Se retira</a:t>
            </a:r>
            <a:endParaRPr sz="1800" b="0" i="0" u="none" strike="noStrike" cap="small">
              <a:solidFill>
                <a:schemeClr val="dk1"/>
              </a:solidFill>
              <a:latin typeface="Calibri"/>
              <a:ea typeface="Calibri"/>
              <a:cs typeface="Calibri"/>
              <a:sym typeface="Calibri"/>
            </a:endParaRPr>
          </a:p>
        </p:txBody>
      </p:sp>
      <p:sp>
        <p:nvSpPr>
          <p:cNvPr id="1013" name="Google Shape;1013;p33"/>
          <p:cNvSpPr txBox="1"/>
          <p:nvPr/>
        </p:nvSpPr>
        <p:spPr>
          <a:xfrm>
            <a:off x="4776287" y="619304"/>
            <a:ext cx="914400" cy="914400"/>
          </a:xfrm>
          <a:prstGeom prst="rect">
            <a:avLst/>
          </a:prstGeom>
          <a:noFill/>
          <a:ln>
            <a:noFill/>
          </a:ln>
        </p:spPr>
        <p:txBody>
          <a:bodyPr spcFirstLastPara="1" wrap="square" lIns="91425" tIns="45700" rIns="91425" bIns="45700" anchor="ctr" anchorCtr="0">
            <a:normAutofit fontScale="70000" lnSpcReduction="20000"/>
          </a:bodyPr>
          <a:lstStyle/>
          <a:p>
            <a:pPr marL="0" marR="0" lvl="0" indent="0" algn="l" rtl="0">
              <a:lnSpc>
                <a:spcPct val="100000"/>
              </a:lnSpc>
              <a:spcBef>
                <a:spcPts val="0"/>
              </a:spcBef>
              <a:spcAft>
                <a:spcPts val="0"/>
              </a:spcAft>
              <a:buClr>
                <a:schemeClr val="dk1"/>
              </a:buClr>
              <a:buSzPts val="1800"/>
              <a:buFont typeface="Calibri"/>
              <a:buNone/>
            </a:pPr>
            <a:r>
              <a:rPr lang="es-ES" sz="1800" b="0" i="0" u="none" strike="noStrike" cap="small" dirty="0">
                <a:solidFill>
                  <a:schemeClr val="dk1"/>
                </a:solidFill>
                <a:latin typeface="Calibri"/>
                <a:ea typeface="Calibri"/>
                <a:cs typeface="Calibri"/>
                <a:sym typeface="Calibri"/>
              </a:rPr>
              <a:t> 3 Surtidores </a:t>
            </a:r>
            <a:endParaRPr dirty="0"/>
          </a:p>
          <a:p>
            <a:pPr marL="0" marR="0" lvl="0" indent="0" algn="l" rtl="0">
              <a:lnSpc>
                <a:spcPct val="100000"/>
              </a:lnSpc>
              <a:spcBef>
                <a:spcPts val="0"/>
              </a:spcBef>
              <a:spcAft>
                <a:spcPts val="0"/>
              </a:spcAft>
              <a:buClr>
                <a:schemeClr val="dk1"/>
              </a:buClr>
              <a:buSzPts val="1800"/>
              <a:buFont typeface="Calibri"/>
              <a:buNone/>
            </a:pPr>
            <a:r>
              <a:rPr lang="es-ES" sz="1800" cap="small" dirty="0">
                <a:solidFill>
                  <a:schemeClr val="dk1"/>
                </a:solidFill>
                <a:latin typeface="Calibri"/>
                <a:ea typeface="Calibri"/>
                <a:cs typeface="Calibri"/>
                <a:sym typeface="Calibri"/>
              </a:rPr>
              <a:t>1 auto por surtidor </a:t>
            </a:r>
            <a:endParaRPr sz="1800" b="0" i="0" u="none" strike="noStrike" cap="small" dirty="0">
              <a:solidFill>
                <a:schemeClr val="dk1"/>
              </a:solidFill>
              <a:latin typeface="Calibri"/>
              <a:ea typeface="Calibri"/>
              <a:cs typeface="Calibri"/>
              <a:sym typeface="Calibri"/>
            </a:endParaRPr>
          </a:p>
        </p:txBody>
      </p:sp>
      <p:sp>
        <p:nvSpPr>
          <p:cNvPr id="1014" name="Google Shape;1014;p33"/>
          <p:cNvSpPr txBox="1"/>
          <p:nvPr/>
        </p:nvSpPr>
        <p:spPr>
          <a:xfrm>
            <a:off x="6810297" y="1265926"/>
            <a:ext cx="914400" cy="914400"/>
          </a:xfrm>
          <a:prstGeom prst="rect">
            <a:avLst/>
          </a:prstGeom>
          <a:noFill/>
          <a:ln>
            <a:noFill/>
          </a:ln>
        </p:spPr>
        <p:txBody>
          <a:bodyPr spcFirstLastPara="1" wrap="square" lIns="91425" tIns="45700" rIns="91425" bIns="45700" anchor="ctr" anchorCtr="0">
            <a:normAutofit fontScale="70000" lnSpcReduction="20000"/>
          </a:bodyPr>
          <a:lstStyle/>
          <a:p>
            <a:pPr marL="0" marR="0" lvl="0" indent="0" algn="l" rtl="0">
              <a:lnSpc>
                <a:spcPct val="100000"/>
              </a:lnSpc>
              <a:spcBef>
                <a:spcPts val="0"/>
              </a:spcBef>
              <a:spcAft>
                <a:spcPts val="0"/>
              </a:spcAft>
              <a:buClr>
                <a:schemeClr val="dk1"/>
              </a:buClr>
              <a:buSzPts val="1800"/>
              <a:buFont typeface="Calibri"/>
              <a:buNone/>
            </a:pPr>
            <a:r>
              <a:rPr lang="es-ES" sz="1800" b="0" i="0" u="none" strike="noStrike" cap="small">
                <a:solidFill>
                  <a:schemeClr val="dk1"/>
                </a:solidFill>
                <a:latin typeface="Calibri"/>
                <a:ea typeface="Calibri"/>
                <a:cs typeface="Calibri"/>
                <a:sym typeface="Calibri"/>
              </a:rPr>
              <a:t> Cola de espera </a:t>
            </a:r>
            <a:endParaRPr/>
          </a:p>
          <a:p>
            <a:pPr marL="0" marR="0" lvl="0" indent="0" algn="l" rtl="0">
              <a:lnSpc>
                <a:spcPct val="100000"/>
              </a:lnSpc>
              <a:spcBef>
                <a:spcPts val="0"/>
              </a:spcBef>
              <a:spcAft>
                <a:spcPts val="0"/>
              </a:spcAft>
              <a:buClr>
                <a:schemeClr val="dk1"/>
              </a:buClr>
              <a:buSzPts val="1800"/>
              <a:buFont typeface="Calibri"/>
              <a:buNone/>
            </a:pPr>
            <a:r>
              <a:rPr lang="es-ES" sz="1800" b="0" i="0" u="none" strike="noStrike" cap="small">
                <a:solidFill>
                  <a:schemeClr val="dk1"/>
                </a:solidFill>
                <a:latin typeface="Calibri"/>
                <a:ea typeface="Calibri"/>
                <a:cs typeface="Calibri"/>
                <a:sym typeface="Calibri"/>
              </a:rPr>
              <a:t>para pagar (sin limite) </a:t>
            </a:r>
            <a:endParaRPr sz="1800" b="0" i="0" u="none" strike="noStrike" cap="small">
              <a:solidFill>
                <a:schemeClr val="dk1"/>
              </a:solidFill>
              <a:latin typeface="Calibri"/>
              <a:ea typeface="Calibri"/>
              <a:cs typeface="Calibri"/>
              <a:sym typeface="Calibri"/>
            </a:endParaRPr>
          </a:p>
        </p:txBody>
      </p:sp>
      <p:sp>
        <p:nvSpPr>
          <p:cNvPr id="1015" name="Google Shape;1015;p33"/>
          <p:cNvSpPr txBox="1"/>
          <p:nvPr/>
        </p:nvSpPr>
        <p:spPr>
          <a:xfrm>
            <a:off x="1559226" y="1437533"/>
            <a:ext cx="914400" cy="914400"/>
          </a:xfrm>
          <a:prstGeom prst="rect">
            <a:avLst/>
          </a:prstGeom>
          <a:noFill/>
          <a:ln>
            <a:noFill/>
          </a:ln>
        </p:spPr>
        <p:txBody>
          <a:bodyPr spcFirstLastPara="1" wrap="square" lIns="91425" tIns="45700" rIns="91425" bIns="45700" anchor="ctr" anchorCtr="0">
            <a:normAutofit fontScale="85000" lnSpcReduction="10000"/>
          </a:bodyPr>
          <a:lstStyle/>
          <a:p>
            <a:pPr marL="0" marR="0" lvl="0" indent="0" algn="l" rtl="0">
              <a:lnSpc>
                <a:spcPct val="100000"/>
              </a:lnSpc>
              <a:spcBef>
                <a:spcPts val="0"/>
              </a:spcBef>
              <a:spcAft>
                <a:spcPts val="0"/>
              </a:spcAft>
              <a:buClr>
                <a:schemeClr val="dk1"/>
              </a:buClr>
              <a:buSzPts val="1800"/>
              <a:buFont typeface="Calibri"/>
              <a:buNone/>
            </a:pPr>
            <a:r>
              <a:rPr lang="es-ES" sz="1800" b="0" i="0" u="none" strike="noStrike" cap="small">
                <a:solidFill>
                  <a:schemeClr val="dk1"/>
                </a:solidFill>
                <a:latin typeface="Calibri"/>
                <a:ea typeface="Calibri"/>
                <a:cs typeface="Calibri"/>
                <a:sym typeface="Calibri"/>
              </a:rPr>
              <a:t> 5 Lugares de espera</a:t>
            </a:r>
            <a:endParaRPr/>
          </a:p>
        </p:txBody>
      </p:sp>
      <p:pic>
        <p:nvPicPr>
          <p:cNvPr id="1016" name="Google Shape;1016;p33" descr="https://pixabay.com/static/uploads/photo/2012/04/24/11/54/car-39596_640.png"/>
          <p:cNvPicPr preferRelativeResize="0"/>
          <p:nvPr/>
        </p:nvPicPr>
        <p:blipFill rotWithShape="1">
          <a:blip r:embed="rId5">
            <a:alphaModFix/>
          </a:blip>
          <a:srcRect/>
          <a:stretch/>
        </p:blipFill>
        <p:spPr>
          <a:xfrm flipH="1">
            <a:off x="556230" y="3450707"/>
            <a:ext cx="821308" cy="410654"/>
          </a:xfrm>
          <a:prstGeom prst="rect">
            <a:avLst/>
          </a:prstGeom>
          <a:noFill/>
          <a:ln>
            <a:noFill/>
          </a:ln>
        </p:spPr>
      </p:pic>
      <p:pic>
        <p:nvPicPr>
          <p:cNvPr id="1017" name="Google Shape;1017;p33" descr="https://pixabay.com/static/uploads/photo/2012/04/24/11/54/car-39596_640.png"/>
          <p:cNvPicPr preferRelativeResize="0"/>
          <p:nvPr/>
        </p:nvPicPr>
        <p:blipFill rotWithShape="1">
          <a:blip r:embed="rId5">
            <a:alphaModFix/>
          </a:blip>
          <a:srcRect/>
          <a:stretch/>
        </p:blipFill>
        <p:spPr>
          <a:xfrm flipH="1">
            <a:off x="708630" y="3603107"/>
            <a:ext cx="821308" cy="410654"/>
          </a:xfrm>
          <a:prstGeom prst="rect">
            <a:avLst/>
          </a:prstGeom>
          <a:noFill/>
          <a:ln>
            <a:noFill/>
          </a:ln>
        </p:spPr>
      </p:pic>
      <p:sp>
        <p:nvSpPr>
          <p:cNvPr id="1018" name="Google Shape;1018;p33"/>
          <p:cNvSpPr txBox="1"/>
          <p:nvPr/>
        </p:nvSpPr>
        <p:spPr>
          <a:xfrm>
            <a:off x="90295" y="2314849"/>
            <a:ext cx="914400" cy="914400"/>
          </a:xfrm>
          <a:prstGeom prst="rect">
            <a:avLst/>
          </a:prstGeom>
          <a:noFill/>
          <a:ln>
            <a:noFill/>
          </a:ln>
        </p:spPr>
        <p:txBody>
          <a:bodyPr spcFirstLastPara="1" wrap="square" lIns="91425" tIns="45700" rIns="91425" bIns="45700" anchor="ctr" anchorCtr="0">
            <a:normAutofit fontScale="85000" lnSpcReduction="10000"/>
          </a:bodyPr>
          <a:lstStyle/>
          <a:p>
            <a:pPr marL="0" marR="0" lvl="0" indent="0" algn="l" rtl="0">
              <a:lnSpc>
                <a:spcPct val="100000"/>
              </a:lnSpc>
              <a:spcBef>
                <a:spcPts val="0"/>
              </a:spcBef>
              <a:spcAft>
                <a:spcPts val="0"/>
              </a:spcAft>
              <a:buClr>
                <a:schemeClr val="dk1"/>
              </a:buClr>
              <a:buSzPts val="1800"/>
              <a:buFont typeface="Calibri"/>
              <a:buNone/>
            </a:pPr>
            <a:r>
              <a:rPr lang="es-ES" sz="1800" cap="small">
                <a:solidFill>
                  <a:schemeClr val="dk1"/>
                </a:solidFill>
                <a:latin typeface="Calibri"/>
                <a:ea typeface="Calibri"/>
                <a:cs typeface="Calibri"/>
                <a:sym typeface="Calibri"/>
              </a:rPr>
              <a:t>Los autos </a:t>
            </a:r>
            <a:endParaRPr/>
          </a:p>
          <a:p>
            <a:pPr marL="0" marR="0" lvl="0" indent="0" algn="l" rtl="0">
              <a:lnSpc>
                <a:spcPct val="100000"/>
              </a:lnSpc>
              <a:spcBef>
                <a:spcPts val="0"/>
              </a:spcBef>
              <a:spcAft>
                <a:spcPts val="0"/>
              </a:spcAft>
              <a:buClr>
                <a:schemeClr val="dk1"/>
              </a:buClr>
              <a:buSzPts val="1800"/>
              <a:buFont typeface="Calibri"/>
              <a:buNone/>
            </a:pPr>
            <a:r>
              <a:rPr lang="es-ES" sz="1800" cap="small">
                <a:solidFill>
                  <a:schemeClr val="dk1"/>
                </a:solidFill>
                <a:latin typeface="Calibri"/>
                <a:ea typeface="Calibri"/>
                <a:cs typeface="Calibri"/>
                <a:sym typeface="Calibri"/>
              </a:rPr>
              <a:t>llegan y esperan </a:t>
            </a:r>
            <a:endParaRPr sz="1800" b="0" i="0" u="none" strike="noStrike" cap="small">
              <a:solidFill>
                <a:schemeClr val="dk1"/>
              </a:solidFill>
              <a:latin typeface="Calibri"/>
              <a:ea typeface="Calibri"/>
              <a:cs typeface="Calibri"/>
              <a:sym typeface="Calibri"/>
            </a:endParaRPr>
          </a:p>
        </p:txBody>
      </p:sp>
      <p:pic>
        <p:nvPicPr>
          <p:cNvPr id="1019" name="Google Shape;1019;p33" descr="http://image.shutterstock.com/display_pic_with_logo/169/169,1184230450,18/stock-vector-cash-register-machine-symbol-3815086.jpg"/>
          <p:cNvPicPr preferRelativeResize="0"/>
          <p:nvPr/>
        </p:nvPicPr>
        <p:blipFill rotWithShape="1">
          <a:blip r:embed="rId4">
            <a:alphaModFix/>
          </a:blip>
          <a:srcRect/>
          <a:stretch/>
        </p:blipFill>
        <p:spPr>
          <a:xfrm>
            <a:off x="8983799" y="3266062"/>
            <a:ext cx="896054" cy="935879"/>
          </a:xfrm>
          <a:prstGeom prst="rect">
            <a:avLst/>
          </a:prstGeom>
          <a:noFill/>
          <a:ln>
            <a:noFill/>
          </a:ln>
        </p:spPr>
      </p:pic>
      <p:sp>
        <p:nvSpPr>
          <p:cNvPr id="1020" name="Google Shape;1020;p33"/>
          <p:cNvSpPr txBox="1"/>
          <p:nvPr/>
        </p:nvSpPr>
        <p:spPr>
          <a:xfrm>
            <a:off x="9108993" y="4216204"/>
            <a:ext cx="914400" cy="914400"/>
          </a:xfrm>
          <a:prstGeom prst="rect">
            <a:avLst/>
          </a:prstGeom>
          <a:noFill/>
          <a:ln>
            <a:noFill/>
          </a:ln>
        </p:spPr>
        <p:txBody>
          <a:bodyPr spcFirstLastPara="1" wrap="square" lIns="91425" tIns="45700" rIns="91425" bIns="45700" anchor="ctr" anchorCtr="0">
            <a:normAutofit fontScale="85000" lnSpcReduction="10000"/>
          </a:bodyPr>
          <a:lstStyle/>
          <a:p>
            <a:pPr marL="0" marR="0" lvl="0" indent="0" algn="l" rtl="0">
              <a:lnSpc>
                <a:spcPct val="100000"/>
              </a:lnSpc>
              <a:spcBef>
                <a:spcPts val="0"/>
              </a:spcBef>
              <a:spcAft>
                <a:spcPts val="0"/>
              </a:spcAft>
              <a:buClr>
                <a:schemeClr val="dk1"/>
              </a:buClr>
              <a:buSzPts val="1800"/>
              <a:buFont typeface="Calibri"/>
              <a:buNone/>
            </a:pPr>
            <a:r>
              <a:rPr lang="es-ES" sz="1800" cap="small" dirty="0">
                <a:solidFill>
                  <a:schemeClr val="dk1"/>
                </a:solidFill>
                <a:latin typeface="Calibri"/>
                <a:ea typeface="Calibri"/>
                <a:cs typeface="Calibri"/>
                <a:sym typeface="Calibri"/>
              </a:rPr>
              <a:t> 2 cajas </a:t>
            </a:r>
            <a:endParaRPr dirty="0"/>
          </a:p>
          <a:p>
            <a:pPr marL="0" marR="0" lvl="0" indent="0" algn="l" rtl="0">
              <a:lnSpc>
                <a:spcPct val="100000"/>
              </a:lnSpc>
              <a:spcBef>
                <a:spcPts val="0"/>
              </a:spcBef>
              <a:spcAft>
                <a:spcPts val="0"/>
              </a:spcAft>
              <a:buClr>
                <a:schemeClr val="dk1"/>
              </a:buClr>
              <a:buSzPts val="1800"/>
              <a:buFont typeface="Calibri"/>
              <a:buNone/>
            </a:pPr>
            <a:r>
              <a:rPr lang="es-ES" sz="1800" cap="small" dirty="0">
                <a:solidFill>
                  <a:schemeClr val="dk1"/>
                </a:solidFill>
                <a:latin typeface="Calibri"/>
                <a:ea typeface="Calibri"/>
                <a:cs typeface="Calibri"/>
                <a:sym typeface="Calibri"/>
              </a:rPr>
              <a:t>Pasan uno por vez </a:t>
            </a:r>
            <a:endParaRPr sz="1800" b="0" i="0" u="none" strike="noStrike" cap="small" dirty="0">
              <a:solidFill>
                <a:schemeClr val="dk1"/>
              </a:solidFill>
              <a:latin typeface="Calibri"/>
              <a:ea typeface="Calibri"/>
              <a:cs typeface="Calibri"/>
              <a:sym typeface="Calibri"/>
            </a:endParaRPr>
          </a:p>
        </p:txBody>
      </p:sp>
      <p:cxnSp>
        <p:nvCxnSpPr>
          <p:cNvPr id="1021" name="Google Shape;1021;p33"/>
          <p:cNvCxnSpPr/>
          <p:nvPr/>
        </p:nvCxnSpPr>
        <p:spPr>
          <a:xfrm rot="10800000" flipH="1">
            <a:off x="8446574" y="3029904"/>
            <a:ext cx="514585" cy="410655"/>
          </a:xfrm>
          <a:prstGeom prst="straightConnector1">
            <a:avLst/>
          </a:prstGeom>
          <a:noFill/>
          <a:ln w="9525" cap="flat" cmpd="sng">
            <a:solidFill>
              <a:schemeClr val="accent1"/>
            </a:solidFill>
            <a:prstDash val="solid"/>
            <a:round/>
            <a:headEnd type="none" w="sm" len="sm"/>
            <a:tailEnd type="triangle" w="med" len="med"/>
          </a:ln>
        </p:spPr>
      </p:cxnSp>
      <p:sp>
        <p:nvSpPr>
          <p:cNvPr id="1022" name="Google Shape;1022;p33"/>
          <p:cNvSpPr/>
          <p:nvPr/>
        </p:nvSpPr>
        <p:spPr>
          <a:xfrm>
            <a:off x="5767452" y="5234748"/>
            <a:ext cx="6096000"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dirty="0">
                <a:solidFill>
                  <a:schemeClr val="dk1"/>
                </a:solidFill>
                <a:latin typeface="Calibri"/>
                <a:ea typeface="Calibri"/>
                <a:cs typeface="Calibri"/>
                <a:sym typeface="Calibri"/>
              </a:rPr>
              <a:t>Finalizada la carga, los autos pasan a esperar que se libere una de las dos cajas. Las cajas atienden de un auto a la vez. Una vez que ha realizado el pago, el auto se retira.</a:t>
            </a:r>
            <a:endParaRPr dirty="0"/>
          </a:p>
        </p:txBody>
      </p:sp>
      <p:sp>
        <p:nvSpPr>
          <p:cNvPr id="2" name="Marcador de fecha 1">
            <a:extLst>
              <a:ext uri="{FF2B5EF4-FFF2-40B4-BE49-F238E27FC236}">
                <a16:creationId xmlns:a16="http://schemas.microsoft.com/office/drawing/2014/main" id="{8FE48D8E-BA31-8267-7CEB-2EC5BD1D91B7}"/>
              </a:ext>
            </a:extLst>
          </p:cNvPr>
          <p:cNvSpPr>
            <a:spLocks noGrp="1"/>
          </p:cNvSpPr>
          <p:nvPr>
            <p:ph type="dt" sz="half" idx="10"/>
          </p:nvPr>
        </p:nvSpPr>
        <p:spPr/>
        <p:txBody>
          <a:bodyPr/>
          <a:lstStyle/>
          <a:p>
            <a:r>
              <a:rPr lang="es-ES"/>
              <a:t>2026</a:t>
            </a:r>
            <a:endParaRPr lang="es-AR"/>
          </a:p>
        </p:txBody>
      </p:sp>
      <p:sp>
        <p:nvSpPr>
          <p:cNvPr id="3" name="Google Shape;168;p8">
            <a:extLst>
              <a:ext uri="{FF2B5EF4-FFF2-40B4-BE49-F238E27FC236}">
                <a16:creationId xmlns:a16="http://schemas.microsoft.com/office/drawing/2014/main" id="{A1ED5117-E795-6ED2-3961-FF5EAF8E9290}"/>
              </a:ext>
            </a:extLst>
          </p:cNvPr>
          <p:cNvSpPr txBox="1">
            <a:spLocks noGrp="1"/>
          </p:cNvSpPr>
          <p:nvPr>
            <p:ph type="ftr" sz="quarter" idx="11"/>
          </p:nvPr>
        </p:nvSpPr>
        <p:spPr>
          <a:xfrm>
            <a:off x="3714750" y="6448425"/>
            <a:ext cx="4822825"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s-ES"/>
              <a:t>INGENIERÍA DE SOFTWARE I</a:t>
            </a:r>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026"/>
        <p:cNvGrpSpPr/>
        <p:nvPr/>
      </p:nvGrpSpPr>
      <p:grpSpPr>
        <a:xfrm>
          <a:off x="0" y="0"/>
          <a:ext cx="0" cy="0"/>
          <a:chOff x="0" y="0"/>
          <a:chExt cx="0" cy="0"/>
        </a:xfrm>
      </p:grpSpPr>
      <p:sp>
        <p:nvSpPr>
          <p:cNvPr id="1027" name="Google Shape;1027;p34"/>
          <p:cNvSpPr txBox="1">
            <a:spLocks noGrp="1"/>
          </p:cNvSpPr>
          <p:nvPr>
            <p:ph type="ftr" sz="quarter" idx="11"/>
          </p:nvPr>
        </p:nvSpPr>
        <p:spPr>
          <a:prstGeom prst="rect">
            <a:avLst/>
          </a:prstGeom>
          <a:noFill/>
          <a:ln>
            <a:noFill/>
          </a:ln>
        </p:spPr>
        <p:txBody>
          <a:bodyPr spcFirstLastPara="1" wrap="square" lIns="91425" tIns="45700" rIns="91425" bIns="45700" anchor="ctr" anchorCtr="1">
            <a:noAutofit/>
          </a:bodyPr>
          <a:lstStyle/>
          <a:p>
            <a:pPr marL="0" lvl="0" indent="0" algn="l" rtl="0">
              <a:spcBef>
                <a:spcPts val="0"/>
              </a:spcBef>
              <a:spcAft>
                <a:spcPts val="0"/>
              </a:spcAft>
              <a:buNone/>
            </a:pPr>
            <a:r>
              <a:rPr lang="es-ES" dirty="0"/>
              <a:t>Ingeniería de Software I</a:t>
            </a:r>
            <a:endParaRPr dirty="0"/>
          </a:p>
        </p:txBody>
      </p:sp>
      <p:sp>
        <p:nvSpPr>
          <p:cNvPr id="1028" name="Google Shape;1028;p34"/>
          <p:cNvSpPr txBox="1">
            <a:spLocks noGrp="1"/>
          </p:cNvSpPr>
          <p:nvPr>
            <p:ph type="sldNum" sz="quarter" idx="12"/>
          </p:nvPr>
        </p:nvSpPr>
        <p:spPr>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51</a:t>
            </a:fld>
            <a:endParaRPr/>
          </a:p>
        </p:txBody>
      </p:sp>
      <p:pic>
        <p:nvPicPr>
          <p:cNvPr id="1029" name="Google Shape;1029;p34" descr="https://pixabay.com/static/uploads/photo/2012/04/28/18/23/gas-43874_960_720.png"/>
          <p:cNvPicPr preferRelativeResize="0"/>
          <p:nvPr/>
        </p:nvPicPr>
        <p:blipFill rotWithShape="1">
          <a:blip r:embed="rId3">
            <a:alphaModFix/>
          </a:blip>
          <a:srcRect/>
          <a:stretch/>
        </p:blipFill>
        <p:spPr>
          <a:xfrm>
            <a:off x="4805588" y="1556792"/>
            <a:ext cx="792088" cy="792088"/>
          </a:xfrm>
          <a:prstGeom prst="rect">
            <a:avLst/>
          </a:prstGeom>
          <a:noFill/>
          <a:ln>
            <a:noFill/>
          </a:ln>
        </p:spPr>
      </p:pic>
      <p:pic>
        <p:nvPicPr>
          <p:cNvPr id="1030" name="Google Shape;1030;p34" descr="https://pixabay.com/static/uploads/photo/2012/04/28/18/23/gas-43874_960_720.png"/>
          <p:cNvPicPr preferRelativeResize="0"/>
          <p:nvPr/>
        </p:nvPicPr>
        <p:blipFill rotWithShape="1">
          <a:blip r:embed="rId3">
            <a:alphaModFix/>
          </a:blip>
          <a:srcRect/>
          <a:stretch/>
        </p:blipFill>
        <p:spPr>
          <a:xfrm>
            <a:off x="4805588" y="3029904"/>
            <a:ext cx="792088" cy="792088"/>
          </a:xfrm>
          <a:prstGeom prst="rect">
            <a:avLst/>
          </a:prstGeom>
          <a:noFill/>
          <a:ln>
            <a:noFill/>
          </a:ln>
        </p:spPr>
      </p:pic>
      <p:pic>
        <p:nvPicPr>
          <p:cNvPr id="1031" name="Google Shape;1031;p34" descr="https://pixabay.com/static/uploads/photo/2012/04/28/18/23/gas-43874_960_720.png"/>
          <p:cNvPicPr preferRelativeResize="0"/>
          <p:nvPr/>
        </p:nvPicPr>
        <p:blipFill rotWithShape="1">
          <a:blip r:embed="rId3">
            <a:alphaModFix/>
          </a:blip>
          <a:srcRect/>
          <a:stretch/>
        </p:blipFill>
        <p:spPr>
          <a:xfrm>
            <a:off x="4805588" y="4558637"/>
            <a:ext cx="792088" cy="792088"/>
          </a:xfrm>
          <a:prstGeom prst="rect">
            <a:avLst/>
          </a:prstGeom>
          <a:noFill/>
          <a:ln>
            <a:noFill/>
          </a:ln>
        </p:spPr>
      </p:pic>
      <p:sp>
        <p:nvSpPr>
          <p:cNvPr id="1032" name="Google Shape;1032;p34" descr="Resultado de imagen para simbolo de caja"/>
          <p:cNvSpPr/>
          <p:nvPr/>
        </p:nvSpPr>
        <p:spPr>
          <a:xfrm>
            <a:off x="1127447" y="1800435"/>
            <a:ext cx="2564661" cy="2564669"/>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1033" name="Google Shape;1033;p34" descr="http://image.shutterstock.com/display_pic_with_logo/169/169,1184230450,18/stock-vector-cash-register-machine-symbol-3815086.jpg"/>
          <p:cNvPicPr preferRelativeResize="0"/>
          <p:nvPr/>
        </p:nvPicPr>
        <p:blipFill rotWithShape="1">
          <a:blip r:embed="rId4">
            <a:alphaModFix/>
          </a:blip>
          <a:srcRect/>
          <a:stretch/>
        </p:blipFill>
        <p:spPr>
          <a:xfrm>
            <a:off x="8967876" y="1591523"/>
            <a:ext cx="896054" cy="935879"/>
          </a:xfrm>
          <a:prstGeom prst="rect">
            <a:avLst/>
          </a:prstGeom>
          <a:noFill/>
          <a:ln>
            <a:noFill/>
          </a:ln>
        </p:spPr>
      </p:pic>
      <p:pic>
        <p:nvPicPr>
          <p:cNvPr id="1034" name="Google Shape;1034;p34" descr="https://pixabay.com/static/uploads/photo/2012/04/24/11/54/car-39596_640.png"/>
          <p:cNvPicPr preferRelativeResize="0"/>
          <p:nvPr/>
        </p:nvPicPr>
        <p:blipFill rotWithShape="1">
          <a:blip r:embed="rId5">
            <a:alphaModFix/>
          </a:blip>
          <a:srcRect/>
          <a:stretch/>
        </p:blipFill>
        <p:spPr>
          <a:xfrm flipH="1">
            <a:off x="4899039" y="2453551"/>
            <a:ext cx="821308" cy="410654"/>
          </a:xfrm>
          <a:prstGeom prst="rect">
            <a:avLst/>
          </a:prstGeom>
          <a:noFill/>
          <a:ln>
            <a:noFill/>
          </a:ln>
        </p:spPr>
      </p:pic>
      <p:pic>
        <p:nvPicPr>
          <p:cNvPr id="1035" name="Google Shape;1035;p34" descr="https://pixabay.com/static/uploads/photo/2012/04/24/11/54/car-39596_640.png"/>
          <p:cNvPicPr preferRelativeResize="0"/>
          <p:nvPr/>
        </p:nvPicPr>
        <p:blipFill rotWithShape="1">
          <a:blip r:embed="rId5">
            <a:alphaModFix/>
          </a:blip>
          <a:srcRect/>
          <a:stretch/>
        </p:blipFill>
        <p:spPr>
          <a:xfrm flipH="1">
            <a:off x="4833632" y="3971132"/>
            <a:ext cx="821308" cy="410654"/>
          </a:xfrm>
          <a:prstGeom prst="rect">
            <a:avLst/>
          </a:prstGeom>
          <a:noFill/>
          <a:ln>
            <a:noFill/>
          </a:ln>
        </p:spPr>
      </p:pic>
      <p:pic>
        <p:nvPicPr>
          <p:cNvPr id="1036" name="Google Shape;1036;p34" descr="https://pixabay.com/static/uploads/photo/2012/04/24/11/54/car-39596_640.png"/>
          <p:cNvPicPr preferRelativeResize="0"/>
          <p:nvPr/>
        </p:nvPicPr>
        <p:blipFill rotWithShape="1">
          <a:blip r:embed="rId5">
            <a:alphaModFix/>
          </a:blip>
          <a:srcRect/>
          <a:stretch/>
        </p:blipFill>
        <p:spPr>
          <a:xfrm flipH="1">
            <a:off x="4776368" y="5472031"/>
            <a:ext cx="821308" cy="410654"/>
          </a:xfrm>
          <a:prstGeom prst="rect">
            <a:avLst/>
          </a:prstGeom>
          <a:noFill/>
          <a:ln>
            <a:noFill/>
          </a:ln>
        </p:spPr>
      </p:pic>
      <p:pic>
        <p:nvPicPr>
          <p:cNvPr id="1037" name="Google Shape;1037;p34" descr="https://pixabay.com/static/uploads/photo/2012/04/24/11/54/car-39596_640.png"/>
          <p:cNvPicPr preferRelativeResize="0"/>
          <p:nvPr/>
        </p:nvPicPr>
        <p:blipFill rotWithShape="1">
          <a:blip r:embed="rId5">
            <a:alphaModFix/>
          </a:blip>
          <a:srcRect/>
          <a:stretch/>
        </p:blipFill>
        <p:spPr>
          <a:xfrm flipH="1">
            <a:off x="2146214" y="3450657"/>
            <a:ext cx="821308" cy="410654"/>
          </a:xfrm>
          <a:prstGeom prst="rect">
            <a:avLst/>
          </a:prstGeom>
          <a:noFill/>
          <a:ln>
            <a:noFill/>
          </a:ln>
        </p:spPr>
      </p:pic>
      <p:pic>
        <p:nvPicPr>
          <p:cNvPr id="1038" name="Google Shape;1038;p34" descr="https://pixabay.com/static/uploads/photo/2012/04/24/11/54/car-39596_640.png"/>
          <p:cNvPicPr preferRelativeResize="0"/>
          <p:nvPr/>
        </p:nvPicPr>
        <p:blipFill rotWithShape="1">
          <a:blip r:embed="rId5">
            <a:alphaModFix/>
          </a:blip>
          <a:srcRect/>
          <a:stretch/>
        </p:blipFill>
        <p:spPr>
          <a:xfrm flipH="1">
            <a:off x="2107023" y="4511430"/>
            <a:ext cx="821308" cy="410654"/>
          </a:xfrm>
          <a:prstGeom prst="rect">
            <a:avLst/>
          </a:prstGeom>
          <a:noFill/>
          <a:ln>
            <a:noFill/>
          </a:ln>
        </p:spPr>
      </p:pic>
      <p:pic>
        <p:nvPicPr>
          <p:cNvPr id="1039" name="Google Shape;1039;p34" descr="https://pixabay.com/static/uploads/photo/2012/04/24/11/54/car-39596_640.png"/>
          <p:cNvPicPr preferRelativeResize="0"/>
          <p:nvPr/>
        </p:nvPicPr>
        <p:blipFill rotWithShape="1">
          <a:blip r:embed="rId5">
            <a:alphaModFix/>
          </a:blip>
          <a:srcRect/>
          <a:stretch/>
        </p:blipFill>
        <p:spPr>
          <a:xfrm flipH="1">
            <a:off x="9108993" y="2631087"/>
            <a:ext cx="821308" cy="410654"/>
          </a:xfrm>
          <a:prstGeom prst="rect">
            <a:avLst/>
          </a:prstGeom>
          <a:noFill/>
          <a:ln>
            <a:noFill/>
          </a:ln>
        </p:spPr>
      </p:pic>
      <p:pic>
        <p:nvPicPr>
          <p:cNvPr id="1040" name="Google Shape;1040;p34" descr="https://pixabay.com/static/uploads/photo/2012/04/24/11/54/car-39596_640.png"/>
          <p:cNvPicPr preferRelativeResize="0"/>
          <p:nvPr/>
        </p:nvPicPr>
        <p:blipFill rotWithShape="1">
          <a:blip r:embed="rId5">
            <a:alphaModFix/>
          </a:blip>
          <a:srcRect/>
          <a:stretch/>
        </p:blipFill>
        <p:spPr>
          <a:xfrm flipH="1">
            <a:off x="7378025" y="3029904"/>
            <a:ext cx="821308" cy="410654"/>
          </a:xfrm>
          <a:prstGeom prst="rect">
            <a:avLst/>
          </a:prstGeom>
          <a:noFill/>
          <a:ln>
            <a:noFill/>
          </a:ln>
        </p:spPr>
      </p:pic>
      <p:pic>
        <p:nvPicPr>
          <p:cNvPr id="1041" name="Google Shape;1041;p34" descr="https://pixabay.com/static/uploads/photo/2012/04/24/11/54/car-39596_640.png"/>
          <p:cNvPicPr preferRelativeResize="0"/>
          <p:nvPr/>
        </p:nvPicPr>
        <p:blipFill rotWithShape="1">
          <a:blip r:embed="rId5">
            <a:alphaModFix/>
          </a:blip>
          <a:srcRect/>
          <a:stretch/>
        </p:blipFill>
        <p:spPr>
          <a:xfrm flipH="1">
            <a:off x="7378025" y="2473772"/>
            <a:ext cx="821308" cy="410654"/>
          </a:xfrm>
          <a:prstGeom prst="rect">
            <a:avLst/>
          </a:prstGeom>
          <a:noFill/>
          <a:ln>
            <a:noFill/>
          </a:ln>
        </p:spPr>
      </p:pic>
      <p:pic>
        <p:nvPicPr>
          <p:cNvPr id="1042" name="Google Shape;1042;p34" descr="https://pixabay.com/static/uploads/photo/2012/04/24/11/54/car-39596_640.png"/>
          <p:cNvPicPr preferRelativeResize="0"/>
          <p:nvPr/>
        </p:nvPicPr>
        <p:blipFill rotWithShape="1">
          <a:blip r:embed="rId5">
            <a:alphaModFix/>
          </a:blip>
          <a:srcRect/>
          <a:stretch/>
        </p:blipFill>
        <p:spPr>
          <a:xfrm flipH="1">
            <a:off x="2137708" y="2849286"/>
            <a:ext cx="821308" cy="410654"/>
          </a:xfrm>
          <a:prstGeom prst="rect">
            <a:avLst/>
          </a:prstGeom>
          <a:noFill/>
          <a:ln>
            <a:noFill/>
          </a:ln>
        </p:spPr>
      </p:pic>
      <p:pic>
        <p:nvPicPr>
          <p:cNvPr id="1043" name="Google Shape;1043;p34" descr="https://pixabay.com/static/uploads/photo/2012/04/24/11/54/car-39596_640.png"/>
          <p:cNvPicPr preferRelativeResize="0"/>
          <p:nvPr/>
        </p:nvPicPr>
        <p:blipFill rotWithShape="1">
          <a:blip r:embed="rId5">
            <a:alphaModFix/>
          </a:blip>
          <a:srcRect/>
          <a:stretch/>
        </p:blipFill>
        <p:spPr>
          <a:xfrm flipH="1">
            <a:off x="2107023" y="4009684"/>
            <a:ext cx="821308" cy="410654"/>
          </a:xfrm>
          <a:prstGeom prst="rect">
            <a:avLst/>
          </a:prstGeom>
          <a:noFill/>
          <a:ln>
            <a:noFill/>
          </a:ln>
        </p:spPr>
      </p:pic>
      <p:pic>
        <p:nvPicPr>
          <p:cNvPr id="1044" name="Google Shape;1044;p34" descr="https://pixabay.com/static/uploads/photo/2012/04/24/11/54/car-39596_640.png"/>
          <p:cNvPicPr preferRelativeResize="0"/>
          <p:nvPr/>
        </p:nvPicPr>
        <p:blipFill rotWithShape="1">
          <a:blip r:embed="rId5">
            <a:alphaModFix/>
          </a:blip>
          <a:srcRect/>
          <a:stretch/>
        </p:blipFill>
        <p:spPr>
          <a:xfrm flipH="1">
            <a:off x="2107023" y="2361395"/>
            <a:ext cx="821308" cy="410654"/>
          </a:xfrm>
          <a:prstGeom prst="rect">
            <a:avLst/>
          </a:prstGeom>
          <a:noFill/>
          <a:ln>
            <a:noFill/>
          </a:ln>
        </p:spPr>
      </p:pic>
      <p:sp>
        <p:nvSpPr>
          <p:cNvPr id="1045" name="Google Shape;1045;p34"/>
          <p:cNvSpPr/>
          <p:nvPr/>
        </p:nvSpPr>
        <p:spPr>
          <a:xfrm>
            <a:off x="3116996" y="2254767"/>
            <a:ext cx="242700" cy="2758409"/>
          </a:xfrm>
          <a:prstGeom prst="rightBrace">
            <a:avLst>
              <a:gd name="adj1" fmla="val 8333"/>
              <a:gd name="adj2" fmla="val 50000"/>
            </a:avLst>
          </a:prstGeom>
          <a:no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pic>
        <p:nvPicPr>
          <p:cNvPr id="1046" name="Google Shape;1046;p34" descr="https://pixabay.com/static/uploads/photo/2012/04/24/11/54/car-39596_640.png"/>
          <p:cNvPicPr preferRelativeResize="0"/>
          <p:nvPr/>
        </p:nvPicPr>
        <p:blipFill rotWithShape="1">
          <a:blip r:embed="rId5">
            <a:alphaModFix/>
          </a:blip>
          <a:srcRect/>
          <a:stretch/>
        </p:blipFill>
        <p:spPr>
          <a:xfrm flipH="1">
            <a:off x="7367463" y="4172352"/>
            <a:ext cx="821308" cy="410654"/>
          </a:xfrm>
          <a:prstGeom prst="rect">
            <a:avLst/>
          </a:prstGeom>
          <a:noFill/>
          <a:ln>
            <a:noFill/>
          </a:ln>
        </p:spPr>
      </p:pic>
      <p:cxnSp>
        <p:nvCxnSpPr>
          <p:cNvPr id="1047" name="Google Shape;1047;p34"/>
          <p:cNvCxnSpPr/>
          <p:nvPr/>
        </p:nvCxnSpPr>
        <p:spPr>
          <a:xfrm rot="10800000" flipH="1">
            <a:off x="3440271" y="2772049"/>
            <a:ext cx="1336016" cy="816377"/>
          </a:xfrm>
          <a:prstGeom prst="straightConnector1">
            <a:avLst/>
          </a:prstGeom>
          <a:noFill/>
          <a:ln w="9525" cap="flat" cmpd="sng">
            <a:solidFill>
              <a:schemeClr val="accent1"/>
            </a:solidFill>
            <a:prstDash val="solid"/>
            <a:round/>
            <a:headEnd type="none" w="sm" len="sm"/>
            <a:tailEnd type="triangle" w="med" len="med"/>
          </a:ln>
        </p:spPr>
      </p:cxnSp>
      <p:pic>
        <p:nvPicPr>
          <p:cNvPr id="1048" name="Google Shape;1048;p34" descr="https://pixabay.com/static/uploads/photo/2012/04/24/11/54/car-39596_640.png"/>
          <p:cNvPicPr preferRelativeResize="0"/>
          <p:nvPr/>
        </p:nvPicPr>
        <p:blipFill rotWithShape="1">
          <a:blip r:embed="rId5">
            <a:alphaModFix/>
          </a:blip>
          <a:srcRect/>
          <a:stretch/>
        </p:blipFill>
        <p:spPr>
          <a:xfrm flipH="1">
            <a:off x="10472583" y="2566722"/>
            <a:ext cx="821308" cy="410654"/>
          </a:xfrm>
          <a:prstGeom prst="rect">
            <a:avLst/>
          </a:prstGeom>
          <a:noFill/>
          <a:ln>
            <a:noFill/>
          </a:ln>
        </p:spPr>
      </p:pic>
      <p:cxnSp>
        <p:nvCxnSpPr>
          <p:cNvPr id="1049" name="Google Shape;1049;p34"/>
          <p:cNvCxnSpPr/>
          <p:nvPr/>
        </p:nvCxnSpPr>
        <p:spPr>
          <a:xfrm>
            <a:off x="3381733" y="3633971"/>
            <a:ext cx="1328375" cy="581040"/>
          </a:xfrm>
          <a:prstGeom prst="straightConnector1">
            <a:avLst/>
          </a:prstGeom>
          <a:noFill/>
          <a:ln w="9525" cap="flat" cmpd="sng">
            <a:solidFill>
              <a:schemeClr val="accent1"/>
            </a:solidFill>
            <a:prstDash val="solid"/>
            <a:round/>
            <a:headEnd type="none" w="sm" len="sm"/>
            <a:tailEnd type="triangle" w="med" len="med"/>
          </a:ln>
        </p:spPr>
      </p:cxnSp>
      <p:cxnSp>
        <p:nvCxnSpPr>
          <p:cNvPr id="1050" name="Google Shape;1050;p34"/>
          <p:cNvCxnSpPr/>
          <p:nvPr/>
        </p:nvCxnSpPr>
        <p:spPr>
          <a:xfrm>
            <a:off x="3406446" y="3668607"/>
            <a:ext cx="1256912" cy="2004338"/>
          </a:xfrm>
          <a:prstGeom prst="straightConnector1">
            <a:avLst/>
          </a:prstGeom>
          <a:noFill/>
          <a:ln w="9525" cap="flat" cmpd="sng">
            <a:solidFill>
              <a:schemeClr val="accent1"/>
            </a:solidFill>
            <a:prstDash val="solid"/>
            <a:round/>
            <a:headEnd type="none" w="sm" len="sm"/>
            <a:tailEnd type="triangle" w="med" len="med"/>
          </a:ln>
        </p:spPr>
      </p:cxnSp>
      <p:cxnSp>
        <p:nvCxnSpPr>
          <p:cNvPr id="1051" name="Google Shape;1051;p34"/>
          <p:cNvCxnSpPr/>
          <p:nvPr/>
        </p:nvCxnSpPr>
        <p:spPr>
          <a:xfrm>
            <a:off x="5800083" y="2783725"/>
            <a:ext cx="1216262" cy="666932"/>
          </a:xfrm>
          <a:prstGeom prst="straightConnector1">
            <a:avLst/>
          </a:prstGeom>
          <a:noFill/>
          <a:ln w="9525" cap="flat" cmpd="sng">
            <a:solidFill>
              <a:schemeClr val="accent1"/>
            </a:solidFill>
            <a:prstDash val="solid"/>
            <a:round/>
            <a:headEnd type="none" w="sm" len="sm"/>
            <a:tailEnd type="triangle" w="med" len="med"/>
          </a:ln>
        </p:spPr>
      </p:cxnSp>
      <p:cxnSp>
        <p:nvCxnSpPr>
          <p:cNvPr id="1052" name="Google Shape;1052;p34"/>
          <p:cNvCxnSpPr/>
          <p:nvPr/>
        </p:nvCxnSpPr>
        <p:spPr>
          <a:xfrm rot="10800000" flipH="1">
            <a:off x="5767453" y="3668607"/>
            <a:ext cx="1248892" cy="435811"/>
          </a:xfrm>
          <a:prstGeom prst="straightConnector1">
            <a:avLst/>
          </a:prstGeom>
          <a:noFill/>
          <a:ln w="9525" cap="flat" cmpd="sng">
            <a:solidFill>
              <a:schemeClr val="accent1"/>
            </a:solidFill>
            <a:prstDash val="solid"/>
            <a:round/>
            <a:headEnd type="none" w="sm" len="sm"/>
            <a:tailEnd type="triangle" w="med" len="med"/>
          </a:ln>
        </p:spPr>
      </p:cxnSp>
      <p:cxnSp>
        <p:nvCxnSpPr>
          <p:cNvPr id="1053" name="Google Shape;1053;p34"/>
          <p:cNvCxnSpPr/>
          <p:nvPr/>
        </p:nvCxnSpPr>
        <p:spPr>
          <a:xfrm rot="10800000" flipH="1">
            <a:off x="5715190" y="3821992"/>
            <a:ext cx="1432904" cy="1904878"/>
          </a:xfrm>
          <a:prstGeom prst="straightConnector1">
            <a:avLst/>
          </a:prstGeom>
          <a:noFill/>
          <a:ln w="9525" cap="flat" cmpd="sng">
            <a:solidFill>
              <a:schemeClr val="accent1"/>
            </a:solidFill>
            <a:prstDash val="solid"/>
            <a:round/>
            <a:headEnd type="none" w="sm" len="sm"/>
            <a:tailEnd type="triangle" w="med" len="med"/>
          </a:ln>
        </p:spPr>
      </p:cxnSp>
      <p:sp>
        <p:nvSpPr>
          <p:cNvPr id="1054" name="Google Shape;1054;p34"/>
          <p:cNvSpPr/>
          <p:nvPr/>
        </p:nvSpPr>
        <p:spPr>
          <a:xfrm>
            <a:off x="7148094" y="2527402"/>
            <a:ext cx="219369" cy="2125733"/>
          </a:xfrm>
          <a:prstGeom prst="leftBrace">
            <a:avLst>
              <a:gd name="adj1" fmla="val 8333"/>
              <a:gd name="adj2" fmla="val 50000"/>
            </a:avLst>
          </a:prstGeom>
          <a:no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055" name="Google Shape;1055;p34"/>
          <p:cNvSpPr/>
          <p:nvPr/>
        </p:nvSpPr>
        <p:spPr>
          <a:xfrm>
            <a:off x="8226008" y="2473772"/>
            <a:ext cx="137588" cy="2179364"/>
          </a:xfrm>
          <a:prstGeom prst="rightBrace">
            <a:avLst>
              <a:gd name="adj1" fmla="val 8333"/>
              <a:gd name="adj2" fmla="val 50000"/>
            </a:avLst>
          </a:prstGeom>
          <a:no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056" name="Google Shape;1056;p34"/>
          <p:cNvSpPr/>
          <p:nvPr/>
        </p:nvSpPr>
        <p:spPr>
          <a:xfrm>
            <a:off x="1847528" y="2254767"/>
            <a:ext cx="144016" cy="2667317"/>
          </a:xfrm>
          <a:prstGeom prst="leftBrace">
            <a:avLst>
              <a:gd name="adj1" fmla="val 8333"/>
              <a:gd name="adj2" fmla="val 50000"/>
            </a:avLst>
          </a:prstGeom>
          <a:no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pic>
        <p:nvPicPr>
          <p:cNvPr id="1057" name="Google Shape;1057;p34" descr="https://pixabay.com/static/uploads/photo/2012/04/24/11/54/car-39596_640.png"/>
          <p:cNvPicPr preferRelativeResize="0"/>
          <p:nvPr/>
        </p:nvPicPr>
        <p:blipFill rotWithShape="1">
          <a:blip r:embed="rId5">
            <a:alphaModFix/>
          </a:blip>
          <a:srcRect/>
          <a:stretch/>
        </p:blipFill>
        <p:spPr>
          <a:xfrm flipH="1">
            <a:off x="403830" y="3298307"/>
            <a:ext cx="821308" cy="410654"/>
          </a:xfrm>
          <a:prstGeom prst="rect">
            <a:avLst/>
          </a:prstGeom>
          <a:noFill/>
          <a:ln>
            <a:noFill/>
          </a:ln>
        </p:spPr>
      </p:pic>
      <p:sp>
        <p:nvSpPr>
          <p:cNvPr id="1058" name="Google Shape;1058;p34"/>
          <p:cNvSpPr txBox="1"/>
          <p:nvPr/>
        </p:nvSpPr>
        <p:spPr>
          <a:xfrm>
            <a:off x="7494467" y="3298307"/>
            <a:ext cx="1090733" cy="856023"/>
          </a:xfrm>
          <a:prstGeom prst="rect">
            <a:avLst/>
          </a:prstGeom>
          <a:noFill/>
          <a:ln>
            <a:noFill/>
          </a:ln>
        </p:spPr>
        <p:txBody>
          <a:bodyPr spcFirstLastPara="1" wrap="square" lIns="91425" tIns="45700" rIns="91425" bIns="45700" anchor="ctr" anchorCtr="0">
            <a:normAutofit/>
          </a:bodyPr>
          <a:lstStyle/>
          <a:p>
            <a:pPr marL="0" marR="0" lvl="0" indent="0" algn="l" rtl="0">
              <a:lnSpc>
                <a:spcPct val="100000"/>
              </a:lnSpc>
              <a:spcBef>
                <a:spcPts val="0"/>
              </a:spcBef>
              <a:spcAft>
                <a:spcPts val="0"/>
              </a:spcAft>
              <a:buClr>
                <a:schemeClr val="dk1"/>
              </a:buClr>
              <a:buSzPts val="3600"/>
              <a:buFont typeface="Calibri"/>
              <a:buNone/>
            </a:pPr>
            <a:r>
              <a:rPr lang="es-ES" sz="3600" b="1" cap="small">
                <a:solidFill>
                  <a:schemeClr val="dk1"/>
                </a:solidFill>
                <a:latin typeface="Calibri"/>
                <a:ea typeface="Calibri"/>
                <a:cs typeface="Calibri"/>
                <a:sym typeface="Calibri"/>
              </a:rPr>
              <a:t>…</a:t>
            </a:r>
            <a:endParaRPr sz="2400" b="1" i="0" u="none" strike="noStrike" cap="small">
              <a:solidFill>
                <a:schemeClr val="dk1"/>
              </a:solidFill>
              <a:latin typeface="Calibri"/>
              <a:ea typeface="Calibri"/>
              <a:cs typeface="Calibri"/>
              <a:sym typeface="Calibri"/>
            </a:endParaRPr>
          </a:p>
        </p:txBody>
      </p:sp>
      <p:sp>
        <p:nvSpPr>
          <p:cNvPr id="1059" name="Google Shape;1059;p34"/>
          <p:cNvSpPr txBox="1"/>
          <p:nvPr/>
        </p:nvSpPr>
        <p:spPr>
          <a:xfrm>
            <a:off x="10382166" y="2618426"/>
            <a:ext cx="914400" cy="914400"/>
          </a:xfrm>
          <a:prstGeom prst="rect">
            <a:avLst/>
          </a:prstGeom>
          <a:noFill/>
          <a:ln>
            <a:noFill/>
          </a:ln>
        </p:spPr>
        <p:txBody>
          <a:bodyPr spcFirstLastPara="1" wrap="square" lIns="91425" tIns="45700" rIns="91425" bIns="45700" anchor="ctr" anchorCtr="0">
            <a:normAutofit/>
          </a:bodyPr>
          <a:lstStyle/>
          <a:p>
            <a:pPr marL="0" marR="0" lvl="0" indent="0" algn="l" rtl="0">
              <a:lnSpc>
                <a:spcPct val="100000"/>
              </a:lnSpc>
              <a:spcBef>
                <a:spcPts val="0"/>
              </a:spcBef>
              <a:spcAft>
                <a:spcPts val="0"/>
              </a:spcAft>
              <a:buClr>
                <a:schemeClr val="dk1"/>
              </a:buClr>
              <a:buSzPts val="1800"/>
              <a:buFont typeface="Calibri"/>
              <a:buNone/>
            </a:pPr>
            <a:r>
              <a:rPr lang="es-ES" sz="1800" cap="small">
                <a:solidFill>
                  <a:schemeClr val="dk1"/>
                </a:solidFill>
                <a:latin typeface="Calibri"/>
                <a:ea typeface="Calibri"/>
                <a:cs typeface="Calibri"/>
                <a:sym typeface="Calibri"/>
              </a:rPr>
              <a:t> Se retira</a:t>
            </a:r>
            <a:endParaRPr sz="1800" b="0" i="0" u="none" strike="noStrike" cap="small">
              <a:solidFill>
                <a:schemeClr val="dk1"/>
              </a:solidFill>
              <a:latin typeface="Calibri"/>
              <a:ea typeface="Calibri"/>
              <a:cs typeface="Calibri"/>
              <a:sym typeface="Calibri"/>
            </a:endParaRPr>
          </a:p>
        </p:txBody>
      </p:sp>
      <p:sp>
        <p:nvSpPr>
          <p:cNvPr id="1060" name="Google Shape;1060;p34"/>
          <p:cNvSpPr txBox="1"/>
          <p:nvPr/>
        </p:nvSpPr>
        <p:spPr>
          <a:xfrm>
            <a:off x="4652718" y="560671"/>
            <a:ext cx="914400" cy="914400"/>
          </a:xfrm>
          <a:prstGeom prst="rect">
            <a:avLst/>
          </a:prstGeom>
          <a:noFill/>
          <a:ln>
            <a:noFill/>
          </a:ln>
        </p:spPr>
        <p:txBody>
          <a:bodyPr spcFirstLastPara="1" wrap="square" lIns="91425" tIns="45700" rIns="91425" bIns="45700" anchor="ctr" anchorCtr="0">
            <a:normAutofit fontScale="70000" lnSpcReduction="20000"/>
          </a:bodyPr>
          <a:lstStyle/>
          <a:p>
            <a:pPr marL="0" marR="0" lvl="0" indent="0" algn="l" rtl="0">
              <a:lnSpc>
                <a:spcPct val="100000"/>
              </a:lnSpc>
              <a:spcBef>
                <a:spcPts val="0"/>
              </a:spcBef>
              <a:spcAft>
                <a:spcPts val="0"/>
              </a:spcAft>
              <a:buClr>
                <a:schemeClr val="dk1"/>
              </a:buClr>
              <a:buSzPts val="1800"/>
              <a:buFont typeface="Calibri"/>
              <a:buNone/>
            </a:pPr>
            <a:r>
              <a:rPr lang="es-ES" sz="1800" b="0" i="0" u="none" strike="noStrike" cap="small" dirty="0">
                <a:solidFill>
                  <a:schemeClr val="dk1"/>
                </a:solidFill>
                <a:latin typeface="Calibri"/>
                <a:ea typeface="Calibri"/>
                <a:cs typeface="Calibri"/>
                <a:sym typeface="Calibri"/>
              </a:rPr>
              <a:t> 3 Surtidores </a:t>
            </a:r>
            <a:endParaRPr dirty="0"/>
          </a:p>
          <a:p>
            <a:pPr marL="0" marR="0" lvl="0" indent="0" algn="l" rtl="0">
              <a:lnSpc>
                <a:spcPct val="100000"/>
              </a:lnSpc>
              <a:spcBef>
                <a:spcPts val="0"/>
              </a:spcBef>
              <a:spcAft>
                <a:spcPts val="0"/>
              </a:spcAft>
              <a:buClr>
                <a:schemeClr val="dk1"/>
              </a:buClr>
              <a:buSzPts val="1800"/>
              <a:buFont typeface="Calibri"/>
              <a:buNone/>
            </a:pPr>
            <a:r>
              <a:rPr lang="es-ES" sz="1800" cap="small" dirty="0">
                <a:solidFill>
                  <a:schemeClr val="dk1"/>
                </a:solidFill>
                <a:latin typeface="Calibri"/>
                <a:ea typeface="Calibri"/>
                <a:cs typeface="Calibri"/>
                <a:sym typeface="Calibri"/>
              </a:rPr>
              <a:t>1 auto por surtidor </a:t>
            </a:r>
            <a:endParaRPr sz="1800" b="0" i="0" u="none" strike="noStrike" cap="small" dirty="0">
              <a:solidFill>
                <a:schemeClr val="dk1"/>
              </a:solidFill>
              <a:latin typeface="Calibri"/>
              <a:ea typeface="Calibri"/>
              <a:cs typeface="Calibri"/>
              <a:sym typeface="Calibri"/>
            </a:endParaRPr>
          </a:p>
        </p:txBody>
      </p:sp>
      <p:sp>
        <p:nvSpPr>
          <p:cNvPr id="1061" name="Google Shape;1061;p34"/>
          <p:cNvSpPr txBox="1"/>
          <p:nvPr/>
        </p:nvSpPr>
        <p:spPr>
          <a:xfrm>
            <a:off x="7367463" y="1434480"/>
            <a:ext cx="914400" cy="914400"/>
          </a:xfrm>
          <a:prstGeom prst="rect">
            <a:avLst/>
          </a:prstGeom>
          <a:noFill/>
          <a:ln>
            <a:noFill/>
          </a:ln>
        </p:spPr>
        <p:txBody>
          <a:bodyPr spcFirstLastPara="1" wrap="square" lIns="91425" tIns="45700" rIns="91425" bIns="45700" anchor="ctr" anchorCtr="0">
            <a:normAutofit fontScale="70000" lnSpcReduction="20000"/>
          </a:bodyPr>
          <a:lstStyle/>
          <a:p>
            <a:pPr marL="0" marR="0" lvl="0" indent="0" algn="l" rtl="0">
              <a:lnSpc>
                <a:spcPct val="100000"/>
              </a:lnSpc>
              <a:spcBef>
                <a:spcPts val="0"/>
              </a:spcBef>
              <a:spcAft>
                <a:spcPts val="0"/>
              </a:spcAft>
              <a:buClr>
                <a:schemeClr val="dk1"/>
              </a:buClr>
              <a:buSzPts val="1800"/>
              <a:buFont typeface="Calibri"/>
              <a:buNone/>
            </a:pPr>
            <a:r>
              <a:rPr lang="es-ES" sz="1800" b="0" i="0" u="none" strike="noStrike" cap="small" dirty="0">
                <a:solidFill>
                  <a:schemeClr val="dk1"/>
                </a:solidFill>
                <a:latin typeface="Calibri"/>
                <a:ea typeface="Calibri"/>
                <a:cs typeface="Calibri"/>
                <a:sym typeface="Calibri"/>
              </a:rPr>
              <a:t> Cola de espera </a:t>
            </a:r>
            <a:endParaRPr dirty="0"/>
          </a:p>
          <a:p>
            <a:pPr marL="0" marR="0" lvl="0" indent="0" algn="l" rtl="0">
              <a:lnSpc>
                <a:spcPct val="100000"/>
              </a:lnSpc>
              <a:spcBef>
                <a:spcPts val="0"/>
              </a:spcBef>
              <a:spcAft>
                <a:spcPts val="0"/>
              </a:spcAft>
              <a:buClr>
                <a:schemeClr val="dk1"/>
              </a:buClr>
              <a:buSzPts val="1800"/>
              <a:buFont typeface="Calibri"/>
              <a:buNone/>
            </a:pPr>
            <a:r>
              <a:rPr lang="es-ES" sz="1800" b="0" i="0" u="none" strike="noStrike" cap="small" dirty="0">
                <a:solidFill>
                  <a:schemeClr val="dk1"/>
                </a:solidFill>
                <a:latin typeface="Calibri"/>
                <a:ea typeface="Calibri"/>
                <a:cs typeface="Calibri"/>
                <a:sym typeface="Calibri"/>
              </a:rPr>
              <a:t>para pagar (sin limite) </a:t>
            </a:r>
            <a:endParaRPr sz="1800" b="0" i="0" u="none" strike="noStrike" cap="small" dirty="0">
              <a:solidFill>
                <a:schemeClr val="dk1"/>
              </a:solidFill>
              <a:latin typeface="Calibri"/>
              <a:ea typeface="Calibri"/>
              <a:cs typeface="Calibri"/>
              <a:sym typeface="Calibri"/>
            </a:endParaRPr>
          </a:p>
        </p:txBody>
      </p:sp>
      <p:sp>
        <p:nvSpPr>
          <p:cNvPr id="1062" name="Google Shape;1062;p34"/>
          <p:cNvSpPr txBox="1"/>
          <p:nvPr/>
        </p:nvSpPr>
        <p:spPr>
          <a:xfrm>
            <a:off x="1559226" y="1437533"/>
            <a:ext cx="914400" cy="914400"/>
          </a:xfrm>
          <a:prstGeom prst="rect">
            <a:avLst/>
          </a:prstGeom>
          <a:noFill/>
          <a:ln>
            <a:noFill/>
          </a:ln>
        </p:spPr>
        <p:txBody>
          <a:bodyPr spcFirstLastPara="1" wrap="square" lIns="91425" tIns="45700" rIns="91425" bIns="45700" anchor="ctr" anchorCtr="0">
            <a:normAutofit fontScale="85000" lnSpcReduction="10000"/>
          </a:bodyPr>
          <a:lstStyle/>
          <a:p>
            <a:pPr marL="0" marR="0" lvl="0" indent="0" algn="l" rtl="0">
              <a:lnSpc>
                <a:spcPct val="100000"/>
              </a:lnSpc>
              <a:spcBef>
                <a:spcPts val="0"/>
              </a:spcBef>
              <a:spcAft>
                <a:spcPts val="0"/>
              </a:spcAft>
              <a:buClr>
                <a:schemeClr val="dk1"/>
              </a:buClr>
              <a:buSzPts val="1800"/>
              <a:buFont typeface="Calibri"/>
              <a:buNone/>
            </a:pPr>
            <a:r>
              <a:rPr lang="es-ES" sz="1800" b="0" i="0" u="none" strike="noStrike" cap="small">
                <a:solidFill>
                  <a:schemeClr val="dk1"/>
                </a:solidFill>
                <a:latin typeface="Calibri"/>
                <a:ea typeface="Calibri"/>
                <a:cs typeface="Calibri"/>
                <a:sym typeface="Calibri"/>
              </a:rPr>
              <a:t> 5 Lugares de espera</a:t>
            </a:r>
            <a:endParaRPr/>
          </a:p>
        </p:txBody>
      </p:sp>
      <p:pic>
        <p:nvPicPr>
          <p:cNvPr id="1063" name="Google Shape;1063;p34" descr="https://pixabay.com/static/uploads/photo/2012/04/24/11/54/car-39596_640.png"/>
          <p:cNvPicPr preferRelativeResize="0"/>
          <p:nvPr/>
        </p:nvPicPr>
        <p:blipFill rotWithShape="1">
          <a:blip r:embed="rId5">
            <a:alphaModFix/>
          </a:blip>
          <a:srcRect/>
          <a:stretch/>
        </p:blipFill>
        <p:spPr>
          <a:xfrm flipH="1">
            <a:off x="556230" y="3450707"/>
            <a:ext cx="821308" cy="410654"/>
          </a:xfrm>
          <a:prstGeom prst="rect">
            <a:avLst/>
          </a:prstGeom>
          <a:noFill/>
          <a:ln>
            <a:noFill/>
          </a:ln>
        </p:spPr>
      </p:pic>
      <p:pic>
        <p:nvPicPr>
          <p:cNvPr id="1064" name="Google Shape;1064;p34" descr="https://pixabay.com/static/uploads/photo/2012/04/24/11/54/car-39596_640.png"/>
          <p:cNvPicPr preferRelativeResize="0"/>
          <p:nvPr/>
        </p:nvPicPr>
        <p:blipFill rotWithShape="1">
          <a:blip r:embed="rId5">
            <a:alphaModFix/>
          </a:blip>
          <a:srcRect/>
          <a:stretch/>
        </p:blipFill>
        <p:spPr>
          <a:xfrm flipH="1">
            <a:off x="708630" y="3603107"/>
            <a:ext cx="821308" cy="410654"/>
          </a:xfrm>
          <a:prstGeom prst="rect">
            <a:avLst/>
          </a:prstGeom>
          <a:noFill/>
          <a:ln>
            <a:noFill/>
          </a:ln>
        </p:spPr>
      </p:pic>
      <p:sp>
        <p:nvSpPr>
          <p:cNvPr id="1065" name="Google Shape;1065;p34"/>
          <p:cNvSpPr txBox="1"/>
          <p:nvPr/>
        </p:nvSpPr>
        <p:spPr>
          <a:xfrm>
            <a:off x="90295" y="2314849"/>
            <a:ext cx="914400" cy="914400"/>
          </a:xfrm>
          <a:prstGeom prst="rect">
            <a:avLst/>
          </a:prstGeom>
          <a:noFill/>
          <a:ln>
            <a:noFill/>
          </a:ln>
        </p:spPr>
        <p:txBody>
          <a:bodyPr spcFirstLastPara="1" wrap="square" lIns="91425" tIns="45700" rIns="91425" bIns="45700" anchor="ctr" anchorCtr="0">
            <a:normAutofit fontScale="85000" lnSpcReduction="10000"/>
          </a:bodyPr>
          <a:lstStyle/>
          <a:p>
            <a:pPr marL="0" marR="0" lvl="0" indent="0" algn="l" rtl="0">
              <a:lnSpc>
                <a:spcPct val="100000"/>
              </a:lnSpc>
              <a:spcBef>
                <a:spcPts val="0"/>
              </a:spcBef>
              <a:spcAft>
                <a:spcPts val="0"/>
              </a:spcAft>
              <a:buClr>
                <a:schemeClr val="dk1"/>
              </a:buClr>
              <a:buSzPts val="1800"/>
              <a:buFont typeface="Calibri"/>
              <a:buNone/>
            </a:pPr>
            <a:r>
              <a:rPr lang="es-ES" sz="1800" cap="small">
                <a:solidFill>
                  <a:schemeClr val="dk1"/>
                </a:solidFill>
                <a:latin typeface="Calibri"/>
                <a:ea typeface="Calibri"/>
                <a:cs typeface="Calibri"/>
                <a:sym typeface="Calibri"/>
              </a:rPr>
              <a:t>Los autos </a:t>
            </a:r>
            <a:endParaRPr/>
          </a:p>
          <a:p>
            <a:pPr marL="0" marR="0" lvl="0" indent="0" algn="l" rtl="0">
              <a:lnSpc>
                <a:spcPct val="100000"/>
              </a:lnSpc>
              <a:spcBef>
                <a:spcPts val="0"/>
              </a:spcBef>
              <a:spcAft>
                <a:spcPts val="0"/>
              </a:spcAft>
              <a:buClr>
                <a:schemeClr val="dk1"/>
              </a:buClr>
              <a:buSzPts val="1800"/>
              <a:buFont typeface="Calibri"/>
              <a:buNone/>
            </a:pPr>
            <a:r>
              <a:rPr lang="es-ES" sz="1800" cap="small">
                <a:solidFill>
                  <a:schemeClr val="dk1"/>
                </a:solidFill>
                <a:latin typeface="Calibri"/>
                <a:ea typeface="Calibri"/>
                <a:cs typeface="Calibri"/>
                <a:sym typeface="Calibri"/>
              </a:rPr>
              <a:t>llegan y esperan </a:t>
            </a:r>
            <a:endParaRPr sz="1800" b="0" i="0" u="none" strike="noStrike" cap="small">
              <a:solidFill>
                <a:schemeClr val="dk1"/>
              </a:solidFill>
              <a:latin typeface="Calibri"/>
              <a:ea typeface="Calibri"/>
              <a:cs typeface="Calibri"/>
              <a:sym typeface="Calibri"/>
            </a:endParaRPr>
          </a:p>
        </p:txBody>
      </p:sp>
      <p:pic>
        <p:nvPicPr>
          <p:cNvPr id="1066" name="Google Shape;1066;p34" descr="http://image.shutterstock.com/display_pic_with_logo/169/169,1184230450,18/stock-vector-cash-register-machine-symbol-3815086.jpg"/>
          <p:cNvPicPr preferRelativeResize="0"/>
          <p:nvPr/>
        </p:nvPicPr>
        <p:blipFill rotWithShape="1">
          <a:blip r:embed="rId4">
            <a:alphaModFix/>
          </a:blip>
          <a:srcRect/>
          <a:stretch/>
        </p:blipFill>
        <p:spPr>
          <a:xfrm>
            <a:off x="8983799" y="3266062"/>
            <a:ext cx="896054" cy="935879"/>
          </a:xfrm>
          <a:prstGeom prst="rect">
            <a:avLst/>
          </a:prstGeom>
          <a:noFill/>
          <a:ln>
            <a:noFill/>
          </a:ln>
        </p:spPr>
      </p:pic>
      <p:pic>
        <p:nvPicPr>
          <p:cNvPr id="1067" name="Google Shape;1067;p34" descr="https://pixabay.com/static/uploads/photo/2012/04/24/11/54/car-39596_640.png"/>
          <p:cNvPicPr preferRelativeResize="0"/>
          <p:nvPr/>
        </p:nvPicPr>
        <p:blipFill rotWithShape="1">
          <a:blip r:embed="rId5">
            <a:alphaModFix/>
          </a:blip>
          <a:srcRect/>
          <a:stretch/>
        </p:blipFill>
        <p:spPr>
          <a:xfrm flipH="1">
            <a:off x="9081719" y="4363122"/>
            <a:ext cx="821308" cy="410654"/>
          </a:xfrm>
          <a:prstGeom prst="rect">
            <a:avLst/>
          </a:prstGeom>
          <a:noFill/>
          <a:ln>
            <a:noFill/>
          </a:ln>
        </p:spPr>
      </p:pic>
      <p:sp>
        <p:nvSpPr>
          <p:cNvPr id="1068" name="Google Shape;1068;p34"/>
          <p:cNvSpPr txBox="1"/>
          <p:nvPr/>
        </p:nvSpPr>
        <p:spPr>
          <a:xfrm>
            <a:off x="9117853" y="4722289"/>
            <a:ext cx="914400" cy="914400"/>
          </a:xfrm>
          <a:prstGeom prst="rect">
            <a:avLst/>
          </a:prstGeom>
          <a:noFill/>
          <a:ln>
            <a:noFill/>
          </a:ln>
        </p:spPr>
        <p:txBody>
          <a:bodyPr spcFirstLastPara="1" wrap="square" lIns="91425" tIns="45700" rIns="91425" bIns="45700" anchor="ctr" anchorCtr="0">
            <a:normAutofit fontScale="85000" lnSpcReduction="10000"/>
          </a:bodyPr>
          <a:lstStyle/>
          <a:p>
            <a:pPr marL="0" marR="0" lvl="0" indent="0" algn="l" rtl="0">
              <a:lnSpc>
                <a:spcPct val="100000"/>
              </a:lnSpc>
              <a:spcBef>
                <a:spcPts val="0"/>
              </a:spcBef>
              <a:spcAft>
                <a:spcPts val="0"/>
              </a:spcAft>
              <a:buClr>
                <a:schemeClr val="dk1"/>
              </a:buClr>
              <a:buSzPts val="1800"/>
              <a:buFont typeface="Calibri"/>
              <a:buNone/>
            </a:pPr>
            <a:r>
              <a:rPr lang="es-ES" sz="1800" cap="small">
                <a:solidFill>
                  <a:schemeClr val="dk1"/>
                </a:solidFill>
                <a:latin typeface="Calibri"/>
                <a:ea typeface="Calibri"/>
                <a:cs typeface="Calibri"/>
                <a:sym typeface="Calibri"/>
              </a:rPr>
              <a:t> 2 cajas </a:t>
            </a:r>
            <a:endParaRPr/>
          </a:p>
          <a:p>
            <a:pPr marL="0" marR="0" lvl="0" indent="0" algn="l" rtl="0">
              <a:lnSpc>
                <a:spcPct val="100000"/>
              </a:lnSpc>
              <a:spcBef>
                <a:spcPts val="0"/>
              </a:spcBef>
              <a:spcAft>
                <a:spcPts val="0"/>
              </a:spcAft>
              <a:buClr>
                <a:schemeClr val="dk1"/>
              </a:buClr>
              <a:buSzPts val="1800"/>
              <a:buFont typeface="Calibri"/>
              <a:buNone/>
            </a:pPr>
            <a:r>
              <a:rPr lang="es-ES" sz="1800" cap="small">
                <a:solidFill>
                  <a:schemeClr val="dk1"/>
                </a:solidFill>
                <a:latin typeface="Calibri"/>
                <a:ea typeface="Calibri"/>
                <a:cs typeface="Calibri"/>
                <a:sym typeface="Calibri"/>
              </a:rPr>
              <a:t>Pasan uno por vez </a:t>
            </a:r>
            <a:endParaRPr sz="1800" b="0" i="0" u="none" strike="noStrike" cap="small">
              <a:solidFill>
                <a:schemeClr val="dk1"/>
              </a:solidFill>
              <a:latin typeface="Calibri"/>
              <a:ea typeface="Calibri"/>
              <a:cs typeface="Calibri"/>
              <a:sym typeface="Calibri"/>
            </a:endParaRPr>
          </a:p>
        </p:txBody>
      </p:sp>
      <p:cxnSp>
        <p:nvCxnSpPr>
          <p:cNvPr id="1069" name="Google Shape;1069;p34"/>
          <p:cNvCxnSpPr/>
          <p:nvPr/>
        </p:nvCxnSpPr>
        <p:spPr>
          <a:xfrm rot="10800000" flipH="1">
            <a:off x="8446574" y="3029904"/>
            <a:ext cx="514585" cy="410655"/>
          </a:xfrm>
          <a:prstGeom prst="straightConnector1">
            <a:avLst/>
          </a:prstGeom>
          <a:noFill/>
          <a:ln w="9525" cap="flat" cmpd="sng">
            <a:solidFill>
              <a:schemeClr val="accent1"/>
            </a:solidFill>
            <a:prstDash val="solid"/>
            <a:round/>
            <a:headEnd type="none" w="sm" len="sm"/>
            <a:tailEnd type="triangle" w="med" len="med"/>
          </a:ln>
        </p:spPr>
      </p:cxnSp>
      <p:cxnSp>
        <p:nvCxnSpPr>
          <p:cNvPr id="1070" name="Google Shape;1070;p34"/>
          <p:cNvCxnSpPr/>
          <p:nvPr/>
        </p:nvCxnSpPr>
        <p:spPr>
          <a:xfrm>
            <a:off x="8448662" y="3760647"/>
            <a:ext cx="523205" cy="605827"/>
          </a:xfrm>
          <a:prstGeom prst="straightConnector1">
            <a:avLst/>
          </a:prstGeom>
          <a:noFill/>
          <a:ln w="9525" cap="flat" cmpd="sng">
            <a:solidFill>
              <a:schemeClr val="accent1"/>
            </a:solidFill>
            <a:prstDash val="solid"/>
            <a:round/>
            <a:headEnd type="none" w="sm" len="sm"/>
            <a:tailEnd type="triangle" w="med" len="med"/>
          </a:ln>
        </p:spPr>
      </p:cxnSp>
      <p:pic>
        <p:nvPicPr>
          <p:cNvPr id="1071" name="Google Shape;1071;p34" descr="https://pixabay.com/static/uploads/photo/2012/04/24/11/54/car-39596_640.png"/>
          <p:cNvPicPr preferRelativeResize="0"/>
          <p:nvPr/>
        </p:nvPicPr>
        <p:blipFill rotWithShape="1">
          <a:blip r:embed="rId5">
            <a:alphaModFix/>
          </a:blip>
          <a:srcRect/>
          <a:stretch/>
        </p:blipFill>
        <p:spPr>
          <a:xfrm flipH="1">
            <a:off x="10456656" y="4371911"/>
            <a:ext cx="821308" cy="410654"/>
          </a:xfrm>
          <a:prstGeom prst="rect">
            <a:avLst/>
          </a:prstGeom>
          <a:noFill/>
          <a:ln>
            <a:noFill/>
          </a:ln>
        </p:spPr>
      </p:pic>
      <p:sp>
        <p:nvSpPr>
          <p:cNvPr id="1072" name="Google Shape;1072;p34"/>
          <p:cNvSpPr txBox="1"/>
          <p:nvPr/>
        </p:nvSpPr>
        <p:spPr>
          <a:xfrm>
            <a:off x="10366239" y="4423615"/>
            <a:ext cx="914400" cy="914400"/>
          </a:xfrm>
          <a:prstGeom prst="rect">
            <a:avLst/>
          </a:prstGeom>
          <a:noFill/>
          <a:ln>
            <a:noFill/>
          </a:ln>
        </p:spPr>
        <p:txBody>
          <a:bodyPr spcFirstLastPara="1" wrap="square" lIns="91425" tIns="45700" rIns="91425" bIns="45700" anchor="ctr" anchorCtr="0">
            <a:normAutofit/>
          </a:bodyPr>
          <a:lstStyle/>
          <a:p>
            <a:pPr marL="0" marR="0" lvl="0" indent="0" algn="l" rtl="0">
              <a:lnSpc>
                <a:spcPct val="100000"/>
              </a:lnSpc>
              <a:spcBef>
                <a:spcPts val="0"/>
              </a:spcBef>
              <a:spcAft>
                <a:spcPts val="0"/>
              </a:spcAft>
              <a:buClr>
                <a:schemeClr val="dk1"/>
              </a:buClr>
              <a:buSzPts val="1800"/>
              <a:buFont typeface="Calibri"/>
              <a:buNone/>
            </a:pPr>
            <a:r>
              <a:rPr lang="es-ES" sz="1800" cap="small">
                <a:solidFill>
                  <a:schemeClr val="dk1"/>
                </a:solidFill>
                <a:latin typeface="Calibri"/>
                <a:ea typeface="Calibri"/>
                <a:cs typeface="Calibri"/>
                <a:sym typeface="Calibri"/>
              </a:rPr>
              <a:t> Se retira</a:t>
            </a:r>
            <a:endParaRPr sz="1800" b="0" i="0" u="none" strike="noStrike" cap="small">
              <a:solidFill>
                <a:schemeClr val="dk1"/>
              </a:solidFill>
              <a:latin typeface="Calibri"/>
              <a:ea typeface="Calibri"/>
              <a:cs typeface="Calibri"/>
              <a:sym typeface="Calibri"/>
            </a:endParaRPr>
          </a:p>
        </p:txBody>
      </p:sp>
      <p:sp>
        <p:nvSpPr>
          <p:cNvPr id="2" name="Marcador de fecha 1">
            <a:extLst>
              <a:ext uri="{FF2B5EF4-FFF2-40B4-BE49-F238E27FC236}">
                <a16:creationId xmlns:a16="http://schemas.microsoft.com/office/drawing/2014/main" id="{6315E6F9-C9A0-EBF9-DB95-9C24ECEAD73C}"/>
              </a:ext>
            </a:extLst>
          </p:cNvPr>
          <p:cNvSpPr>
            <a:spLocks noGrp="1"/>
          </p:cNvSpPr>
          <p:nvPr>
            <p:ph type="dt" sz="half" idx="10"/>
          </p:nvPr>
        </p:nvSpPr>
        <p:spPr/>
        <p:txBody>
          <a:bodyPr/>
          <a:lstStyle/>
          <a:p>
            <a:r>
              <a:rPr lang="es-ES"/>
              <a:t>2026</a:t>
            </a:r>
            <a:endParaRPr lang="es-A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076"/>
        <p:cNvGrpSpPr/>
        <p:nvPr/>
      </p:nvGrpSpPr>
      <p:grpSpPr>
        <a:xfrm>
          <a:off x="0" y="0"/>
          <a:ext cx="0" cy="0"/>
          <a:chOff x="0" y="0"/>
          <a:chExt cx="0" cy="0"/>
        </a:xfrm>
      </p:grpSpPr>
      <p:sp>
        <p:nvSpPr>
          <p:cNvPr id="1077" name="Google Shape;1077;p35"/>
          <p:cNvSpPr txBox="1">
            <a:spLocks noGrp="1"/>
          </p:cNvSpPr>
          <p:nvPr>
            <p:ph type="ftr" sz="quarter" idx="11"/>
          </p:nvPr>
        </p:nvSpPr>
        <p:spPr>
          <a:prstGeom prst="rect">
            <a:avLst/>
          </a:prstGeom>
          <a:noFill/>
          <a:ln>
            <a:noFill/>
          </a:ln>
        </p:spPr>
        <p:txBody>
          <a:bodyPr spcFirstLastPara="1" vert="horz" wrap="square" lIns="91425" tIns="45700" rIns="91425" bIns="45700" rtlCol="0" anchor="ctr" anchorCtr="1">
            <a:noAutofit/>
          </a:bodyPr>
          <a:lstStyle/>
          <a:p>
            <a:pPr algn="l"/>
            <a:r>
              <a:rPr lang="es-ES"/>
              <a:t>Ingeniería de Software I</a:t>
            </a:r>
            <a:endParaRPr/>
          </a:p>
        </p:txBody>
      </p:sp>
      <p:sp>
        <p:nvSpPr>
          <p:cNvPr id="1078" name="Google Shape;1078;p35"/>
          <p:cNvSpPr txBox="1">
            <a:spLocks noGrp="1"/>
          </p:cNvSpPr>
          <p:nvPr>
            <p:ph type="sldNum" sz="quarter" idx="12"/>
          </p:nvPr>
        </p:nvSpPr>
        <p:spPr>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52</a:t>
            </a:fld>
            <a:endParaRPr/>
          </a:p>
        </p:txBody>
      </p:sp>
      <p:pic>
        <p:nvPicPr>
          <p:cNvPr id="1080" name="Google Shape;1080;p35" descr="https://pixabay.com/static/uploads/photo/2012/04/28/18/23/gas-43874_960_720.png"/>
          <p:cNvPicPr preferRelativeResize="0"/>
          <p:nvPr/>
        </p:nvPicPr>
        <p:blipFill rotWithShape="1">
          <a:blip r:embed="rId3">
            <a:alphaModFix/>
          </a:blip>
          <a:srcRect/>
          <a:stretch/>
        </p:blipFill>
        <p:spPr>
          <a:xfrm>
            <a:off x="1262540" y="996598"/>
            <a:ext cx="792088" cy="792088"/>
          </a:xfrm>
          <a:prstGeom prst="rect">
            <a:avLst/>
          </a:prstGeom>
          <a:noFill/>
          <a:ln>
            <a:noFill/>
          </a:ln>
        </p:spPr>
      </p:pic>
      <p:pic>
        <p:nvPicPr>
          <p:cNvPr id="1081" name="Google Shape;1081;p35" descr="https://pixabay.com/static/uploads/photo/2012/04/24/11/54/car-39596_640.png"/>
          <p:cNvPicPr preferRelativeResize="0"/>
          <p:nvPr/>
        </p:nvPicPr>
        <p:blipFill rotWithShape="1">
          <a:blip r:embed="rId4">
            <a:alphaModFix/>
          </a:blip>
          <a:srcRect/>
          <a:stretch/>
        </p:blipFill>
        <p:spPr>
          <a:xfrm flipH="1">
            <a:off x="3263635" y="2037024"/>
            <a:ext cx="821308" cy="410654"/>
          </a:xfrm>
          <a:prstGeom prst="rect">
            <a:avLst/>
          </a:prstGeom>
          <a:noFill/>
          <a:ln>
            <a:noFill/>
          </a:ln>
        </p:spPr>
      </p:pic>
      <p:grpSp>
        <p:nvGrpSpPr>
          <p:cNvPr id="1082" name="Google Shape;1082;p35"/>
          <p:cNvGrpSpPr/>
          <p:nvPr/>
        </p:nvGrpSpPr>
        <p:grpSpPr>
          <a:xfrm>
            <a:off x="1055524" y="3163587"/>
            <a:ext cx="1133498" cy="528403"/>
            <a:chOff x="443571" y="5463111"/>
            <a:chExt cx="1655794" cy="792163"/>
          </a:xfrm>
        </p:grpSpPr>
        <p:sp>
          <p:nvSpPr>
            <p:cNvPr id="1083" name="Google Shape;1083;p35"/>
            <p:cNvSpPr/>
            <p:nvPr/>
          </p:nvSpPr>
          <p:spPr>
            <a:xfrm>
              <a:off x="1048382" y="5679010"/>
              <a:ext cx="431782" cy="431800"/>
            </a:xfrm>
            <a:prstGeom prst="ellipse">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cxnSp>
          <p:nvCxnSpPr>
            <p:cNvPr id="1084" name="Google Shape;1084;p35"/>
            <p:cNvCxnSpPr/>
            <p:nvPr/>
          </p:nvCxnSpPr>
          <p:spPr>
            <a:xfrm rot="5400000">
              <a:off x="47489" y="5859192"/>
              <a:ext cx="792163" cy="0"/>
            </a:xfrm>
            <a:prstGeom prst="straightConnector1">
              <a:avLst/>
            </a:prstGeom>
            <a:noFill/>
            <a:ln w="25400" cap="flat" cmpd="sng">
              <a:solidFill>
                <a:schemeClr val="dk1"/>
              </a:solidFill>
              <a:prstDash val="solid"/>
              <a:round/>
              <a:headEnd type="none" w="med" len="med"/>
              <a:tailEnd type="none" w="med" len="med"/>
            </a:ln>
          </p:spPr>
        </p:cxnSp>
        <p:cxnSp>
          <p:nvCxnSpPr>
            <p:cNvPr id="1085" name="Google Shape;1085;p35"/>
            <p:cNvCxnSpPr/>
            <p:nvPr/>
          </p:nvCxnSpPr>
          <p:spPr>
            <a:xfrm rot="5400000">
              <a:off x="1703181" y="5859192"/>
              <a:ext cx="792163" cy="0"/>
            </a:xfrm>
            <a:prstGeom prst="straightConnector1">
              <a:avLst/>
            </a:prstGeom>
            <a:noFill/>
            <a:ln w="25400" cap="flat" cmpd="sng">
              <a:solidFill>
                <a:schemeClr val="dk1"/>
              </a:solidFill>
              <a:prstDash val="solid"/>
              <a:round/>
              <a:headEnd type="none" w="med" len="med"/>
              <a:tailEnd type="none" w="med" len="med"/>
            </a:ln>
          </p:spPr>
        </p:cxnSp>
        <p:cxnSp>
          <p:nvCxnSpPr>
            <p:cNvPr id="1086" name="Google Shape;1086;p35"/>
            <p:cNvCxnSpPr>
              <a:endCxn id="1083" idx="2"/>
            </p:cNvCxnSpPr>
            <p:nvPr/>
          </p:nvCxnSpPr>
          <p:spPr>
            <a:xfrm>
              <a:off x="443582" y="5893410"/>
              <a:ext cx="604800" cy="1500"/>
            </a:xfrm>
            <a:prstGeom prst="straightConnector1">
              <a:avLst/>
            </a:prstGeom>
            <a:noFill/>
            <a:ln w="9525" cap="flat" cmpd="sng">
              <a:solidFill>
                <a:schemeClr val="dk1"/>
              </a:solidFill>
              <a:prstDash val="solid"/>
              <a:round/>
              <a:headEnd type="none" w="med" len="med"/>
              <a:tailEnd type="stealth" w="med" len="med"/>
            </a:ln>
          </p:spPr>
        </p:cxnSp>
        <p:cxnSp>
          <p:nvCxnSpPr>
            <p:cNvPr id="1087" name="Google Shape;1087;p35"/>
            <p:cNvCxnSpPr>
              <a:stCxn id="1083" idx="6"/>
            </p:cNvCxnSpPr>
            <p:nvPr/>
          </p:nvCxnSpPr>
          <p:spPr>
            <a:xfrm>
              <a:off x="1480164" y="5894910"/>
              <a:ext cx="619200" cy="1500"/>
            </a:xfrm>
            <a:prstGeom prst="straightConnector1">
              <a:avLst/>
            </a:prstGeom>
            <a:noFill/>
            <a:ln w="9525" cap="flat" cmpd="sng">
              <a:solidFill>
                <a:schemeClr val="dk1"/>
              </a:solidFill>
              <a:prstDash val="solid"/>
              <a:round/>
              <a:headEnd type="none" w="med" len="med"/>
              <a:tailEnd type="stealth" w="med" len="med"/>
            </a:ln>
          </p:spPr>
        </p:cxnSp>
      </p:grpSp>
      <p:pic>
        <p:nvPicPr>
          <p:cNvPr id="1088" name="Google Shape;1088;p35" descr="https://pixabay.com/static/uploads/photo/2012/04/28/18/23/gas-43874_960_720.png"/>
          <p:cNvPicPr preferRelativeResize="0"/>
          <p:nvPr/>
        </p:nvPicPr>
        <p:blipFill rotWithShape="1">
          <a:blip r:embed="rId3">
            <a:alphaModFix/>
          </a:blip>
          <a:srcRect/>
          <a:stretch/>
        </p:blipFill>
        <p:spPr>
          <a:xfrm>
            <a:off x="3297473" y="956904"/>
            <a:ext cx="792088" cy="792088"/>
          </a:xfrm>
          <a:prstGeom prst="rect">
            <a:avLst/>
          </a:prstGeom>
          <a:noFill/>
          <a:ln>
            <a:noFill/>
          </a:ln>
        </p:spPr>
      </p:pic>
      <p:grpSp>
        <p:nvGrpSpPr>
          <p:cNvPr id="1089" name="Google Shape;1089;p35"/>
          <p:cNvGrpSpPr/>
          <p:nvPr/>
        </p:nvGrpSpPr>
        <p:grpSpPr>
          <a:xfrm>
            <a:off x="3126803" y="3147717"/>
            <a:ext cx="1133498" cy="528403"/>
            <a:chOff x="3126803" y="3147717"/>
            <a:chExt cx="1133498" cy="528403"/>
          </a:xfrm>
        </p:grpSpPr>
        <p:grpSp>
          <p:nvGrpSpPr>
            <p:cNvPr id="1090" name="Google Shape;1090;p35"/>
            <p:cNvGrpSpPr/>
            <p:nvPr/>
          </p:nvGrpSpPr>
          <p:grpSpPr>
            <a:xfrm>
              <a:off x="3126803" y="3147717"/>
              <a:ext cx="1133498" cy="528403"/>
              <a:chOff x="443571" y="5463111"/>
              <a:chExt cx="1655794" cy="792163"/>
            </a:xfrm>
          </p:grpSpPr>
          <p:sp>
            <p:nvSpPr>
              <p:cNvPr id="1091" name="Google Shape;1091;p35"/>
              <p:cNvSpPr/>
              <p:nvPr/>
            </p:nvSpPr>
            <p:spPr>
              <a:xfrm>
                <a:off x="1048382" y="5679010"/>
                <a:ext cx="431782" cy="431800"/>
              </a:xfrm>
              <a:prstGeom prst="ellipse">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cxnSp>
            <p:nvCxnSpPr>
              <p:cNvPr id="1092" name="Google Shape;1092;p35"/>
              <p:cNvCxnSpPr/>
              <p:nvPr/>
            </p:nvCxnSpPr>
            <p:spPr>
              <a:xfrm rot="5400000">
                <a:off x="47489" y="5859192"/>
                <a:ext cx="792163" cy="0"/>
              </a:xfrm>
              <a:prstGeom prst="straightConnector1">
                <a:avLst/>
              </a:prstGeom>
              <a:noFill/>
              <a:ln w="25400" cap="flat" cmpd="sng">
                <a:solidFill>
                  <a:schemeClr val="dk1"/>
                </a:solidFill>
                <a:prstDash val="solid"/>
                <a:round/>
                <a:headEnd type="none" w="med" len="med"/>
                <a:tailEnd type="none" w="med" len="med"/>
              </a:ln>
            </p:spPr>
          </p:cxnSp>
          <p:cxnSp>
            <p:nvCxnSpPr>
              <p:cNvPr id="1093" name="Google Shape;1093;p35"/>
              <p:cNvCxnSpPr/>
              <p:nvPr/>
            </p:nvCxnSpPr>
            <p:spPr>
              <a:xfrm rot="5400000">
                <a:off x="1703181" y="5859192"/>
                <a:ext cx="792163" cy="0"/>
              </a:xfrm>
              <a:prstGeom prst="straightConnector1">
                <a:avLst/>
              </a:prstGeom>
              <a:noFill/>
              <a:ln w="25400" cap="flat" cmpd="sng">
                <a:solidFill>
                  <a:schemeClr val="dk1"/>
                </a:solidFill>
                <a:prstDash val="solid"/>
                <a:round/>
                <a:headEnd type="none" w="med" len="med"/>
                <a:tailEnd type="none" w="med" len="med"/>
              </a:ln>
            </p:spPr>
          </p:cxnSp>
          <p:cxnSp>
            <p:nvCxnSpPr>
              <p:cNvPr id="1094" name="Google Shape;1094;p35"/>
              <p:cNvCxnSpPr>
                <a:endCxn id="1091" idx="2"/>
              </p:cNvCxnSpPr>
              <p:nvPr/>
            </p:nvCxnSpPr>
            <p:spPr>
              <a:xfrm>
                <a:off x="443582" y="5893410"/>
                <a:ext cx="604800" cy="1500"/>
              </a:xfrm>
              <a:prstGeom prst="straightConnector1">
                <a:avLst/>
              </a:prstGeom>
              <a:noFill/>
              <a:ln w="9525" cap="flat" cmpd="sng">
                <a:solidFill>
                  <a:schemeClr val="dk1"/>
                </a:solidFill>
                <a:prstDash val="solid"/>
                <a:round/>
                <a:headEnd type="none" w="med" len="med"/>
                <a:tailEnd type="stealth" w="med" len="med"/>
              </a:ln>
            </p:spPr>
          </p:cxnSp>
          <p:cxnSp>
            <p:nvCxnSpPr>
              <p:cNvPr id="1095" name="Google Shape;1095;p35"/>
              <p:cNvCxnSpPr>
                <a:stCxn id="1091" idx="6"/>
              </p:cNvCxnSpPr>
              <p:nvPr/>
            </p:nvCxnSpPr>
            <p:spPr>
              <a:xfrm>
                <a:off x="1480164" y="5894910"/>
                <a:ext cx="619200" cy="1500"/>
              </a:xfrm>
              <a:prstGeom prst="straightConnector1">
                <a:avLst/>
              </a:prstGeom>
              <a:noFill/>
              <a:ln w="9525" cap="flat" cmpd="sng">
                <a:solidFill>
                  <a:schemeClr val="dk1"/>
                </a:solidFill>
                <a:prstDash val="solid"/>
                <a:round/>
                <a:headEnd type="none" w="med" len="med"/>
                <a:tailEnd type="stealth" w="med" len="med"/>
              </a:ln>
            </p:spPr>
          </p:cxnSp>
        </p:grpSp>
        <p:sp>
          <p:nvSpPr>
            <p:cNvPr id="1096" name="Google Shape;1096;p35"/>
            <p:cNvSpPr txBox="1"/>
            <p:nvPr/>
          </p:nvSpPr>
          <p:spPr>
            <a:xfrm rot="5400000">
              <a:off x="3660028" y="3026399"/>
              <a:ext cx="286005" cy="914400"/>
            </a:xfrm>
            <a:prstGeom prst="rect">
              <a:avLst/>
            </a:prstGeom>
            <a:noFill/>
            <a:ln>
              <a:noFill/>
            </a:ln>
          </p:spPr>
          <p:txBody>
            <a:bodyPr spcFirstLastPara="1" wrap="square" lIns="91425" tIns="45700" rIns="91425" bIns="45700" anchor="ctr" anchorCtr="0">
              <a:normAutofit/>
            </a:bodyPr>
            <a:lstStyle/>
            <a:p>
              <a:pPr marL="0" marR="0" lvl="0" indent="0" algn="l" rtl="0">
                <a:lnSpc>
                  <a:spcPct val="100000"/>
                </a:lnSpc>
                <a:spcBef>
                  <a:spcPts val="0"/>
                </a:spcBef>
                <a:spcAft>
                  <a:spcPts val="0"/>
                </a:spcAft>
                <a:buClr>
                  <a:schemeClr val="dk1"/>
                </a:buClr>
                <a:buSzPts val="3200"/>
                <a:buFont typeface="Calibri"/>
                <a:buNone/>
              </a:pPr>
              <a:r>
                <a:rPr lang="es-ES" sz="3200" b="1" i="0" u="none" strike="noStrike" cap="small" dirty="0">
                  <a:solidFill>
                    <a:schemeClr val="dk1"/>
                  </a:solidFill>
                  <a:latin typeface="Calibri"/>
                  <a:ea typeface="Calibri"/>
                  <a:cs typeface="Calibri"/>
                  <a:sym typeface="Calibri"/>
                </a:rPr>
                <a:t>.</a:t>
              </a:r>
              <a:endParaRPr dirty="0"/>
            </a:p>
          </p:txBody>
        </p:sp>
      </p:grpSp>
      <p:pic>
        <p:nvPicPr>
          <p:cNvPr id="1097" name="Google Shape;1097;p35" descr="https://pixabay.com/static/uploads/photo/2012/04/24/11/54/car-39596_640.png"/>
          <p:cNvPicPr preferRelativeResize="0"/>
          <p:nvPr/>
        </p:nvPicPr>
        <p:blipFill rotWithShape="1">
          <a:blip r:embed="rId4">
            <a:alphaModFix/>
          </a:blip>
          <a:srcRect/>
          <a:stretch/>
        </p:blipFill>
        <p:spPr>
          <a:xfrm flipH="1">
            <a:off x="5157174" y="2022605"/>
            <a:ext cx="821308" cy="410654"/>
          </a:xfrm>
          <a:prstGeom prst="rect">
            <a:avLst/>
          </a:prstGeom>
          <a:noFill/>
          <a:ln>
            <a:noFill/>
          </a:ln>
        </p:spPr>
      </p:pic>
      <p:pic>
        <p:nvPicPr>
          <p:cNvPr id="1098" name="Google Shape;1098;p35" descr="https://pixabay.com/static/uploads/photo/2012/04/28/18/23/gas-43874_960_720.png"/>
          <p:cNvPicPr preferRelativeResize="0"/>
          <p:nvPr/>
        </p:nvPicPr>
        <p:blipFill rotWithShape="1">
          <a:blip r:embed="rId3">
            <a:alphaModFix/>
          </a:blip>
          <a:srcRect/>
          <a:stretch/>
        </p:blipFill>
        <p:spPr>
          <a:xfrm>
            <a:off x="5191012" y="942485"/>
            <a:ext cx="792088" cy="792088"/>
          </a:xfrm>
          <a:prstGeom prst="rect">
            <a:avLst/>
          </a:prstGeom>
          <a:noFill/>
          <a:ln>
            <a:noFill/>
          </a:ln>
        </p:spPr>
      </p:pic>
      <p:grpSp>
        <p:nvGrpSpPr>
          <p:cNvPr id="1099" name="Google Shape;1099;p35"/>
          <p:cNvGrpSpPr/>
          <p:nvPr/>
        </p:nvGrpSpPr>
        <p:grpSpPr>
          <a:xfrm>
            <a:off x="4999915" y="3056852"/>
            <a:ext cx="1255844" cy="635138"/>
            <a:chOff x="3126803" y="3147717"/>
            <a:chExt cx="1133498" cy="528403"/>
          </a:xfrm>
        </p:grpSpPr>
        <p:grpSp>
          <p:nvGrpSpPr>
            <p:cNvPr id="1100" name="Google Shape;1100;p35"/>
            <p:cNvGrpSpPr/>
            <p:nvPr/>
          </p:nvGrpSpPr>
          <p:grpSpPr>
            <a:xfrm>
              <a:off x="3126803" y="3147717"/>
              <a:ext cx="1133498" cy="528403"/>
              <a:chOff x="443571" y="5463111"/>
              <a:chExt cx="1655794" cy="792163"/>
            </a:xfrm>
          </p:grpSpPr>
          <p:sp>
            <p:nvSpPr>
              <p:cNvPr id="1101" name="Google Shape;1101;p35"/>
              <p:cNvSpPr/>
              <p:nvPr/>
            </p:nvSpPr>
            <p:spPr>
              <a:xfrm>
                <a:off x="1048382" y="5679010"/>
                <a:ext cx="431782" cy="431800"/>
              </a:xfrm>
              <a:prstGeom prst="ellipse">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cxnSp>
            <p:nvCxnSpPr>
              <p:cNvPr id="1102" name="Google Shape;1102;p35"/>
              <p:cNvCxnSpPr/>
              <p:nvPr/>
            </p:nvCxnSpPr>
            <p:spPr>
              <a:xfrm rot="5400000">
                <a:off x="47489" y="5859192"/>
                <a:ext cx="792163" cy="0"/>
              </a:xfrm>
              <a:prstGeom prst="straightConnector1">
                <a:avLst/>
              </a:prstGeom>
              <a:noFill/>
              <a:ln w="25400" cap="flat" cmpd="sng">
                <a:solidFill>
                  <a:schemeClr val="dk1"/>
                </a:solidFill>
                <a:prstDash val="solid"/>
                <a:round/>
                <a:headEnd type="none" w="med" len="med"/>
                <a:tailEnd type="none" w="med" len="med"/>
              </a:ln>
            </p:spPr>
          </p:cxnSp>
          <p:cxnSp>
            <p:nvCxnSpPr>
              <p:cNvPr id="1103" name="Google Shape;1103;p35"/>
              <p:cNvCxnSpPr/>
              <p:nvPr/>
            </p:nvCxnSpPr>
            <p:spPr>
              <a:xfrm rot="5400000">
                <a:off x="1703181" y="5859192"/>
                <a:ext cx="792163" cy="0"/>
              </a:xfrm>
              <a:prstGeom prst="straightConnector1">
                <a:avLst/>
              </a:prstGeom>
              <a:noFill/>
              <a:ln w="25400" cap="flat" cmpd="sng">
                <a:solidFill>
                  <a:schemeClr val="dk1"/>
                </a:solidFill>
                <a:prstDash val="solid"/>
                <a:round/>
                <a:headEnd type="none" w="med" len="med"/>
                <a:tailEnd type="none" w="med" len="med"/>
              </a:ln>
            </p:spPr>
          </p:cxnSp>
          <p:cxnSp>
            <p:nvCxnSpPr>
              <p:cNvPr id="1104" name="Google Shape;1104;p35"/>
              <p:cNvCxnSpPr>
                <a:endCxn id="1101" idx="2"/>
              </p:cNvCxnSpPr>
              <p:nvPr/>
            </p:nvCxnSpPr>
            <p:spPr>
              <a:xfrm>
                <a:off x="443582" y="5893410"/>
                <a:ext cx="604800" cy="1500"/>
              </a:xfrm>
              <a:prstGeom prst="straightConnector1">
                <a:avLst/>
              </a:prstGeom>
              <a:noFill/>
              <a:ln w="9525" cap="flat" cmpd="sng">
                <a:solidFill>
                  <a:schemeClr val="dk1"/>
                </a:solidFill>
                <a:prstDash val="solid"/>
                <a:round/>
                <a:headEnd type="none" w="med" len="med"/>
                <a:tailEnd type="stealth" w="med" len="med"/>
              </a:ln>
            </p:spPr>
          </p:cxnSp>
          <p:cxnSp>
            <p:nvCxnSpPr>
              <p:cNvPr id="1105" name="Google Shape;1105;p35"/>
              <p:cNvCxnSpPr>
                <a:stCxn id="1101" idx="6"/>
              </p:cNvCxnSpPr>
              <p:nvPr/>
            </p:nvCxnSpPr>
            <p:spPr>
              <a:xfrm>
                <a:off x="1480164" y="5894910"/>
                <a:ext cx="619200" cy="1500"/>
              </a:xfrm>
              <a:prstGeom prst="straightConnector1">
                <a:avLst/>
              </a:prstGeom>
              <a:noFill/>
              <a:ln w="9525" cap="flat" cmpd="sng">
                <a:solidFill>
                  <a:schemeClr val="dk1"/>
                </a:solidFill>
                <a:prstDash val="solid"/>
                <a:round/>
                <a:headEnd type="none" w="med" len="med"/>
                <a:tailEnd type="stealth" w="med" len="med"/>
              </a:ln>
            </p:spPr>
          </p:cxnSp>
        </p:grpSp>
        <p:sp>
          <p:nvSpPr>
            <p:cNvPr id="1106" name="Google Shape;1106;p35"/>
            <p:cNvSpPr txBox="1"/>
            <p:nvPr/>
          </p:nvSpPr>
          <p:spPr>
            <a:xfrm rot="5400000">
              <a:off x="3660028" y="3026399"/>
              <a:ext cx="286005" cy="914400"/>
            </a:xfrm>
            <a:prstGeom prst="rect">
              <a:avLst/>
            </a:prstGeom>
            <a:noFill/>
            <a:ln>
              <a:noFill/>
            </a:ln>
          </p:spPr>
          <p:txBody>
            <a:bodyPr spcFirstLastPara="1" wrap="square" lIns="91425" tIns="45700" rIns="91425" bIns="45700" anchor="ctr" anchorCtr="0">
              <a:normAutofit/>
            </a:bodyPr>
            <a:lstStyle/>
            <a:p>
              <a:pPr marL="0" marR="0" lvl="0" indent="0" algn="l" rtl="0">
                <a:lnSpc>
                  <a:spcPct val="100000"/>
                </a:lnSpc>
                <a:spcBef>
                  <a:spcPts val="0"/>
                </a:spcBef>
                <a:spcAft>
                  <a:spcPts val="0"/>
                </a:spcAft>
                <a:buClr>
                  <a:schemeClr val="dk1"/>
                </a:buClr>
                <a:buSzPts val="3200"/>
                <a:buFont typeface="Calibri"/>
                <a:buNone/>
              </a:pPr>
              <a:r>
                <a:rPr lang="es-ES" sz="3200" b="1" i="0" u="none" strike="noStrike" cap="small" dirty="0">
                  <a:solidFill>
                    <a:schemeClr val="dk1"/>
                  </a:solidFill>
                  <a:latin typeface="Calibri"/>
                  <a:ea typeface="Calibri"/>
                  <a:cs typeface="Calibri"/>
                  <a:sym typeface="Calibri"/>
                </a:rPr>
                <a:t>.</a:t>
              </a:r>
              <a:endParaRPr dirty="0"/>
            </a:p>
          </p:txBody>
        </p:sp>
      </p:grpSp>
      <p:pic>
        <p:nvPicPr>
          <p:cNvPr id="1107" name="Google Shape;1107;p35" descr="https://pixabay.com/static/uploads/photo/2012/04/24/11/54/car-39596_640.png"/>
          <p:cNvPicPr preferRelativeResize="0"/>
          <p:nvPr/>
        </p:nvPicPr>
        <p:blipFill rotWithShape="1">
          <a:blip r:embed="rId4">
            <a:alphaModFix/>
          </a:blip>
          <a:srcRect/>
          <a:stretch/>
        </p:blipFill>
        <p:spPr>
          <a:xfrm flipH="1">
            <a:off x="5434374" y="2227932"/>
            <a:ext cx="821308" cy="410654"/>
          </a:xfrm>
          <a:prstGeom prst="rect">
            <a:avLst/>
          </a:prstGeom>
          <a:noFill/>
          <a:ln>
            <a:noFill/>
          </a:ln>
        </p:spPr>
      </p:pic>
      <p:pic>
        <p:nvPicPr>
          <p:cNvPr id="1108" name="Google Shape;1108;p35" descr="https://pixabay.com/static/uploads/photo/2012/04/24/11/54/car-39596_640.png"/>
          <p:cNvPicPr preferRelativeResize="0"/>
          <p:nvPr/>
        </p:nvPicPr>
        <p:blipFill rotWithShape="1">
          <a:blip r:embed="rId4">
            <a:alphaModFix/>
          </a:blip>
          <a:srcRect/>
          <a:stretch/>
        </p:blipFill>
        <p:spPr>
          <a:xfrm flipH="1">
            <a:off x="9742986" y="1994186"/>
            <a:ext cx="821308" cy="410654"/>
          </a:xfrm>
          <a:prstGeom prst="rect">
            <a:avLst/>
          </a:prstGeom>
          <a:noFill/>
          <a:ln>
            <a:noFill/>
          </a:ln>
        </p:spPr>
      </p:pic>
      <p:pic>
        <p:nvPicPr>
          <p:cNvPr id="1109" name="Google Shape;1109;p35" descr="https://pixabay.com/static/uploads/photo/2012/04/28/18/23/gas-43874_960_720.png"/>
          <p:cNvPicPr preferRelativeResize="0"/>
          <p:nvPr/>
        </p:nvPicPr>
        <p:blipFill rotWithShape="1">
          <a:blip r:embed="rId3">
            <a:alphaModFix/>
          </a:blip>
          <a:srcRect/>
          <a:stretch/>
        </p:blipFill>
        <p:spPr>
          <a:xfrm>
            <a:off x="9776824" y="914066"/>
            <a:ext cx="792088" cy="792088"/>
          </a:xfrm>
          <a:prstGeom prst="rect">
            <a:avLst/>
          </a:prstGeom>
          <a:noFill/>
          <a:ln>
            <a:noFill/>
          </a:ln>
        </p:spPr>
      </p:pic>
      <p:pic>
        <p:nvPicPr>
          <p:cNvPr id="1110" name="Google Shape;1110;p35" descr="https://pixabay.com/static/uploads/photo/2012/04/28/18/23/gas-43874_960_720.png"/>
          <p:cNvPicPr preferRelativeResize="0"/>
          <p:nvPr/>
        </p:nvPicPr>
        <p:blipFill rotWithShape="1">
          <a:blip r:embed="rId3">
            <a:alphaModFix/>
          </a:blip>
          <a:srcRect/>
          <a:stretch/>
        </p:blipFill>
        <p:spPr>
          <a:xfrm>
            <a:off x="7248906" y="996598"/>
            <a:ext cx="792088" cy="792088"/>
          </a:xfrm>
          <a:prstGeom prst="rect">
            <a:avLst/>
          </a:prstGeom>
          <a:noFill/>
          <a:ln>
            <a:noFill/>
          </a:ln>
        </p:spPr>
      </p:pic>
      <p:sp>
        <p:nvSpPr>
          <p:cNvPr id="1111" name="Google Shape;1111;p35"/>
          <p:cNvSpPr txBox="1"/>
          <p:nvPr/>
        </p:nvSpPr>
        <p:spPr>
          <a:xfrm>
            <a:off x="1083428" y="3980018"/>
            <a:ext cx="1363424" cy="366701"/>
          </a:xfrm>
          <a:prstGeom prst="rect">
            <a:avLst/>
          </a:prstGeom>
          <a:noFill/>
          <a:ln>
            <a:noFill/>
          </a:ln>
        </p:spPr>
        <p:txBody>
          <a:bodyPr spcFirstLastPara="1" wrap="square" lIns="91425" tIns="45700" rIns="91425" bIns="45700" anchor="ctr" anchorCtr="0">
            <a:normAutofit/>
          </a:bodyPr>
          <a:lstStyle/>
          <a:p>
            <a:pPr marL="0" marR="0" lvl="0" indent="0" algn="l" rtl="0">
              <a:lnSpc>
                <a:spcPct val="100000"/>
              </a:lnSpc>
              <a:spcBef>
                <a:spcPts val="0"/>
              </a:spcBef>
              <a:spcAft>
                <a:spcPts val="0"/>
              </a:spcAft>
              <a:buClr>
                <a:schemeClr val="dk1"/>
              </a:buClr>
              <a:buSzPct val="100000"/>
              <a:buFont typeface="Calibri"/>
              <a:buNone/>
            </a:pPr>
            <a:r>
              <a:rPr lang="es-ES" sz="1600" b="0" i="0" u="none" strike="noStrike" cap="small">
                <a:solidFill>
                  <a:schemeClr val="dk1"/>
                </a:solidFill>
                <a:latin typeface="Calibri"/>
                <a:ea typeface="Calibri"/>
                <a:cs typeface="Calibri"/>
                <a:sym typeface="Calibri"/>
              </a:rPr>
              <a:t>Surtidor </a:t>
            </a:r>
            <a:r>
              <a:rPr lang="es-ES" sz="1500" b="0" i="0" u="none" strike="noStrike" cap="small">
                <a:solidFill>
                  <a:schemeClr val="dk1"/>
                </a:solidFill>
                <a:latin typeface="Calibri"/>
                <a:ea typeface="Calibri"/>
                <a:cs typeface="Calibri"/>
                <a:sym typeface="Calibri"/>
              </a:rPr>
              <a:t>Libre</a:t>
            </a:r>
            <a:endParaRPr sz="1600" b="0" i="0" u="none" strike="noStrike" cap="small">
              <a:solidFill>
                <a:schemeClr val="dk1"/>
              </a:solidFill>
              <a:latin typeface="Calibri"/>
              <a:ea typeface="Calibri"/>
              <a:cs typeface="Calibri"/>
              <a:sym typeface="Calibri"/>
            </a:endParaRPr>
          </a:p>
        </p:txBody>
      </p:sp>
      <p:sp>
        <p:nvSpPr>
          <p:cNvPr id="1112" name="Google Shape;1112;p35"/>
          <p:cNvSpPr txBox="1"/>
          <p:nvPr/>
        </p:nvSpPr>
        <p:spPr>
          <a:xfrm>
            <a:off x="3006914" y="3964148"/>
            <a:ext cx="1363424" cy="366701"/>
          </a:xfrm>
          <a:prstGeom prst="rect">
            <a:avLst/>
          </a:prstGeom>
          <a:noFill/>
          <a:ln>
            <a:noFill/>
          </a:ln>
        </p:spPr>
        <p:txBody>
          <a:bodyPr spcFirstLastPara="1" wrap="square" lIns="91425" tIns="45700" rIns="91425" bIns="45700" anchor="ctr" anchorCtr="0">
            <a:normAutofit fontScale="77500" lnSpcReduction="20000"/>
          </a:bodyPr>
          <a:lstStyle/>
          <a:p>
            <a:pPr marL="0" marR="0" lvl="0" indent="0" algn="l" rtl="0">
              <a:lnSpc>
                <a:spcPct val="100000"/>
              </a:lnSpc>
              <a:spcBef>
                <a:spcPts val="0"/>
              </a:spcBef>
              <a:spcAft>
                <a:spcPts val="0"/>
              </a:spcAft>
              <a:buClr>
                <a:schemeClr val="dk1"/>
              </a:buClr>
              <a:buSzPct val="100000"/>
              <a:buFont typeface="Calibri"/>
              <a:buNone/>
            </a:pPr>
            <a:r>
              <a:rPr lang="es-ES" sz="1600" b="0" i="0" u="none" strike="noStrike" cap="small">
                <a:solidFill>
                  <a:schemeClr val="dk1"/>
                </a:solidFill>
                <a:latin typeface="Calibri"/>
                <a:ea typeface="Calibri"/>
                <a:cs typeface="Calibri"/>
                <a:sym typeface="Calibri"/>
              </a:rPr>
              <a:t>Surtidor Ocupado</a:t>
            </a:r>
            <a:endParaRPr/>
          </a:p>
        </p:txBody>
      </p:sp>
      <p:sp>
        <p:nvSpPr>
          <p:cNvPr id="1113" name="Google Shape;1113;p35"/>
          <p:cNvSpPr txBox="1"/>
          <p:nvPr/>
        </p:nvSpPr>
        <p:spPr>
          <a:xfrm>
            <a:off x="4892257" y="3964147"/>
            <a:ext cx="1363425" cy="49231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400"/>
              <a:buFont typeface="Calibri"/>
              <a:buNone/>
            </a:pPr>
            <a:r>
              <a:rPr lang="es-ES" sz="1400" b="0" i="0" u="none" strike="noStrike" cap="small" dirty="0">
                <a:solidFill>
                  <a:schemeClr val="dk1"/>
                </a:solidFill>
                <a:latin typeface="Calibri"/>
                <a:ea typeface="Calibri"/>
                <a:cs typeface="Calibri"/>
                <a:sym typeface="Calibri"/>
              </a:rPr>
              <a:t>Surtidor Ocupado</a:t>
            </a:r>
            <a:endParaRPr dirty="0"/>
          </a:p>
          <a:p>
            <a:pPr marL="0" marR="0" lvl="0" indent="0" algn="l" rtl="0">
              <a:lnSpc>
                <a:spcPct val="100000"/>
              </a:lnSpc>
              <a:spcBef>
                <a:spcPts val="0"/>
              </a:spcBef>
              <a:spcAft>
                <a:spcPts val="0"/>
              </a:spcAft>
              <a:buClr>
                <a:schemeClr val="dk1"/>
              </a:buClr>
              <a:buSzPts val="1400"/>
              <a:buFont typeface="Calibri"/>
              <a:buNone/>
            </a:pPr>
            <a:r>
              <a:rPr lang="es-ES" sz="1400" cap="small" dirty="0">
                <a:solidFill>
                  <a:schemeClr val="dk1"/>
                </a:solidFill>
                <a:latin typeface="Calibri"/>
                <a:ea typeface="Calibri"/>
                <a:cs typeface="Calibri"/>
                <a:sym typeface="Calibri"/>
              </a:rPr>
              <a:t>Sin restricciones </a:t>
            </a:r>
            <a:endParaRPr sz="1400" b="0" i="0" u="none" strike="noStrike" cap="small" dirty="0">
              <a:solidFill>
                <a:schemeClr val="dk1"/>
              </a:solidFill>
              <a:latin typeface="Calibri"/>
              <a:ea typeface="Calibri"/>
              <a:cs typeface="Calibri"/>
              <a:sym typeface="Calibri"/>
            </a:endParaRPr>
          </a:p>
        </p:txBody>
      </p:sp>
      <p:sp>
        <p:nvSpPr>
          <p:cNvPr id="1114" name="Google Shape;1114;p35"/>
          <p:cNvSpPr txBox="1"/>
          <p:nvPr/>
        </p:nvSpPr>
        <p:spPr>
          <a:xfrm>
            <a:off x="9320180" y="4380802"/>
            <a:ext cx="1515406" cy="664677"/>
          </a:xfrm>
          <a:prstGeom prst="rect">
            <a:avLst/>
          </a:prstGeom>
          <a:noFill/>
          <a:ln>
            <a:noFill/>
          </a:ln>
        </p:spPr>
        <p:txBody>
          <a:bodyPr spcFirstLastPara="1" wrap="square" lIns="91425" tIns="45700" rIns="91425" bIns="45700" anchor="ctr" anchorCtr="0">
            <a:normAutofit fontScale="92500" lnSpcReduction="20000"/>
          </a:bodyPr>
          <a:lstStyle/>
          <a:p>
            <a:pPr marL="0" marR="0" lvl="0" indent="0" algn="l" rtl="0">
              <a:lnSpc>
                <a:spcPct val="100000"/>
              </a:lnSpc>
              <a:spcBef>
                <a:spcPts val="0"/>
              </a:spcBef>
              <a:spcAft>
                <a:spcPts val="0"/>
              </a:spcAft>
              <a:buClr>
                <a:schemeClr val="dk1"/>
              </a:buClr>
              <a:buSzPts val="1600"/>
              <a:buFont typeface="Calibri"/>
              <a:buNone/>
            </a:pPr>
            <a:r>
              <a:rPr lang="es-ES" sz="1600" b="0" i="0" u="none" strike="noStrike" cap="small">
                <a:solidFill>
                  <a:schemeClr val="dk1"/>
                </a:solidFill>
                <a:latin typeface="Calibri"/>
                <a:ea typeface="Calibri"/>
                <a:cs typeface="Calibri"/>
                <a:sym typeface="Calibri"/>
              </a:rPr>
              <a:t>Surtidor </a:t>
            </a:r>
            <a:r>
              <a:rPr lang="es-ES" sz="1500" b="0" i="0" u="none" strike="noStrike" cap="small">
                <a:solidFill>
                  <a:schemeClr val="dk1"/>
                </a:solidFill>
                <a:latin typeface="Calibri"/>
                <a:ea typeface="Calibri"/>
                <a:cs typeface="Calibri"/>
                <a:sym typeface="Calibri"/>
              </a:rPr>
              <a:t>Ocu</a:t>
            </a:r>
            <a:r>
              <a:rPr lang="es-ES" sz="1500" cap="small">
                <a:solidFill>
                  <a:schemeClr val="dk1"/>
                </a:solidFill>
                <a:latin typeface="Calibri"/>
                <a:ea typeface="Calibri"/>
                <a:cs typeface="Calibri"/>
                <a:sym typeface="Calibri"/>
              </a:rPr>
              <a:t>pado</a:t>
            </a:r>
            <a:endParaRPr sz="1500" b="0" i="0" u="none" strike="noStrike" cap="small">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500"/>
              <a:buFont typeface="Calibri"/>
              <a:buNone/>
            </a:pPr>
            <a:r>
              <a:rPr lang="es-ES" sz="1500" b="0" i="0" u="none" strike="noStrike" cap="small">
                <a:solidFill>
                  <a:schemeClr val="dk1"/>
                </a:solidFill>
                <a:latin typeface="Calibri"/>
                <a:ea typeface="Calibri"/>
                <a:cs typeface="Calibri"/>
                <a:sym typeface="Calibri"/>
              </a:rPr>
              <a:t>con restricción de un auto </a:t>
            </a:r>
            <a:endParaRPr sz="1600" b="0" i="0" u="none" strike="noStrike" cap="small">
              <a:solidFill>
                <a:schemeClr val="dk1"/>
              </a:solidFill>
              <a:latin typeface="Calibri"/>
              <a:ea typeface="Calibri"/>
              <a:cs typeface="Calibri"/>
              <a:sym typeface="Calibri"/>
            </a:endParaRPr>
          </a:p>
        </p:txBody>
      </p:sp>
      <p:sp>
        <p:nvSpPr>
          <p:cNvPr id="1115" name="Google Shape;1115;p35"/>
          <p:cNvSpPr txBox="1"/>
          <p:nvPr/>
        </p:nvSpPr>
        <p:spPr>
          <a:xfrm>
            <a:off x="6808190" y="4338566"/>
            <a:ext cx="1515406" cy="664677"/>
          </a:xfrm>
          <a:prstGeom prst="rect">
            <a:avLst/>
          </a:prstGeom>
          <a:noFill/>
          <a:ln>
            <a:noFill/>
          </a:ln>
        </p:spPr>
        <p:txBody>
          <a:bodyPr spcFirstLastPara="1" wrap="square" lIns="91425" tIns="45700" rIns="91425" bIns="45700" anchor="ctr" anchorCtr="0">
            <a:normAutofit fontScale="92500" lnSpcReduction="20000"/>
          </a:bodyPr>
          <a:lstStyle/>
          <a:p>
            <a:pPr marL="0" marR="0" lvl="0" indent="0" algn="l" rtl="0">
              <a:lnSpc>
                <a:spcPct val="100000"/>
              </a:lnSpc>
              <a:spcBef>
                <a:spcPts val="0"/>
              </a:spcBef>
              <a:spcAft>
                <a:spcPts val="0"/>
              </a:spcAft>
              <a:buClr>
                <a:schemeClr val="dk1"/>
              </a:buClr>
              <a:buSzPts val="1600"/>
              <a:buFont typeface="Calibri"/>
              <a:buNone/>
            </a:pPr>
            <a:r>
              <a:rPr lang="es-ES" sz="1600" b="0" i="0" u="none" strike="noStrike" cap="small">
                <a:solidFill>
                  <a:schemeClr val="dk1"/>
                </a:solidFill>
                <a:latin typeface="Calibri"/>
                <a:ea typeface="Calibri"/>
                <a:cs typeface="Calibri"/>
                <a:sym typeface="Calibri"/>
              </a:rPr>
              <a:t>Surtidor </a:t>
            </a:r>
            <a:r>
              <a:rPr lang="es-ES" sz="1500" b="0" i="0" u="none" strike="noStrike" cap="small">
                <a:solidFill>
                  <a:schemeClr val="dk1"/>
                </a:solidFill>
                <a:latin typeface="Calibri"/>
                <a:ea typeface="Calibri"/>
                <a:cs typeface="Calibri"/>
                <a:sym typeface="Calibri"/>
              </a:rPr>
              <a:t>Libre </a:t>
            </a:r>
            <a:endParaRPr/>
          </a:p>
          <a:p>
            <a:pPr marL="0" marR="0" lvl="0" indent="0" algn="l" rtl="0">
              <a:lnSpc>
                <a:spcPct val="100000"/>
              </a:lnSpc>
              <a:spcBef>
                <a:spcPts val="0"/>
              </a:spcBef>
              <a:spcAft>
                <a:spcPts val="0"/>
              </a:spcAft>
              <a:buClr>
                <a:schemeClr val="dk1"/>
              </a:buClr>
              <a:buSzPts val="1500"/>
              <a:buFont typeface="Calibri"/>
              <a:buNone/>
            </a:pPr>
            <a:r>
              <a:rPr lang="es-ES" sz="1500" b="0" i="0" u="none" strike="noStrike" cap="small">
                <a:solidFill>
                  <a:schemeClr val="dk1"/>
                </a:solidFill>
                <a:latin typeface="Calibri"/>
                <a:ea typeface="Calibri"/>
                <a:cs typeface="Calibri"/>
                <a:sym typeface="Calibri"/>
              </a:rPr>
              <a:t>con restricción de un auto </a:t>
            </a:r>
            <a:endParaRPr sz="1600" b="0" i="0" u="none" strike="noStrike" cap="small">
              <a:solidFill>
                <a:schemeClr val="dk1"/>
              </a:solidFill>
              <a:latin typeface="Calibri"/>
              <a:ea typeface="Calibri"/>
              <a:cs typeface="Calibri"/>
              <a:sym typeface="Calibri"/>
            </a:endParaRPr>
          </a:p>
        </p:txBody>
      </p:sp>
      <p:grpSp>
        <p:nvGrpSpPr>
          <p:cNvPr id="1116" name="Google Shape;1116;p35"/>
          <p:cNvGrpSpPr/>
          <p:nvPr/>
        </p:nvGrpSpPr>
        <p:grpSpPr>
          <a:xfrm>
            <a:off x="7036909" y="3163587"/>
            <a:ext cx="1138478" cy="1109467"/>
            <a:chOff x="7036909" y="3163587"/>
            <a:chExt cx="1138478" cy="1109467"/>
          </a:xfrm>
        </p:grpSpPr>
        <p:grpSp>
          <p:nvGrpSpPr>
            <p:cNvPr id="1117" name="Google Shape;1117;p35"/>
            <p:cNvGrpSpPr/>
            <p:nvPr/>
          </p:nvGrpSpPr>
          <p:grpSpPr>
            <a:xfrm>
              <a:off x="7041889" y="3163587"/>
              <a:ext cx="1133498" cy="528403"/>
              <a:chOff x="443571" y="5463111"/>
              <a:chExt cx="1655794" cy="792163"/>
            </a:xfrm>
          </p:grpSpPr>
          <p:sp>
            <p:nvSpPr>
              <p:cNvPr id="1118" name="Google Shape;1118;p35"/>
              <p:cNvSpPr/>
              <p:nvPr/>
            </p:nvSpPr>
            <p:spPr>
              <a:xfrm>
                <a:off x="1048382" y="5679010"/>
                <a:ext cx="431782" cy="431800"/>
              </a:xfrm>
              <a:prstGeom prst="ellipse">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cxnSp>
            <p:nvCxnSpPr>
              <p:cNvPr id="1119" name="Google Shape;1119;p35"/>
              <p:cNvCxnSpPr/>
              <p:nvPr/>
            </p:nvCxnSpPr>
            <p:spPr>
              <a:xfrm rot="5400000">
                <a:off x="47489" y="5859192"/>
                <a:ext cx="792163" cy="0"/>
              </a:xfrm>
              <a:prstGeom prst="straightConnector1">
                <a:avLst/>
              </a:prstGeom>
              <a:noFill/>
              <a:ln w="25400" cap="flat" cmpd="sng">
                <a:solidFill>
                  <a:schemeClr val="dk1"/>
                </a:solidFill>
                <a:prstDash val="solid"/>
                <a:round/>
                <a:headEnd type="none" w="med" len="med"/>
                <a:tailEnd type="none" w="med" len="med"/>
              </a:ln>
            </p:spPr>
          </p:cxnSp>
          <p:cxnSp>
            <p:nvCxnSpPr>
              <p:cNvPr id="1120" name="Google Shape;1120;p35"/>
              <p:cNvCxnSpPr/>
              <p:nvPr/>
            </p:nvCxnSpPr>
            <p:spPr>
              <a:xfrm rot="5400000">
                <a:off x="1703181" y="5859192"/>
                <a:ext cx="792163" cy="0"/>
              </a:xfrm>
              <a:prstGeom prst="straightConnector1">
                <a:avLst/>
              </a:prstGeom>
              <a:noFill/>
              <a:ln w="25400" cap="flat" cmpd="sng">
                <a:solidFill>
                  <a:schemeClr val="dk1"/>
                </a:solidFill>
                <a:prstDash val="solid"/>
                <a:round/>
                <a:headEnd type="none" w="med" len="med"/>
                <a:tailEnd type="none" w="med" len="med"/>
              </a:ln>
            </p:spPr>
          </p:cxnSp>
          <p:cxnSp>
            <p:nvCxnSpPr>
              <p:cNvPr id="1121" name="Google Shape;1121;p35"/>
              <p:cNvCxnSpPr>
                <a:endCxn id="1118" idx="2"/>
              </p:cNvCxnSpPr>
              <p:nvPr/>
            </p:nvCxnSpPr>
            <p:spPr>
              <a:xfrm>
                <a:off x="443582" y="5893410"/>
                <a:ext cx="604800" cy="1500"/>
              </a:xfrm>
              <a:prstGeom prst="straightConnector1">
                <a:avLst/>
              </a:prstGeom>
              <a:noFill/>
              <a:ln w="9525" cap="flat" cmpd="sng">
                <a:solidFill>
                  <a:schemeClr val="dk1"/>
                </a:solidFill>
                <a:prstDash val="solid"/>
                <a:round/>
                <a:headEnd type="none" w="med" len="med"/>
                <a:tailEnd type="stealth" w="med" len="med"/>
              </a:ln>
            </p:spPr>
          </p:cxnSp>
          <p:cxnSp>
            <p:nvCxnSpPr>
              <p:cNvPr id="1122" name="Google Shape;1122;p35"/>
              <p:cNvCxnSpPr>
                <a:stCxn id="1118" idx="6"/>
              </p:cNvCxnSpPr>
              <p:nvPr/>
            </p:nvCxnSpPr>
            <p:spPr>
              <a:xfrm>
                <a:off x="1480164" y="5894910"/>
                <a:ext cx="619200" cy="1500"/>
              </a:xfrm>
              <a:prstGeom prst="straightConnector1">
                <a:avLst/>
              </a:prstGeom>
              <a:noFill/>
              <a:ln w="9525" cap="flat" cmpd="sng">
                <a:solidFill>
                  <a:schemeClr val="dk1"/>
                </a:solidFill>
                <a:prstDash val="solid"/>
                <a:round/>
                <a:headEnd type="none" w="med" len="med"/>
                <a:tailEnd type="stealth" w="med" len="med"/>
              </a:ln>
            </p:spPr>
          </p:cxnSp>
        </p:grpSp>
        <p:sp>
          <p:nvSpPr>
            <p:cNvPr id="1123" name="Google Shape;1123;p35"/>
            <p:cNvSpPr/>
            <p:nvPr/>
          </p:nvSpPr>
          <p:spPr>
            <a:xfrm>
              <a:off x="7455922" y="3883655"/>
              <a:ext cx="295583" cy="310777"/>
            </a:xfrm>
            <a:prstGeom prst="ellipse">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24" name="Google Shape;1124;p35"/>
            <p:cNvSpPr txBox="1"/>
            <p:nvPr/>
          </p:nvSpPr>
          <p:spPr>
            <a:xfrm rot="5400000">
              <a:off x="7478686" y="3758776"/>
              <a:ext cx="389399" cy="639157"/>
            </a:xfrm>
            <a:prstGeom prst="rect">
              <a:avLst/>
            </a:prstGeom>
            <a:noFill/>
            <a:ln>
              <a:noFill/>
            </a:ln>
          </p:spPr>
          <p:txBody>
            <a:bodyPr spcFirstLastPara="1" wrap="square" lIns="91425" tIns="45700" rIns="91425" bIns="45700" anchor="ctr" anchorCtr="0">
              <a:normAutofit/>
            </a:bodyPr>
            <a:lstStyle/>
            <a:p>
              <a:pPr marL="0" marR="0" lvl="0" indent="0" algn="l" rtl="0">
                <a:lnSpc>
                  <a:spcPct val="100000"/>
                </a:lnSpc>
                <a:spcBef>
                  <a:spcPts val="0"/>
                </a:spcBef>
                <a:spcAft>
                  <a:spcPts val="0"/>
                </a:spcAft>
                <a:buClr>
                  <a:schemeClr val="dk1"/>
                </a:buClr>
                <a:buSzPts val="2400"/>
                <a:buFont typeface="Calibri"/>
                <a:buNone/>
              </a:pPr>
              <a:r>
                <a:rPr lang="es-ES" sz="2400" cap="small">
                  <a:solidFill>
                    <a:schemeClr val="dk1"/>
                  </a:solidFill>
                  <a:latin typeface="Calibri"/>
                  <a:ea typeface="Calibri"/>
                  <a:cs typeface="Calibri"/>
                  <a:sym typeface="Calibri"/>
                </a:rPr>
                <a:t> </a:t>
              </a:r>
              <a:r>
                <a:rPr lang="es-ES" sz="3200" b="1" cap="small">
                  <a:solidFill>
                    <a:schemeClr val="dk1"/>
                  </a:solidFill>
                  <a:latin typeface="Calibri"/>
                  <a:ea typeface="Calibri"/>
                  <a:cs typeface="Calibri"/>
                  <a:sym typeface="Calibri"/>
                </a:rPr>
                <a:t>.</a:t>
              </a:r>
              <a:endParaRPr sz="2400" b="1" i="0" u="none" strike="noStrike" cap="small">
                <a:solidFill>
                  <a:schemeClr val="dk1"/>
                </a:solidFill>
                <a:latin typeface="Calibri"/>
                <a:ea typeface="Calibri"/>
                <a:cs typeface="Calibri"/>
                <a:sym typeface="Calibri"/>
              </a:endParaRPr>
            </a:p>
          </p:txBody>
        </p:sp>
        <p:cxnSp>
          <p:nvCxnSpPr>
            <p:cNvPr id="1125" name="Google Shape;1125;p35"/>
            <p:cNvCxnSpPr/>
            <p:nvPr/>
          </p:nvCxnSpPr>
          <p:spPr>
            <a:xfrm flipH="1">
              <a:off x="7696516" y="3502881"/>
              <a:ext cx="423812" cy="450471"/>
            </a:xfrm>
            <a:prstGeom prst="straightConnector1">
              <a:avLst/>
            </a:prstGeom>
            <a:noFill/>
            <a:ln w="9525" cap="flat" cmpd="sng">
              <a:solidFill>
                <a:schemeClr val="dk1"/>
              </a:solidFill>
              <a:prstDash val="solid"/>
              <a:round/>
              <a:headEnd type="none" w="sm" len="sm"/>
              <a:tailEnd type="triangle" w="med" len="med"/>
            </a:ln>
          </p:spPr>
        </p:cxnSp>
        <p:cxnSp>
          <p:nvCxnSpPr>
            <p:cNvPr id="1126" name="Google Shape;1126;p35"/>
            <p:cNvCxnSpPr>
              <a:stCxn id="1123" idx="1"/>
            </p:cNvCxnSpPr>
            <p:nvPr/>
          </p:nvCxnSpPr>
          <p:spPr>
            <a:xfrm rot="10800000">
              <a:off x="7036909" y="3514267"/>
              <a:ext cx="462300" cy="414900"/>
            </a:xfrm>
            <a:prstGeom prst="straightConnector1">
              <a:avLst/>
            </a:prstGeom>
            <a:noFill/>
            <a:ln w="9525" cap="flat" cmpd="sng">
              <a:solidFill>
                <a:schemeClr val="dk1"/>
              </a:solidFill>
              <a:prstDash val="solid"/>
              <a:round/>
              <a:headEnd type="none" w="sm" len="sm"/>
              <a:tailEnd type="triangle" w="med" len="med"/>
            </a:ln>
          </p:spPr>
        </p:cxnSp>
      </p:grpSp>
      <p:grpSp>
        <p:nvGrpSpPr>
          <p:cNvPr id="1127" name="Google Shape;1127;p35"/>
          <p:cNvGrpSpPr/>
          <p:nvPr/>
        </p:nvGrpSpPr>
        <p:grpSpPr>
          <a:xfrm>
            <a:off x="9606154" y="3104879"/>
            <a:ext cx="1133498" cy="1017823"/>
            <a:chOff x="9606154" y="3104879"/>
            <a:chExt cx="1133498" cy="1017823"/>
          </a:xfrm>
        </p:grpSpPr>
        <p:grpSp>
          <p:nvGrpSpPr>
            <p:cNvPr id="1128" name="Google Shape;1128;p35"/>
            <p:cNvGrpSpPr/>
            <p:nvPr/>
          </p:nvGrpSpPr>
          <p:grpSpPr>
            <a:xfrm>
              <a:off x="9606154" y="3104879"/>
              <a:ext cx="1133498" cy="528403"/>
              <a:chOff x="3126803" y="3147717"/>
              <a:chExt cx="1133498" cy="528403"/>
            </a:xfrm>
          </p:grpSpPr>
          <p:grpSp>
            <p:nvGrpSpPr>
              <p:cNvPr id="1129" name="Google Shape;1129;p35"/>
              <p:cNvGrpSpPr/>
              <p:nvPr/>
            </p:nvGrpSpPr>
            <p:grpSpPr>
              <a:xfrm>
                <a:off x="3126803" y="3147717"/>
                <a:ext cx="1133498" cy="528403"/>
                <a:chOff x="443571" y="5463111"/>
                <a:chExt cx="1655794" cy="792163"/>
              </a:xfrm>
            </p:grpSpPr>
            <p:sp>
              <p:nvSpPr>
                <p:cNvPr id="1130" name="Google Shape;1130;p35"/>
                <p:cNvSpPr/>
                <p:nvPr/>
              </p:nvSpPr>
              <p:spPr>
                <a:xfrm>
                  <a:off x="1048382" y="5679010"/>
                  <a:ext cx="431782" cy="431800"/>
                </a:xfrm>
                <a:prstGeom prst="ellipse">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cxnSp>
              <p:nvCxnSpPr>
                <p:cNvPr id="1131" name="Google Shape;1131;p35"/>
                <p:cNvCxnSpPr/>
                <p:nvPr/>
              </p:nvCxnSpPr>
              <p:spPr>
                <a:xfrm rot="5400000">
                  <a:off x="47489" y="5859192"/>
                  <a:ext cx="792163" cy="0"/>
                </a:xfrm>
                <a:prstGeom prst="straightConnector1">
                  <a:avLst/>
                </a:prstGeom>
                <a:noFill/>
                <a:ln w="25400" cap="flat" cmpd="sng">
                  <a:solidFill>
                    <a:schemeClr val="dk1"/>
                  </a:solidFill>
                  <a:prstDash val="solid"/>
                  <a:round/>
                  <a:headEnd type="none" w="med" len="med"/>
                  <a:tailEnd type="none" w="med" len="med"/>
                </a:ln>
              </p:spPr>
            </p:cxnSp>
            <p:cxnSp>
              <p:nvCxnSpPr>
                <p:cNvPr id="1132" name="Google Shape;1132;p35"/>
                <p:cNvCxnSpPr/>
                <p:nvPr/>
              </p:nvCxnSpPr>
              <p:spPr>
                <a:xfrm rot="5400000">
                  <a:off x="1703181" y="5859192"/>
                  <a:ext cx="792163" cy="0"/>
                </a:xfrm>
                <a:prstGeom prst="straightConnector1">
                  <a:avLst/>
                </a:prstGeom>
                <a:noFill/>
                <a:ln w="25400" cap="flat" cmpd="sng">
                  <a:solidFill>
                    <a:schemeClr val="dk1"/>
                  </a:solidFill>
                  <a:prstDash val="solid"/>
                  <a:round/>
                  <a:headEnd type="none" w="med" len="med"/>
                  <a:tailEnd type="none" w="med" len="med"/>
                </a:ln>
              </p:spPr>
            </p:cxnSp>
            <p:cxnSp>
              <p:nvCxnSpPr>
                <p:cNvPr id="1133" name="Google Shape;1133;p35"/>
                <p:cNvCxnSpPr>
                  <a:endCxn id="1130" idx="2"/>
                </p:cNvCxnSpPr>
                <p:nvPr/>
              </p:nvCxnSpPr>
              <p:spPr>
                <a:xfrm>
                  <a:off x="443582" y="5893410"/>
                  <a:ext cx="604800" cy="1500"/>
                </a:xfrm>
                <a:prstGeom prst="straightConnector1">
                  <a:avLst/>
                </a:prstGeom>
                <a:noFill/>
                <a:ln w="9525" cap="flat" cmpd="sng">
                  <a:solidFill>
                    <a:schemeClr val="dk1"/>
                  </a:solidFill>
                  <a:prstDash val="solid"/>
                  <a:round/>
                  <a:headEnd type="none" w="med" len="med"/>
                  <a:tailEnd type="stealth" w="med" len="med"/>
                </a:ln>
              </p:spPr>
            </p:cxnSp>
            <p:cxnSp>
              <p:nvCxnSpPr>
                <p:cNvPr id="1134" name="Google Shape;1134;p35"/>
                <p:cNvCxnSpPr>
                  <a:stCxn id="1130" idx="6"/>
                </p:cNvCxnSpPr>
                <p:nvPr/>
              </p:nvCxnSpPr>
              <p:spPr>
                <a:xfrm>
                  <a:off x="1480164" y="5894910"/>
                  <a:ext cx="619200" cy="1500"/>
                </a:xfrm>
                <a:prstGeom prst="straightConnector1">
                  <a:avLst/>
                </a:prstGeom>
                <a:noFill/>
                <a:ln w="9525" cap="flat" cmpd="sng">
                  <a:solidFill>
                    <a:schemeClr val="dk1"/>
                  </a:solidFill>
                  <a:prstDash val="solid"/>
                  <a:round/>
                  <a:headEnd type="none" w="med" len="med"/>
                  <a:tailEnd type="stealth" w="med" len="med"/>
                </a:ln>
              </p:spPr>
            </p:cxnSp>
          </p:grpSp>
          <p:sp>
            <p:nvSpPr>
              <p:cNvPr id="1135" name="Google Shape;1135;p35"/>
              <p:cNvSpPr txBox="1"/>
              <p:nvPr/>
            </p:nvSpPr>
            <p:spPr>
              <a:xfrm rot="5400000">
                <a:off x="3660028" y="3026399"/>
                <a:ext cx="286005" cy="914400"/>
              </a:xfrm>
              <a:prstGeom prst="rect">
                <a:avLst/>
              </a:prstGeom>
              <a:noFill/>
              <a:ln>
                <a:noFill/>
              </a:ln>
            </p:spPr>
            <p:txBody>
              <a:bodyPr spcFirstLastPara="1" wrap="square" lIns="91425" tIns="45700" rIns="91425" bIns="45700" anchor="ctr" anchorCtr="0">
                <a:normAutofit/>
              </a:bodyPr>
              <a:lstStyle/>
              <a:p>
                <a:pPr marL="0" marR="0" lvl="0" indent="0" algn="l" rtl="0">
                  <a:lnSpc>
                    <a:spcPct val="100000"/>
                  </a:lnSpc>
                  <a:spcBef>
                    <a:spcPts val="0"/>
                  </a:spcBef>
                  <a:spcAft>
                    <a:spcPts val="0"/>
                  </a:spcAft>
                  <a:buClr>
                    <a:schemeClr val="dk1"/>
                  </a:buClr>
                  <a:buSzPts val="3200"/>
                  <a:buFont typeface="Calibri"/>
                  <a:buNone/>
                </a:pPr>
                <a:r>
                  <a:rPr lang="es-ES" sz="3200" b="1" i="0" u="none" strike="noStrike" cap="small">
                    <a:solidFill>
                      <a:schemeClr val="dk1"/>
                    </a:solidFill>
                    <a:latin typeface="Calibri"/>
                    <a:ea typeface="Calibri"/>
                    <a:cs typeface="Calibri"/>
                    <a:sym typeface="Calibri"/>
                  </a:rPr>
                  <a:t>.</a:t>
                </a:r>
                <a:endParaRPr/>
              </a:p>
            </p:txBody>
          </p:sp>
        </p:grpSp>
        <p:sp>
          <p:nvSpPr>
            <p:cNvPr id="1136" name="Google Shape;1136;p35"/>
            <p:cNvSpPr/>
            <p:nvPr/>
          </p:nvSpPr>
          <p:spPr>
            <a:xfrm>
              <a:off x="10034595" y="3811925"/>
              <a:ext cx="295583" cy="310777"/>
            </a:xfrm>
            <a:prstGeom prst="ellipse">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cxnSp>
          <p:nvCxnSpPr>
            <p:cNvPr id="1137" name="Google Shape;1137;p35"/>
            <p:cNvCxnSpPr/>
            <p:nvPr/>
          </p:nvCxnSpPr>
          <p:spPr>
            <a:xfrm flipH="1">
              <a:off x="10275189" y="3431151"/>
              <a:ext cx="423812" cy="450471"/>
            </a:xfrm>
            <a:prstGeom prst="straightConnector1">
              <a:avLst/>
            </a:prstGeom>
            <a:noFill/>
            <a:ln w="9525" cap="flat" cmpd="sng">
              <a:solidFill>
                <a:schemeClr val="dk1"/>
              </a:solidFill>
              <a:prstDash val="solid"/>
              <a:round/>
              <a:headEnd type="none" w="sm" len="sm"/>
              <a:tailEnd type="triangle" w="med" len="med"/>
            </a:ln>
          </p:spPr>
        </p:cxnSp>
        <p:cxnSp>
          <p:nvCxnSpPr>
            <p:cNvPr id="1138" name="Google Shape;1138;p35"/>
            <p:cNvCxnSpPr>
              <a:stCxn id="1136" idx="1"/>
            </p:cNvCxnSpPr>
            <p:nvPr/>
          </p:nvCxnSpPr>
          <p:spPr>
            <a:xfrm rot="10800000">
              <a:off x="9615582" y="3442537"/>
              <a:ext cx="462300" cy="414900"/>
            </a:xfrm>
            <a:prstGeom prst="straightConnector1">
              <a:avLst/>
            </a:prstGeom>
            <a:noFill/>
            <a:ln w="9525" cap="flat" cmpd="sng">
              <a:solidFill>
                <a:schemeClr val="dk1"/>
              </a:solidFill>
              <a:prstDash val="solid"/>
              <a:round/>
              <a:headEnd type="none" w="sm" len="sm"/>
              <a:tailEnd type="triangle" w="med" len="med"/>
            </a:ln>
          </p:spPr>
        </p:cxnSp>
      </p:grpSp>
      <p:sp>
        <p:nvSpPr>
          <p:cNvPr id="2" name="CuadroTexto 1">
            <a:extLst>
              <a:ext uri="{FF2B5EF4-FFF2-40B4-BE49-F238E27FC236}">
                <a16:creationId xmlns:a16="http://schemas.microsoft.com/office/drawing/2014/main" id="{C1DBE8E3-D9F4-0020-5CB7-AB6FC4AB5574}"/>
              </a:ext>
            </a:extLst>
          </p:cNvPr>
          <p:cNvSpPr txBox="1"/>
          <p:nvPr/>
        </p:nvSpPr>
        <p:spPr>
          <a:xfrm>
            <a:off x="5432272" y="2966936"/>
            <a:ext cx="293670" cy="584775"/>
          </a:xfrm>
          <a:prstGeom prst="rect">
            <a:avLst/>
          </a:prstGeom>
          <a:noFill/>
        </p:spPr>
        <p:txBody>
          <a:bodyPr wrap="none" rtlCol="0">
            <a:spAutoFit/>
          </a:bodyPr>
          <a:lstStyle/>
          <a:p>
            <a:r>
              <a:rPr lang="es-ES" sz="3200" b="1" cap="small" dirty="0">
                <a:solidFill>
                  <a:schemeClr val="dk1"/>
                </a:solidFill>
                <a:latin typeface="Calibri"/>
                <a:ea typeface="Calibri"/>
                <a:cs typeface="Calibri"/>
                <a:sym typeface="Calibri"/>
              </a:rPr>
              <a:t>.</a:t>
            </a:r>
            <a:endParaRPr lang="es-ES" sz="3200" dirty="0"/>
          </a:p>
        </p:txBody>
      </p:sp>
      <p:sp>
        <p:nvSpPr>
          <p:cNvPr id="3" name="Marcador de fecha 2">
            <a:extLst>
              <a:ext uri="{FF2B5EF4-FFF2-40B4-BE49-F238E27FC236}">
                <a16:creationId xmlns:a16="http://schemas.microsoft.com/office/drawing/2014/main" id="{1B38CA2C-D096-C8F0-98EB-24F09E971F0A}"/>
              </a:ext>
            </a:extLst>
          </p:cNvPr>
          <p:cNvSpPr>
            <a:spLocks noGrp="1"/>
          </p:cNvSpPr>
          <p:nvPr>
            <p:ph type="dt" sz="half" idx="10"/>
          </p:nvPr>
        </p:nvSpPr>
        <p:spPr/>
        <p:txBody>
          <a:bodyPr/>
          <a:lstStyle/>
          <a:p>
            <a:r>
              <a:rPr lang="es-ES"/>
              <a:t>2026</a:t>
            </a:r>
            <a:endParaRPr lang="es-A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142"/>
        <p:cNvGrpSpPr/>
        <p:nvPr/>
      </p:nvGrpSpPr>
      <p:grpSpPr>
        <a:xfrm>
          <a:off x="0" y="0"/>
          <a:ext cx="0" cy="0"/>
          <a:chOff x="0" y="0"/>
          <a:chExt cx="0" cy="0"/>
        </a:xfrm>
      </p:grpSpPr>
      <p:sp>
        <p:nvSpPr>
          <p:cNvPr id="1143" name="Google Shape;1143;p36"/>
          <p:cNvSpPr txBox="1">
            <a:spLocks noGrp="1"/>
          </p:cNvSpPr>
          <p:nvPr>
            <p:ph type="ftr" sz="quarter" idx="11"/>
          </p:nvPr>
        </p:nvSpPr>
        <p:spPr>
          <a:prstGeom prst="rect">
            <a:avLst/>
          </a:prstGeom>
          <a:noFill/>
          <a:ln>
            <a:noFill/>
          </a:ln>
        </p:spPr>
        <p:txBody>
          <a:bodyPr spcFirstLastPara="1" wrap="square" lIns="91425" tIns="45700" rIns="91425" bIns="45700" anchor="ctr" anchorCtr="1">
            <a:noAutofit/>
          </a:bodyPr>
          <a:lstStyle/>
          <a:p>
            <a:pPr marL="0" lvl="0" indent="0" algn="l" rtl="0">
              <a:spcBef>
                <a:spcPts val="0"/>
              </a:spcBef>
              <a:spcAft>
                <a:spcPts val="0"/>
              </a:spcAft>
              <a:buNone/>
            </a:pPr>
            <a:r>
              <a:rPr lang="es-ES"/>
              <a:t>Ingeniería de Software I</a:t>
            </a:r>
            <a:endParaRPr/>
          </a:p>
        </p:txBody>
      </p:sp>
      <p:sp>
        <p:nvSpPr>
          <p:cNvPr id="1144" name="Google Shape;1144;p36"/>
          <p:cNvSpPr txBox="1">
            <a:spLocks noGrp="1"/>
          </p:cNvSpPr>
          <p:nvPr>
            <p:ph type="sldNum" sz="quarter" idx="12"/>
          </p:nvPr>
        </p:nvSpPr>
        <p:spPr>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53</a:t>
            </a:fld>
            <a:endParaRPr/>
          </a:p>
        </p:txBody>
      </p:sp>
      <p:pic>
        <p:nvPicPr>
          <p:cNvPr id="1145" name="Google Shape;1145;p36" descr="https://pixabay.com/static/uploads/photo/2012/04/28/18/23/gas-43874_960_720.png"/>
          <p:cNvPicPr preferRelativeResize="0"/>
          <p:nvPr/>
        </p:nvPicPr>
        <p:blipFill rotWithShape="1">
          <a:blip r:embed="rId3">
            <a:alphaModFix/>
          </a:blip>
          <a:srcRect/>
          <a:stretch/>
        </p:blipFill>
        <p:spPr>
          <a:xfrm>
            <a:off x="4805588" y="1473364"/>
            <a:ext cx="792088" cy="792088"/>
          </a:xfrm>
          <a:prstGeom prst="rect">
            <a:avLst/>
          </a:prstGeom>
          <a:noFill/>
          <a:ln>
            <a:noFill/>
          </a:ln>
        </p:spPr>
      </p:pic>
      <p:pic>
        <p:nvPicPr>
          <p:cNvPr id="1146" name="Google Shape;1146;p36" descr="https://pixabay.com/static/uploads/photo/2012/04/28/18/23/gas-43874_960_720.png"/>
          <p:cNvPicPr preferRelativeResize="0"/>
          <p:nvPr/>
        </p:nvPicPr>
        <p:blipFill rotWithShape="1">
          <a:blip r:embed="rId3">
            <a:alphaModFix/>
          </a:blip>
          <a:srcRect/>
          <a:stretch/>
        </p:blipFill>
        <p:spPr>
          <a:xfrm>
            <a:off x="4805588" y="3029904"/>
            <a:ext cx="792088" cy="792088"/>
          </a:xfrm>
          <a:prstGeom prst="rect">
            <a:avLst/>
          </a:prstGeom>
          <a:noFill/>
          <a:ln>
            <a:noFill/>
          </a:ln>
        </p:spPr>
      </p:pic>
      <p:pic>
        <p:nvPicPr>
          <p:cNvPr id="1147" name="Google Shape;1147;p36" descr="https://pixabay.com/static/uploads/photo/2012/04/28/18/23/gas-43874_960_720.png"/>
          <p:cNvPicPr preferRelativeResize="0"/>
          <p:nvPr/>
        </p:nvPicPr>
        <p:blipFill rotWithShape="1">
          <a:blip r:embed="rId3">
            <a:alphaModFix/>
          </a:blip>
          <a:srcRect/>
          <a:stretch/>
        </p:blipFill>
        <p:spPr>
          <a:xfrm>
            <a:off x="4776287" y="4805328"/>
            <a:ext cx="792088" cy="792088"/>
          </a:xfrm>
          <a:prstGeom prst="rect">
            <a:avLst/>
          </a:prstGeom>
          <a:noFill/>
          <a:ln>
            <a:noFill/>
          </a:ln>
        </p:spPr>
      </p:pic>
      <p:sp>
        <p:nvSpPr>
          <p:cNvPr id="1148" name="Google Shape;1148;p36" descr="Resultado de imagen para simbolo de caja"/>
          <p:cNvSpPr/>
          <p:nvPr/>
        </p:nvSpPr>
        <p:spPr>
          <a:xfrm>
            <a:off x="1127447" y="1800435"/>
            <a:ext cx="2564661" cy="2564669"/>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1149" name="Google Shape;1149;p36" descr="http://image.shutterstock.com/display_pic_with_logo/169/169,1184230450,18/stock-vector-cash-register-machine-symbol-3815086.jpg"/>
          <p:cNvPicPr preferRelativeResize="0"/>
          <p:nvPr/>
        </p:nvPicPr>
        <p:blipFill rotWithShape="1">
          <a:blip r:embed="rId4">
            <a:alphaModFix/>
          </a:blip>
          <a:srcRect/>
          <a:stretch/>
        </p:blipFill>
        <p:spPr>
          <a:xfrm>
            <a:off x="9055657" y="1543478"/>
            <a:ext cx="896054" cy="935879"/>
          </a:xfrm>
          <a:prstGeom prst="rect">
            <a:avLst/>
          </a:prstGeom>
          <a:noFill/>
          <a:ln>
            <a:noFill/>
          </a:ln>
        </p:spPr>
      </p:pic>
      <p:pic>
        <p:nvPicPr>
          <p:cNvPr id="1150" name="Google Shape;1150;p36" descr="https://pixabay.com/static/uploads/photo/2012/04/24/11/54/car-39596_640.png"/>
          <p:cNvPicPr preferRelativeResize="0"/>
          <p:nvPr/>
        </p:nvPicPr>
        <p:blipFill rotWithShape="1">
          <a:blip r:embed="rId5">
            <a:alphaModFix/>
          </a:blip>
          <a:srcRect/>
          <a:stretch/>
        </p:blipFill>
        <p:spPr>
          <a:xfrm flipH="1">
            <a:off x="4845952" y="2468048"/>
            <a:ext cx="821308" cy="410654"/>
          </a:xfrm>
          <a:prstGeom prst="rect">
            <a:avLst/>
          </a:prstGeom>
          <a:noFill/>
          <a:ln>
            <a:noFill/>
          </a:ln>
        </p:spPr>
      </p:pic>
      <p:pic>
        <p:nvPicPr>
          <p:cNvPr id="1151" name="Google Shape;1151;p36" descr="https://pixabay.com/static/uploads/photo/2012/04/24/11/54/car-39596_640.png"/>
          <p:cNvPicPr preferRelativeResize="0"/>
          <p:nvPr/>
        </p:nvPicPr>
        <p:blipFill rotWithShape="1">
          <a:blip r:embed="rId5">
            <a:alphaModFix/>
          </a:blip>
          <a:srcRect/>
          <a:stretch/>
        </p:blipFill>
        <p:spPr>
          <a:xfrm flipH="1">
            <a:off x="4776368" y="4304069"/>
            <a:ext cx="821308" cy="410654"/>
          </a:xfrm>
          <a:prstGeom prst="rect">
            <a:avLst/>
          </a:prstGeom>
          <a:noFill/>
          <a:ln>
            <a:noFill/>
          </a:ln>
        </p:spPr>
      </p:pic>
      <p:pic>
        <p:nvPicPr>
          <p:cNvPr id="1152" name="Google Shape;1152;p36" descr="https://pixabay.com/static/uploads/photo/2012/04/24/11/54/car-39596_640.png"/>
          <p:cNvPicPr preferRelativeResize="0"/>
          <p:nvPr/>
        </p:nvPicPr>
        <p:blipFill rotWithShape="1">
          <a:blip r:embed="rId5">
            <a:alphaModFix/>
          </a:blip>
          <a:srcRect/>
          <a:stretch/>
        </p:blipFill>
        <p:spPr>
          <a:xfrm flipH="1">
            <a:off x="4790138" y="5732821"/>
            <a:ext cx="821308" cy="410654"/>
          </a:xfrm>
          <a:prstGeom prst="rect">
            <a:avLst/>
          </a:prstGeom>
          <a:noFill/>
          <a:ln>
            <a:noFill/>
          </a:ln>
        </p:spPr>
      </p:pic>
      <p:pic>
        <p:nvPicPr>
          <p:cNvPr id="1153" name="Google Shape;1153;p36" descr="https://pixabay.com/static/uploads/photo/2012/04/24/11/54/car-39596_640.png"/>
          <p:cNvPicPr preferRelativeResize="0"/>
          <p:nvPr/>
        </p:nvPicPr>
        <p:blipFill rotWithShape="1">
          <a:blip r:embed="rId5">
            <a:alphaModFix/>
          </a:blip>
          <a:srcRect/>
          <a:stretch/>
        </p:blipFill>
        <p:spPr>
          <a:xfrm flipH="1">
            <a:off x="2146214" y="3450657"/>
            <a:ext cx="821308" cy="410654"/>
          </a:xfrm>
          <a:prstGeom prst="rect">
            <a:avLst/>
          </a:prstGeom>
          <a:noFill/>
          <a:ln>
            <a:noFill/>
          </a:ln>
        </p:spPr>
      </p:pic>
      <p:pic>
        <p:nvPicPr>
          <p:cNvPr id="1154" name="Google Shape;1154;p36" descr="https://pixabay.com/static/uploads/photo/2012/04/24/11/54/car-39596_640.png"/>
          <p:cNvPicPr preferRelativeResize="0"/>
          <p:nvPr/>
        </p:nvPicPr>
        <p:blipFill rotWithShape="1">
          <a:blip r:embed="rId5">
            <a:alphaModFix/>
          </a:blip>
          <a:srcRect/>
          <a:stretch/>
        </p:blipFill>
        <p:spPr>
          <a:xfrm flipH="1">
            <a:off x="2107023" y="4511430"/>
            <a:ext cx="821308" cy="410654"/>
          </a:xfrm>
          <a:prstGeom prst="rect">
            <a:avLst/>
          </a:prstGeom>
          <a:noFill/>
          <a:ln>
            <a:noFill/>
          </a:ln>
        </p:spPr>
      </p:pic>
      <p:pic>
        <p:nvPicPr>
          <p:cNvPr id="1155" name="Google Shape;1155;p36" descr="https://pixabay.com/static/uploads/photo/2012/04/24/11/54/car-39596_640.png"/>
          <p:cNvPicPr preferRelativeResize="0"/>
          <p:nvPr/>
        </p:nvPicPr>
        <p:blipFill rotWithShape="1">
          <a:blip r:embed="rId5">
            <a:alphaModFix/>
          </a:blip>
          <a:srcRect/>
          <a:stretch/>
        </p:blipFill>
        <p:spPr>
          <a:xfrm flipH="1">
            <a:off x="9108993" y="2631087"/>
            <a:ext cx="821308" cy="410654"/>
          </a:xfrm>
          <a:prstGeom prst="rect">
            <a:avLst/>
          </a:prstGeom>
          <a:noFill/>
          <a:ln>
            <a:noFill/>
          </a:ln>
        </p:spPr>
      </p:pic>
      <p:pic>
        <p:nvPicPr>
          <p:cNvPr id="1156" name="Google Shape;1156;p36" descr="https://pixabay.com/static/uploads/photo/2012/04/24/11/54/car-39596_640.png"/>
          <p:cNvPicPr preferRelativeResize="0"/>
          <p:nvPr/>
        </p:nvPicPr>
        <p:blipFill rotWithShape="1">
          <a:blip r:embed="rId5">
            <a:alphaModFix/>
          </a:blip>
          <a:srcRect/>
          <a:stretch/>
        </p:blipFill>
        <p:spPr>
          <a:xfrm flipH="1">
            <a:off x="7378025" y="3029904"/>
            <a:ext cx="821308" cy="410654"/>
          </a:xfrm>
          <a:prstGeom prst="rect">
            <a:avLst/>
          </a:prstGeom>
          <a:noFill/>
          <a:ln>
            <a:noFill/>
          </a:ln>
        </p:spPr>
      </p:pic>
      <p:pic>
        <p:nvPicPr>
          <p:cNvPr id="1157" name="Google Shape;1157;p36" descr="https://pixabay.com/static/uploads/photo/2012/04/24/11/54/car-39596_640.png"/>
          <p:cNvPicPr preferRelativeResize="0"/>
          <p:nvPr/>
        </p:nvPicPr>
        <p:blipFill rotWithShape="1">
          <a:blip r:embed="rId5">
            <a:alphaModFix/>
          </a:blip>
          <a:srcRect/>
          <a:stretch/>
        </p:blipFill>
        <p:spPr>
          <a:xfrm flipH="1">
            <a:off x="7378025" y="2473772"/>
            <a:ext cx="821308" cy="410654"/>
          </a:xfrm>
          <a:prstGeom prst="rect">
            <a:avLst/>
          </a:prstGeom>
          <a:noFill/>
          <a:ln>
            <a:noFill/>
          </a:ln>
        </p:spPr>
      </p:pic>
      <p:pic>
        <p:nvPicPr>
          <p:cNvPr id="1158" name="Google Shape;1158;p36" descr="https://pixabay.com/static/uploads/photo/2012/04/24/11/54/car-39596_640.png"/>
          <p:cNvPicPr preferRelativeResize="0"/>
          <p:nvPr/>
        </p:nvPicPr>
        <p:blipFill rotWithShape="1">
          <a:blip r:embed="rId5">
            <a:alphaModFix/>
          </a:blip>
          <a:srcRect/>
          <a:stretch/>
        </p:blipFill>
        <p:spPr>
          <a:xfrm flipH="1">
            <a:off x="2137708" y="2849286"/>
            <a:ext cx="821308" cy="410654"/>
          </a:xfrm>
          <a:prstGeom prst="rect">
            <a:avLst/>
          </a:prstGeom>
          <a:noFill/>
          <a:ln>
            <a:noFill/>
          </a:ln>
        </p:spPr>
      </p:pic>
      <p:pic>
        <p:nvPicPr>
          <p:cNvPr id="1159" name="Google Shape;1159;p36" descr="https://pixabay.com/static/uploads/photo/2012/04/24/11/54/car-39596_640.png"/>
          <p:cNvPicPr preferRelativeResize="0"/>
          <p:nvPr/>
        </p:nvPicPr>
        <p:blipFill rotWithShape="1">
          <a:blip r:embed="rId5">
            <a:alphaModFix/>
          </a:blip>
          <a:srcRect/>
          <a:stretch/>
        </p:blipFill>
        <p:spPr>
          <a:xfrm flipH="1">
            <a:off x="2107023" y="4009684"/>
            <a:ext cx="821308" cy="410654"/>
          </a:xfrm>
          <a:prstGeom prst="rect">
            <a:avLst/>
          </a:prstGeom>
          <a:noFill/>
          <a:ln>
            <a:noFill/>
          </a:ln>
        </p:spPr>
      </p:pic>
      <p:pic>
        <p:nvPicPr>
          <p:cNvPr id="1160" name="Google Shape;1160;p36" descr="https://pixabay.com/static/uploads/photo/2012/04/24/11/54/car-39596_640.png"/>
          <p:cNvPicPr preferRelativeResize="0"/>
          <p:nvPr/>
        </p:nvPicPr>
        <p:blipFill rotWithShape="1">
          <a:blip r:embed="rId5">
            <a:alphaModFix/>
          </a:blip>
          <a:srcRect/>
          <a:stretch/>
        </p:blipFill>
        <p:spPr>
          <a:xfrm flipH="1">
            <a:off x="2107023" y="2361395"/>
            <a:ext cx="821308" cy="410654"/>
          </a:xfrm>
          <a:prstGeom prst="rect">
            <a:avLst/>
          </a:prstGeom>
          <a:noFill/>
          <a:ln>
            <a:noFill/>
          </a:ln>
        </p:spPr>
      </p:pic>
      <p:sp>
        <p:nvSpPr>
          <p:cNvPr id="1161" name="Google Shape;1161;p36"/>
          <p:cNvSpPr/>
          <p:nvPr/>
        </p:nvSpPr>
        <p:spPr>
          <a:xfrm>
            <a:off x="3116996" y="2254767"/>
            <a:ext cx="242700" cy="2758409"/>
          </a:xfrm>
          <a:prstGeom prst="rightBrace">
            <a:avLst>
              <a:gd name="adj1" fmla="val 8333"/>
              <a:gd name="adj2" fmla="val 50000"/>
            </a:avLst>
          </a:prstGeom>
          <a:no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pic>
        <p:nvPicPr>
          <p:cNvPr id="1162" name="Google Shape;1162;p36" descr="https://pixabay.com/static/uploads/photo/2012/04/24/11/54/car-39596_640.png"/>
          <p:cNvPicPr preferRelativeResize="0"/>
          <p:nvPr/>
        </p:nvPicPr>
        <p:blipFill rotWithShape="1">
          <a:blip r:embed="rId5">
            <a:alphaModFix/>
          </a:blip>
          <a:srcRect/>
          <a:stretch/>
        </p:blipFill>
        <p:spPr>
          <a:xfrm flipH="1">
            <a:off x="7367463" y="4172352"/>
            <a:ext cx="821308" cy="410654"/>
          </a:xfrm>
          <a:prstGeom prst="rect">
            <a:avLst/>
          </a:prstGeom>
          <a:noFill/>
          <a:ln>
            <a:noFill/>
          </a:ln>
        </p:spPr>
      </p:pic>
      <p:cxnSp>
        <p:nvCxnSpPr>
          <p:cNvPr id="1163" name="Google Shape;1163;p36"/>
          <p:cNvCxnSpPr/>
          <p:nvPr/>
        </p:nvCxnSpPr>
        <p:spPr>
          <a:xfrm rot="10800000" flipH="1">
            <a:off x="3440271" y="2772049"/>
            <a:ext cx="1336016" cy="816377"/>
          </a:xfrm>
          <a:prstGeom prst="straightConnector1">
            <a:avLst/>
          </a:prstGeom>
          <a:noFill/>
          <a:ln w="9525" cap="flat" cmpd="sng">
            <a:solidFill>
              <a:schemeClr val="accent1"/>
            </a:solidFill>
            <a:prstDash val="solid"/>
            <a:round/>
            <a:headEnd type="none" w="sm" len="sm"/>
            <a:tailEnd type="triangle" w="med" len="med"/>
          </a:ln>
        </p:spPr>
      </p:cxnSp>
      <p:pic>
        <p:nvPicPr>
          <p:cNvPr id="1164" name="Google Shape;1164;p36" descr="https://pixabay.com/static/uploads/photo/2012/04/24/11/54/car-39596_640.png"/>
          <p:cNvPicPr preferRelativeResize="0"/>
          <p:nvPr/>
        </p:nvPicPr>
        <p:blipFill rotWithShape="1">
          <a:blip r:embed="rId5">
            <a:alphaModFix/>
          </a:blip>
          <a:srcRect/>
          <a:stretch/>
        </p:blipFill>
        <p:spPr>
          <a:xfrm flipH="1">
            <a:off x="10472583" y="2566722"/>
            <a:ext cx="821308" cy="410654"/>
          </a:xfrm>
          <a:prstGeom prst="rect">
            <a:avLst/>
          </a:prstGeom>
          <a:noFill/>
          <a:ln>
            <a:noFill/>
          </a:ln>
        </p:spPr>
      </p:pic>
      <p:cxnSp>
        <p:nvCxnSpPr>
          <p:cNvPr id="1165" name="Google Shape;1165;p36"/>
          <p:cNvCxnSpPr/>
          <p:nvPr/>
        </p:nvCxnSpPr>
        <p:spPr>
          <a:xfrm>
            <a:off x="3381733" y="3633971"/>
            <a:ext cx="1185667" cy="953117"/>
          </a:xfrm>
          <a:prstGeom prst="straightConnector1">
            <a:avLst/>
          </a:prstGeom>
          <a:noFill/>
          <a:ln w="9525" cap="flat" cmpd="sng">
            <a:solidFill>
              <a:schemeClr val="accent1"/>
            </a:solidFill>
            <a:prstDash val="solid"/>
            <a:round/>
            <a:headEnd type="none" w="sm" len="sm"/>
            <a:tailEnd type="triangle" w="med" len="med"/>
          </a:ln>
        </p:spPr>
      </p:cxnSp>
      <p:cxnSp>
        <p:nvCxnSpPr>
          <p:cNvPr id="1166" name="Google Shape;1166;p36"/>
          <p:cNvCxnSpPr/>
          <p:nvPr/>
        </p:nvCxnSpPr>
        <p:spPr>
          <a:xfrm>
            <a:off x="3406446" y="3668607"/>
            <a:ext cx="1256912" cy="2004338"/>
          </a:xfrm>
          <a:prstGeom prst="straightConnector1">
            <a:avLst/>
          </a:prstGeom>
          <a:noFill/>
          <a:ln w="9525" cap="flat" cmpd="sng">
            <a:solidFill>
              <a:schemeClr val="accent1"/>
            </a:solidFill>
            <a:prstDash val="solid"/>
            <a:round/>
            <a:headEnd type="none" w="sm" len="sm"/>
            <a:tailEnd type="triangle" w="med" len="med"/>
          </a:ln>
        </p:spPr>
      </p:cxnSp>
      <p:cxnSp>
        <p:nvCxnSpPr>
          <p:cNvPr id="1167" name="Google Shape;1167;p36"/>
          <p:cNvCxnSpPr/>
          <p:nvPr/>
        </p:nvCxnSpPr>
        <p:spPr>
          <a:xfrm>
            <a:off x="5800083" y="2783725"/>
            <a:ext cx="1216262" cy="666932"/>
          </a:xfrm>
          <a:prstGeom prst="straightConnector1">
            <a:avLst/>
          </a:prstGeom>
          <a:noFill/>
          <a:ln w="9525" cap="flat" cmpd="sng">
            <a:solidFill>
              <a:schemeClr val="accent1"/>
            </a:solidFill>
            <a:prstDash val="solid"/>
            <a:round/>
            <a:headEnd type="none" w="sm" len="sm"/>
            <a:tailEnd type="triangle" w="med" len="med"/>
          </a:ln>
        </p:spPr>
      </p:cxnSp>
      <p:cxnSp>
        <p:nvCxnSpPr>
          <p:cNvPr id="1168" name="Google Shape;1168;p36"/>
          <p:cNvCxnSpPr/>
          <p:nvPr/>
        </p:nvCxnSpPr>
        <p:spPr>
          <a:xfrm rot="10800000" flipH="1">
            <a:off x="5867254" y="3668608"/>
            <a:ext cx="1149091" cy="840788"/>
          </a:xfrm>
          <a:prstGeom prst="straightConnector1">
            <a:avLst/>
          </a:prstGeom>
          <a:noFill/>
          <a:ln w="9525" cap="flat" cmpd="sng">
            <a:solidFill>
              <a:schemeClr val="accent1"/>
            </a:solidFill>
            <a:prstDash val="solid"/>
            <a:round/>
            <a:headEnd type="none" w="sm" len="sm"/>
            <a:tailEnd type="triangle" w="med" len="med"/>
          </a:ln>
        </p:spPr>
      </p:cxnSp>
      <p:cxnSp>
        <p:nvCxnSpPr>
          <p:cNvPr id="1169" name="Google Shape;1169;p36"/>
          <p:cNvCxnSpPr/>
          <p:nvPr/>
        </p:nvCxnSpPr>
        <p:spPr>
          <a:xfrm rot="10800000" flipH="1">
            <a:off x="5715190" y="3821992"/>
            <a:ext cx="1432904" cy="1904878"/>
          </a:xfrm>
          <a:prstGeom prst="straightConnector1">
            <a:avLst/>
          </a:prstGeom>
          <a:noFill/>
          <a:ln w="9525" cap="flat" cmpd="sng">
            <a:solidFill>
              <a:schemeClr val="accent1"/>
            </a:solidFill>
            <a:prstDash val="solid"/>
            <a:round/>
            <a:headEnd type="none" w="sm" len="sm"/>
            <a:tailEnd type="triangle" w="med" len="med"/>
          </a:ln>
        </p:spPr>
      </p:cxnSp>
      <p:sp>
        <p:nvSpPr>
          <p:cNvPr id="1170" name="Google Shape;1170;p36"/>
          <p:cNvSpPr/>
          <p:nvPr/>
        </p:nvSpPr>
        <p:spPr>
          <a:xfrm>
            <a:off x="7148094" y="2527402"/>
            <a:ext cx="219369" cy="2125733"/>
          </a:xfrm>
          <a:prstGeom prst="leftBrace">
            <a:avLst>
              <a:gd name="adj1" fmla="val 8333"/>
              <a:gd name="adj2" fmla="val 50000"/>
            </a:avLst>
          </a:prstGeom>
          <a:no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171" name="Google Shape;1171;p36"/>
          <p:cNvSpPr/>
          <p:nvPr/>
        </p:nvSpPr>
        <p:spPr>
          <a:xfrm>
            <a:off x="8226008" y="2473772"/>
            <a:ext cx="137588" cy="2179364"/>
          </a:xfrm>
          <a:prstGeom prst="rightBrace">
            <a:avLst>
              <a:gd name="adj1" fmla="val 8333"/>
              <a:gd name="adj2" fmla="val 50000"/>
            </a:avLst>
          </a:prstGeom>
          <a:no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172" name="Google Shape;1172;p36"/>
          <p:cNvSpPr/>
          <p:nvPr/>
        </p:nvSpPr>
        <p:spPr>
          <a:xfrm>
            <a:off x="1847528" y="2254767"/>
            <a:ext cx="144016" cy="2667317"/>
          </a:xfrm>
          <a:prstGeom prst="leftBrace">
            <a:avLst>
              <a:gd name="adj1" fmla="val 8333"/>
              <a:gd name="adj2" fmla="val 50000"/>
            </a:avLst>
          </a:prstGeom>
          <a:no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pic>
        <p:nvPicPr>
          <p:cNvPr id="1173" name="Google Shape;1173;p36" descr="https://pixabay.com/static/uploads/photo/2012/04/24/11/54/car-39596_640.png"/>
          <p:cNvPicPr preferRelativeResize="0"/>
          <p:nvPr/>
        </p:nvPicPr>
        <p:blipFill rotWithShape="1">
          <a:blip r:embed="rId5">
            <a:alphaModFix/>
          </a:blip>
          <a:srcRect/>
          <a:stretch/>
        </p:blipFill>
        <p:spPr>
          <a:xfrm flipH="1">
            <a:off x="403830" y="3298307"/>
            <a:ext cx="821308" cy="410654"/>
          </a:xfrm>
          <a:prstGeom prst="rect">
            <a:avLst/>
          </a:prstGeom>
          <a:noFill/>
          <a:ln>
            <a:noFill/>
          </a:ln>
        </p:spPr>
      </p:pic>
      <p:sp>
        <p:nvSpPr>
          <p:cNvPr id="1174" name="Google Shape;1174;p36"/>
          <p:cNvSpPr txBox="1"/>
          <p:nvPr/>
        </p:nvSpPr>
        <p:spPr>
          <a:xfrm>
            <a:off x="7494467" y="3298307"/>
            <a:ext cx="1090733" cy="856023"/>
          </a:xfrm>
          <a:prstGeom prst="rect">
            <a:avLst/>
          </a:prstGeom>
          <a:noFill/>
          <a:ln>
            <a:noFill/>
          </a:ln>
        </p:spPr>
        <p:txBody>
          <a:bodyPr spcFirstLastPara="1" wrap="square" lIns="91425" tIns="45700" rIns="91425" bIns="45700" anchor="ctr" anchorCtr="0">
            <a:normAutofit/>
          </a:bodyPr>
          <a:lstStyle/>
          <a:p>
            <a:pPr marL="0" marR="0" lvl="0" indent="0" algn="l" rtl="0">
              <a:lnSpc>
                <a:spcPct val="100000"/>
              </a:lnSpc>
              <a:spcBef>
                <a:spcPts val="0"/>
              </a:spcBef>
              <a:spcAft>
                <a:spcPts val="0"/>
              </a:spcAft>
              <a:buClr>
                <a:schemeClr val="dk1"/>
              </a:buClr>
              <a:buSzPts val="3600"/>
              <a:buFont typeface="Calibri"/>
              <a:buNone/>
            </a:pPr>
            <a:r>
              <a:rPr lang="es-ES" sz="3600" b="1" cap="small">
                <a:solidFill>
                  <a:schemeClr val="dk1"/>
                </a:solidFill>
                <a:latin typeface="Calibri"/>
                <a:ea typeface="Calibri"/>
                <a:cs typeface="Calibri"/>
                <a:sym typeface="Calibri"/>
              </a:rPr>
              <a:t>…</a:t>
            </a:r>
            <a:endParaRPr sz="2400" b="1" i="0" u="none" strike="noStrike" cap="small">
              <a:solidFill>
                <a:schemeClr val="dk1"/>
              </a:solidFill>
              <a:latin typeface="Calibri"/>
              <a:ea typeface="Calibri"/>
              <a:cs typeface="Calibri"/>
              <a:sym typeface="Calibri"/>
            </a:endParaRPr>
          </a:p>
        </p:txBody>
      </p:sp>
      <p:sp>
        <p:nvSpPr>
          <p:cNvPr id="1175" name="Google Shape;1175;p36"/>
          <p:cNvSpPr txBox="1"/>
          <p:nvPr/>
        </p:nvSpPr>
        <p:spPr>
          <a:xfrm>
            <a:off x="10382166" y="2618426"/>
            <a:ext cx="914400" cy="914400"/>
          </a:xfrm>
          <a:prstGeom prst="rect">
            <a:avLst/>
          </a:prstGeom>
          <a:noFill/>
          <a:ln>
            <a:noFill/>
          </a:ln>
        </p:spPr>
        <p:txBody>
          <a:bodyPr spcFirstLastPara="1" wrap="square" lIns="91425" tIns="45700" rIns="91425" bIns="45700" anchor="ctr" anchorCtr="0">
            <a:normAutofit/>
          </a:bodyPr>
          <a:lstStyle/>
          <a:p>
            <a:pPr marL="0" marR="0" lvl="0" indent="0" algn="l" rtl="0">
              <a:lnSpc>
                <a:spcPct val="100000"/>
              </a:lnSpc>
              <a:spcBef>
                <a:spcPts val="0"/>
              </a:spcBef>
              <a:spcAft>
                <a:spcPts val="0"/>
              </a:spcAft>
              <a:buClr>
                <a:schemeClr val="dk1"/>
              </a:buClr>
              <a:buSzPts val="1800"/>
              <a:buFont typeface="Calibri"/>
              <a:buNone/>
            </a:pPr>
            <a:r>
              <a:rPr lang="es-ES" sz="1800" cap="small">
                <a:solidFill>
                  <a:schemeClr val="dk1"/>
                </a:solidFill>
                <a:latin typeface="Calibri"/>
                <a:ea typeface="Calibri"/>
                <a:cs typeface="Calibri"/>
                <a:sym typeface="Calibri"/>
              </a:rPr>
              <a:t> Se retira</a:t>
            </a:r>
            <a:endParaRPr sz="1800" b="0" i="0" u="none" strike="noStrike" cap="small">
              <a:solidFill>
                <a:schemeClr val="dk1"/>
              </a:solidFill>
              <a:latin typeface="Calibri"/>
              <a:ea typeface="Calibri"/>
              <a:cs typeface="Calibri"/>
              <a:sym typeface="Calibri"/>
            </a:endParaRPr>
          </a:p>
        </p:txBody>
      </p:sp>
      <p:sp>
        <p:nvSpPr>
          <p:cNvPr id="1176" name="Google Shape;1176;p36"/>
          <p:cNvSpPr txBox="1"/>
          <p:nvPr/>
        </p:nvSpPr>
        <p:spPr>
          <a:xfrm>
            <a:off x="3991047" y="434776"/>
            <a:ext cx="914400" cy="914400"/>
          </a:xfrm>
          <a:prstGeom prst="rect">
            <a:avLst/>
          </a:prstGeom>
          <a:noFill/>
          <a:ln>
            <a:noFill/>
          </a:ln>
        </p:spPr>
        <p:txBody>
          <a:bodyPr spcFirstLastPara="1" wrap="square" lIns="91425" tIns="45700" rIns="91425" bIns="45700" anchor="ctr" anchorCtr="0">
            <a:normAutofit fontScale="70000" lnSpcReduction="20000"/>
          </a:bodyPr>
          <a:lstStyle/>
          <a:p>
            <a:pPr marL="0" marR="0" lvl="0" indent="0" algn="l" rtl="0">
              <a:lnSpc>
                <a:spcPct val="100000"/>
              </a:lnSpc>
              <a:spcBef>
                <a:spcPts val="0"/>
              </a:spcBef>
              <a:spcAft>
                <a:spcPts val="0"/>
              </a:spcAft>
              <a:buClr>
                <a:schemeClr val="dk1"/>
              </a:buClr>
              <a:buSzPts val="1800"/>
              <a:buFont typeface="Calibri"/>
              <a:buNone/>
            </a:pPr>
            <a:r>
              <a:rPr lang="es-ES" sz="1800" b="0" i="0" u="none" strike="noStrike" cap="small">
                <a:solidFill>
                  <a:schemeClr val="dk1"/>
                </a:solidFill>
                <a:latin typeface="Calibri"/>
                <a:ea typeface="Calibri"/>
                <a:cs typeface="Calibri"/>
                <a:sym typeface="Calibri"/>
              </a:rPr>
              <a:t> 3 Surtidores </a:t>
            </a:r>
            <a:endParaRPr/>
          </a:p>
          <a:p>
            <a:pPr marL="0" marR="0" lvl="0" indent="0" algn="l" rtl="0">
              <a:lnSpc>
                <a:spcPct val="100000"/>
              </a:lnSpc>
              <a:spcBef>
                <a:spcPts val="0"/>
              </a:spcBef>
              <a:spcAft>
                <a:spcPts val="0"/>
              </a:spcAft>
              <a:buClr>
                <a:schemeClr val="dk1"/>
              </a:buClr>
              <a:buSzPts val="1800"/>
              <a:buFont typeface="Calibri"/>
              <a:buNone/>
            </a:pPr>
            <a:r>
              <a:rPr lang="es-ES" sz="1800" cap="small">
                <a:solidFill>
                  <a:schemeClr val="dk1"/>
                </a:solidFill>
                <a:latin typeface="Calibri"/>
                <a:ea typeface="Calibri"/>
                <a:cs typeface="Calibri"/>
                <a:sym typeface="Calibri"/>
              </a:rPr>
              <a:t>1 auto por surtidor </a:t>
            </a:r>
            <a:endParaRPr sz="1800" b="0" i="0" u="none" strike="noStrike" cap="small">
              <a:solidFill>
                <a:schemeClr val="dk1"/>
              </a:solidFill>
              <a:latin typeface="Calibri"/>
              <a:ea typeface="Calibri"/>
              <a:cs typeface="Calibri"/>
              <a:sym typeface="Calibri"/>
            </a:endParaRPr>
          </a:p>
        </p:txBody>
      </p:sp>
      <p:sp>
        <p:nvSpPr>
          <p:cNvPr id="1177" name="Google Shape;1177;p36"/>
          <p:cNvSpPr txBox="1"/>
          <p:nvPr/>
        </p:nvSpPr>
        <p:spPr>
          <a:xfrm>
            <a:off x="6740337" y="1599318"/>
            <a:ext cx="914400" cy="914400"/>
          </a:xfrm>
          <a:prstGeom prst="rect">
            <a:avLst/>
          </a:prstGeom>
          <a:noFill/>
          <a:ln>
            <a:noFill/>
          </a:ln>
        </p:spPr>
        <p:txBody>
          <a:bodyPr spcFirstLastPara="1" wrap="square" lIns="91425" tIns="45700" rIns="91425" bIns="45700" anchor="ctr" anchorCtr="0">
            <a:normAutofit fontScale="70000" lnSpcReduction="20000"/>
          </a:bodyPr>
          <a:lstStyle/>
          <a:p>
            <a:pPr marL="0" marR="0" lvl="0" indent="0" algn="l" rtl="0">
              <a:lnSpc>
                <a:spcPct val="100000"/>
              </a:lnSpc>
              <a:spcBef>
                <a:spcPts val="0"/>
              </a:spcBef>
              <a:spcAft>
                <a:spcPts val="0"/>
              </a:spcAft>
              <a:buClr>
                <a:schemeClr val="dk1"/>
              </a:buClr>
              <a:buSzPts val="1800"/>
              <a:buFont typeface="Calibri"/>
              <a:buNone/>
            </a:pPr>
            <a:r>
              <a:rPr lang="es-ES" sz="1800" b="0" i="0" u="none" strike="noStrike" cap="small">
                <a:solidFill>
                  <a:schemeClr val="dk1"/>
                </a:solidFill>
                <a:latin typeface="Calibri"/>
                <a:ea typeface="Calibri"/>
                <a:cs typeface="Calibri"/>
                <a:sym typeface="Calibri"/>
              </a:rPr>
              <a:t> Cola de espera </a:t>
            </a:r>
            <a:endParaRPr/>
          </a:p>
          <a:p>
            <a:pPr marL="0" marR="0" lvl="0" indent="0" algn="l" rtl="0">
              <a:lnSpc>
                <a:spcPct val="100000"/>
              </a:lnSpc>
              <a:spcBef>
                <a:spcPts val="0"/>
              </a:spcBef>
              <a:spcAft>
                <a:spcPts val="0"/>
              </a:spcAft>
              <a:buClr>
                <a:schemeClr val="dk1"/>
              </a:buClr>
              <a:buSzPts val="1800"/>
              <a:buFont typeface="Calibri"/>
              <a:buNone/>
            </a:pPr>
            <a:r>
              <a:rPr lang="es-ES" sz="1800" b="0" i="0" u="none" strike="noStrike" cap="small">
                <a:solidFill>
                  <a:schemeClr val="dk1"/>
                </a:solidFill>
                <a:latin typeface="Calibri"/>
                <a:ea typeface="Calibri"/>
                <a:cs typeface="Calibri"/>
                <a:sym typeface="Calibri"/>
              </a:rPr>
              <a:t>para pagar (sin limite) </a:t>
            </a:r>
            <a:endParaRPr sz="1800" b="0" i="0" u="none" strike="noStrike" cap="small">
              <a:solidFill>
                <a:schemeClr val="dk1"/>
              </a:solidFill>
              <a:latin typeface="Calibri"/>
              <a:ea typeface="Calibri"/>
              <a:cs typeface="Calibri"/>
              <a:sym typeface="Calibri"/>
            </a:endParaRPr>
          </a:p>
        </p:txBody>
      </p:sp>
      <p:sp>
        <p:nvSpPr>
          <p:cNvPr id="1178" name="Google Shape;1178;p36"/>
          <p:cNvSpPr txBox="1"/>
          <p:nvPr/>
        </p:nvSpPr>
        <p:spPr>
          <a:xfrm>
            <a:off x="1559226" y="1437533"/>
            <a:ext cx="914400" cy="914400"/>
          </a:xfrm>
          <a:prstGeom prst="rect">
            <a:avLst/>
          </a:prstGeom>
          <a:noFill/>
          <a:ln>
            <a:noFill/>
          </a:ln>
        </p:spPr>
        <p:txBody>
          <a:bodyPr spcFirstLastPara="1" wrap="square" lIns="91425" tIns="45700" rIns="91425" bIns="45700" anchor="ctr" anchorCtr="0">
            <a:normAutofit fontScale="85000" lnSpcReduction="10000"/>
          </a:bodyPr>
          <a:lstStyle/>
          <a:p>
            <a:pPr marL="0" marR="0" lvl="0" indent="0" algn="l" rtl="0">
              <a:lnSpc>
                <a:spcPct val="100000"/>
              </a:lnSpc>
              <a:spcBef>
                <a:spcPts val="0"/>
              </a:spcBef>
              <a:spcAft>
                <a:spcPts val="0"/>
              </a:spcAft>
              <a:buClr>
                <a:schemeClr val="dk1"/>
              </a:buClr>
              <a:buSzPts val="1800"/>
              <a:buFont typeface="Calibri"/>
              <a:buNone/>
            </a:pPr>
            <a:r>
              <a:rPr lang="es-ES" sz="1800" b="0" i="0" u="none" strike="noStrike" cap="small">
                <a:solidFill>
                  <a:schemeClr val="dk1"/>
                </a:solidFill>
                <a:latin typeface="Calibri"/>
                <a:ea typeface="Calibri"/>
                <a:cs typeface="Calibri"/>
                <a:sym typeface="Calibri"/>
              </a:rPr>
              <a:t> 5 Lugares de espera</a:t>
            </a:r>
            <a:endParaRPr/>
          </a:p>
        </p:txBody>
      </p:sp>
      <p:pic>
        <p:nvPicPr>
          <p:cNvPr id="1179" name="Google Shape;1179;p36" descr="https://pixabay.com/static/uploads/photo/2012/04/24/11/54/car-39596_640.png"/>
          <p:cNvPicPr preferRelativeResize="0"/>
          <p:nvPr/>
        </p:nvPicPr>
        <p:blipFill rotWithShape="1">
          <a:blip r:embed="rId5">
            <a:alphaModFix/>
          </a:blip>
          <a:srcRect/>
          <a:stretch/>
        </p:blipFill>
        <p:spPr>
          <a:xfrm flipH="1">
            <a:off x="556230" y="3450707"/>
            <a:ext cx="821308" cy="410654"/>
          </a:xfrm>
          <a:prstGeom prst="rect">
            <a:avLst/>
          </a:prstGeom>
          <a:noFill/>
          <a:ln>
            <a:noFill/>
          </a:ln>
        </p:spPr>
      </p:pic>
      <p:pic>
        <p:nvPicPr>
          <p:cNvPr id="1180" name="Google Shape;1180;p36" descr="https://pixabay.com/static/uploads/photo/2012/04/24/11/54/car-39596_640.png"/>
          <p:cNvPicPr preferRelativeResize="0"/>
          <p:nvPr/>
        </p:nvPicPr>
        <p:blipFill rotWithShape="1">
          <a:blip r:embed="rId5">
            <a:alphaModFix/>
          </a:blip>
          <a:srcRect/>
          <a:stretch/>
        </p:blipFill>
        <p:spPr>
          <a:xfrm flipH="1">
            <a:off x="708630" y="3603107"/>
            <a:ext cx="821308" cy="410654"/>
          </a:xfrm>
          <a:prstGeom prst="rect">
            <a:avLst/>
          </a:prstGeom>
          <a:noFill/>
          <a:ln>
            <a:noFill/>
          </a:ln>
        </p:spPr>
      </p:pic>
      <p:sp>
        <p:nvSpPr>
          <p:cNvPr id="1181" name="Google Shape;1181;p36"/>
          <p:cNvSpPr txBox="1"/>
          <p:nvPr/>
        </p:nvSpPr>
        <p:spPr>
          <a:xfrm>
            <a:off x="90295" y="2314849"/>
            <a:ext cx="914400" cy="914400"/>
          </a:xfrm>
          <a:prstGeom prst="rect">
            <a:avLst/>
          </a:prstGeom>
          <a:noFill/>
          <a:ln>
            <a:noFill/>
          </a:ln>
        </p:spPr>
        <p:txBody>
          <a:bodyPr spcFirstLastPara="1" wrap="square" lIns="91425" tIns="45700" rIns="91425" bIns="45700" anchor="ctr" anchorCtr="0">
            <a:normAutofit fontScale="85000" lnSpcReduction="10000"/>
          </a:bodyPr>
          <a:lstStyle/>
          <a:p>
            <a:pPr marL="0" marR="0" lvl="0" indent="0" algn="l" rtl="0">
              <a:lnSpc>
                <a:spcPct val="100000"/>
              </a:lnSpc>
              <a:spcBef>
                <a:spcPts val="0"/>
              </a:spcBef>
              <a:spcAft>
                <a:spcPts val="0"/>
              </a:spcAft>
              <a:buClr>
                <a:schemeClr val="dk1"/>
              </a:buClr>
              <a:buSzPts val="1800"/>
              <a:buFont typeface="Calibri"/>
              <a:buNone/>
            </a:pPr>
            <a:r>
              <a:rPr lang="es-ES" sz="1800" cap="small">
                <a:solidFill>
                  <a:schemeClr val="dk1"/>
                </a:solidFill>
                <a:latin typeface="Calibri"/>
                <a:ea typeface="Calibri"/>
                <a:cs typeface="Calibri"/>
                <a:sym typeface="Calibri"/>
              </a:rPr>
              <a:t>Los autos </a:t>
            </a:r>
            <a:endParaRPr/>
          </a:p>
          <a:p>
            <a:pPr marL="0" marR="0" lvl="0" indent="0" algn="l" rtl="0">
              <a:lnSpc>
                <a:spcPct val="100000"/>
              </a:lnSpc>
              <a:spcBef>
                <a:spcPts val="0"/>
              </a:spcBef>
              <a:spcAft>
                <a:spcPts val="0"/>
              </a:spcAft>
              <a:buClr>
                <a:schemeClr val="dk1"/>
              </a:buClr>
              <a:buSzPts val="1800"/>
              <a:buFont typeface="Calibri"/>
              <a:buNone/>
            </a:pPr>
            <a:r>
              <a:rPr lang="es-ES" sz="1800" cap="small">
                <a:solidFill>
                  <a:schemeClr val="dk1"/>
                </a:solidFill>
                <a:latin typeface="Calibri"/>
                <a:ea typeface="Calibri"/>
                <a:cs typeface="Calibri"/>
                <a:sym typeface="Calibri"/>
              </a:rPr>
              <a:t>llegan y esperan </a:t>
            </a:r>
            <a:endParaRPr sz="1800" b="0" i="0" u="none" strike="noStrike" cap="small">
              <a:solidFill>
                <a:schemeClr val="dk1"/>
              </a:solidFill>
              <a:latin typeface="Calibri"/>
              <a:ea typeface="Calibri"/>
              <a:cs typeface="Calibri"/>
              <a:sym typeface="Calibri"/>
            </a:endParaRPr>
          </a:p>
        </p:txBody>
      </p:sp>
      <p:pic>
        <p:nvPicPr>
          <p:cNvPr id="1182" name="Google Shape;1182;p36" descr="http://image.shutterstock.com/display_pic_with_logo/169/169,1184230450,18/stock-vector-cash-register-machine-symbol-3815086.jpg"/>
          <p:cNvPicPr preferRelativeResize="0"/>
          <p:nvPr/>
        </p:nvPicPr>
        <p:blipFill rotWithShape="1">
          <a:blip r:embed="rId4">
            <a:alphaModFix/>
          </a:blip>
          <a:srcRect/>
          <a:stretch/>
        </p:blipFill>
        <p:spPr>
          <a:xfrm>
            <a:off x="8983799" y="3266062"/>
            <a:ext cx="896054" cy="935879"/>
          </a:xfrm>
          <a:prstGeom prst="rect">
            <a:avLst/>
          </a:prstGeom>
          <a:noFill/>
          <a:ln>
            <a:noFill/>
          </a:ln>
        </p:spPr>
      </p:pic>
      <p:pic>
        <p:nvPicPr>
          <p:cNvPr id="1183" name="Google Shape;1183;p36" descr="https://pixabay.com/static/uploads/photo/2012/04/24/11/54/car-39596_640.png"/>
          <p:cNvPicPr preferRelativeResize="0"/>
          <p:nvPr/>
        </p:nvPicPr>
        <p:blipFill rotWithShape="1">
          <a:blip r:embed="rId5">
            <a:alphaModFix/>
          </a:blip>
          <a:srcRect/>
          <a:stretch/>
        </p:blipFill>
        <p:spPr>
          <a:xfrm flipH="1">
            <a:off x="9123276" y="4675487"/>
            <a:ext cx="821308" cy="410654"/>
          </a:xfrm>
          <a:prstGeom prst="rect">
            <a:avLst/>
          </a:prstGeom>
          <a:noFill/>
          <a:ln>
            <a:noFill/>
          </a:ln>
        </p:spPr>
      </p:pic>
      <p:sp>
        <p:nvSpPr>
          <p:cNvPr id="1184" name="Google Shape;1184;p36"/>
          <p:cNvSpPr txBox="1"/>
          <p:nvPr/>
        </p:nvSpPr>
        <p:spPr>
          <a:xfrm>
            <a:off x="9037311" y="5156854"/>
            <a:ext cx="914400" cy="914400"/>
          </a:xfrm>
          <a:prstGeom prst="rect">
            <a:avLst/>
          </a:prstGeom>
          <a:noFill/>
          <a:ln>
            <a:noFill/>
          </a:ln>
        </p:spPr>
        <p:txBody>
          <a:bodyPr spcFirstLastPara="1" wrap="square" lIns="91425" tIns="45700" rIns="91425" bIns="45700" anchor="ctr" anchorCtr="0">
            <a:normAutofit fontScale="85000" lnSpcReduction="10000"/>
          </a:bodyPr>
          <a:lstStyle/>
          <a:p>
            <a:pPr marL="0" marR="0" lvl="0" indent="0" algn="l" rtl="0">
              <a:lnSpc>
                <a:spcPct val="100000"/>
              </a:lnSpc>
              <a:spcBef>
                <a:spcPts val="0"/>
              </a:spcBef>
              <a:spcAft>
                <a:spcPts val="0"/>
              </a:spcAft>
              <a:buClr>
                <a:schemeClr val="dk1"/>
              </a:buClr>
              <a:buSzPts val="1800"/>
              <a:buFont typeface="Calibri"/>
              <a:buNone/>
            </a:pPr>
            <a:r>
              <a:rPr lang="es-ES" sz="1800" cap="small">
                <a:solidFill>
                  <a:schemeClr val="dk1"/>
                </a:solidFill>
                <a:latin typeface="Calibri"/>
                <a:ea typeface="Calibri"/>
                <a:cs typeface="Calibri"/>
                <a:sym typeface="Calibri"/>
              </a:rPr>
              <a:t> 2 cajas </a:t>
            </a:r>
            <a:endParaRPr/>
          </a:p>
          <a:p>
            <a:pPr marL="0" marR="0" lvl="0" indent="0" algn="l" rtl="0">
              <a:lnSpc>
                <a:spcPct val="100000"/>
              </a:lnSpc>
              <a:spcBef>
                <a:spcPts val="0"/>
              </a:spcBef>
              <a:spcAft>
                <a:spcPts val="0"/>
              </a:spcAft>
              <a:buClr>
                <a:schemeClr val="dk1"/>
              </a:buClr>
              <a:buSzPts val="1800"/>
              <a:buFont typeface="Calibri"/>
              <a:buNone/>
            </a:pPr>
            <a:r>
              <a:rPr lang="es-ES" sz="1800" cap="small">
                <a:solidFill>
                  <a:schemeClr val="dk1"/>
                </a:solidFill>
                <a:latin typeface="Calibri"/>
                <a:ea typeface="Calibri"/>
                <a:cs typeface="Calibri"/>
                <a:sym typeface="Calibri"/>
              </a:rPr>
              <a:t>Pasan uno por vez </a:t>
            </a:r>
            <a:endParaRPr sz="1800" b="0" i="0" u="none" strike="noStrike" cap="small">
              <a:solidFill>
                <a:schemeClr val="dk1"/>
              </a:solidFill>
              <a:latin typeface="Calibri"/>
              <a:ea typeface="Calibri"/>
              <a:cs typeface="Calibri"/>
              <a:sym typeface="Calibri"/>
            </a:endParaRPr>
          </a:p>
        </p:txBody>
      </p:sp>
      <p:cxnSp>
        <p:nvCxnSpPr>
          <p:cNvPr id="1185" name="Google Shape;1185;p36"/>
          <p:cNvCxnSpPr/>
          <p:nvPr/>
        </p:nvCxnSpPr>
        <p:spPr>
          <a:xfrm rot="10800000" flipH="1">
            <a:off x="8446574" y="3029904"/>
            <a:ext cx="514585" cy="410655"/>
          </a:xfrm>
          <a:prstGeom prst="straightConnector1">
            <a:avLst/>
          </a:prstGeom>
          <a:noFill/>
          <a:ln w="9525" cap="flat" cmpd="sng">
            <a:solidFill>
              <a:schemeClr val="accent1"/>
            </a:solidFill>
            <a:prstDash val="solid"/>
            <a:round/>
            <a:headEnd type="none" w="sm" len="sm"/>
            <a:tailEnd type="triangle" w="med" len="med"/>
          </a:ln>
        </p:spPr>
      </p:cxnSp>
      <p:cxnSp>
        <p:nvCxnSpPr>
          <p:cNvPr id="1186" name="Google Shape;1186;p36"/>
          <p:cNvCxnSpPr/>
          <p:nvPr/>
        </p:nvCxnSpPr>
        <p:spPr>
          <a:xfrm>
            <a:off x="8448662" y="3760647"/>
            <a:ext cx="523205" cy="605827"/>
          </a:xfrm>
          <a:prstGeom prst="straightConnector1">
            <a:avLst/>
          </a:prstGeom>
          <a:noFill/>
          <a:ln w="9525" cap="flat" cmpd="sng">
            <a:solidFill>
              <a:schemeClr val="accent1"/>
            </a:solidFill>
            <a:prstDash val="solid"/>
            <a:round/>
            <a:headEnd type="none" w="sm" len="sm"/>
            <a:tailEnd type="triangle" w="med" len="med"/>
          </a:ln>
        </p:spPr>
      </p:cxnSp>
      <p:pic>
        <p:nvPicPr>
          <p:cNvPr id="1187" name="Google Shape;1187;p36" descr="https://pixabay.com/static/uploads/photo/2012/04/24/11/54/car-39596_640.png"/>
          <p:cNvPicPr preferRelativeResize="0"/>
          <p:nvPr/>
        </p:nvPicPr>
        <p:blipFill rotWithShape="1">
          <a:blip r:embed="rId5">
            <a:alphaModFix/>
          </a:blip>
          <a:srcRect/>
          <a:stretch/>
        </p:blipFill>
        <p:spPr>
          <a:xfrm flipH="1">
            <a:off x="10456656" y="4371911"/>
            <a:ext cx="821308" cy="410654"/>
          </a:xfrm>
          <a:prstGeom prst="rect">
            <a:avLst/>
          </a:prstGeom>
          <a:noFill/>
          <a:ln>
            <a:noFill/>
          </a:ln>
        </p:spPr>
      </p:pic>
      <p:sp>
        <p:nvSpPr>
          <p:cNvPr id="1188" name="Google Shape;1188;p36"/>
          <p:cNvSpPr txBox="1"/>
          <p:nvPr/>
        </p:nvSpPr>
        <p:spPr>
          <a:xfrm>
            <a:off x="10366239" y="4423615"/>
            <a:ext cx="914400" cy="914400"/>
          </a:xfrm>
          <a:prstGeom prst="rect">
            <a:avLst/>
          </a:prstGeom>
          <a:noFill/>
          <a:ln>
            <a:noFill/>
          </a:ln>
        </p:spPr>
        <p:txBody>
          <a:bodyPr spcFirstLastPara="1" wrap="square" lIns="91425" tIns="45700" rIns="91425" bIns="45700" anchor="ctr" anchorCtr="0">
            <a:normAutofit/>
          </a:bodyPr>
          <a:lstStyle/>
          <a:p>
            <a:pPr marL="0" marR="0" lvl="0" indent="0" algn="l" rtl="0">
              <a:lnSpc>
                <a:spcPct val="100000"/>
              </a:lnSpc>
              <a:spcBef>
                <a:spcPts val="0"/>
              </a:spcBef>
              <a:spcAft>
                <a:spcPts val="0"/>
              </a:spcAft>
              <a:buClr>
                <a:schemeClr val="dk1"/>
              </a:buClr>
              <a:buSzPts val="1800"/>
              <a:buFont typeface="Calibri"/>
              <a:buNone/>
            </a:pPr>
            <a:r>
              <a:rPr lang="es-ES" sz="1800" cap="small">
                <a:solidFill>
                  <a:schemeClr val="dk1"/>
                </a:solidFill>
                <a:latin typeface="Calibri"/>
                <a:ea typeface="Calibri"/>
                <a:cs typeface="Calibri"/>
                <a:sym typeface="Calibri"/>
              </a:rPr>
              <a:t> Se retira</a:t>
            </a:r>
            <a:endParaRPr sz="1800" b="0" i="0" u="none" strike="noStrike" cap="small">
              <a:solidFill>
                <a:schemeClr val="dk1"/>
              </a:solidFill>
              <a:latin typeface="Calibri"/>
              <a:ea typeface="Calibri"/>
              <a:cs typeface="Calibri"/>
              <a:sym typeface="Calibri"/>
            </a:endParaRPr>
          </a:p>
        </p:txBody>
      </p:sp>
      <p:grpSp>
        <p:nvGrpSpPr>
          <p:cNvPr id="1189" name="Google Shape;1189;p36"/>
          <p:cNvGrpSpPr/>
          <p:nvPr/>
        </p:nvGrpSpPr>
        <p:grpSpPr>
          <a:xfrm>
            <a:off x="6670695" y="455315"/>
            <a:ext cx="1133498" cy="1017823"/>
            <a:chOff x="9606154" y="3104879"/>
            <a:chExt cx="1133498" cy="1017823"/>
          </a:xfrm>
        </p:grpSpPr>
        <p:grpSp>
          <p:nvGrpSpPr>
            <p:cNvPr id="1190" name="Google Shape;1190;p36"/>
            <p:cNvGrpSpPr/>
            <p:nvPr/>
          </p:nvGrpSpPr>
          <p:grpSpPr>
            <a:xfrm>
              <a:off x="9606154" y="3104879"/>
              <a:ext cx="1133498" cy="528403"/>
              <a:chOff x="3126803" y="3147717"/>
              <a:chExt cx="1133498" cy="528403"/>
            </a:xfrm>
          </p:grpSpPr>
          <p:grpSp>
            <p:nvGrpSpPr>
              <p:cNvPr id="1191" name="Google Shape;1191;p36"/>
              <p:cNvGrpSpPr/>
              <p:nvPr/>
            </p:nvGrpSpPr>
            <p:grpSpPr>
              <a:xfrm>
                <a:off x="3126803" y="3147717"/>
                <a:ext cx="1133498" cy="528403"/>
                <a:chOff x="443571" y="5463111"/>
                <a:chExt cx="1655794" cy="792163"/>
              </a:xfrm>
            </p:grpSpPr>
            <p:sp>
              <p:nvSpPr>
                <p:cNvPr id="1192" name="Google Shape;1192;p36"/>
                <p:cNvSpPr/>
                <p:nvPr/>
              </p:nvSpPr>
              <p:spPr>
                <a:xfrm>
                  <a:off x="1048382" y="5679010"/>
                  <a:ext cx="431782" cy="431800"/>
                </a:xfrm>
                <a:prstGeom prst="ellipse">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cxnSp>
              <p:nvCxnSpPr>
                <p:cNvPr id="1193" name="Google Shape;1193;p36"/>
                <p:cNvCxnSpPr/>
                <p:nvPr/>
              </p:nvCxnSpPr>
              <p:spPr>
                <a:xfrm rot="5400000">
                  <a:off x="47489" y="5859192"/>
                  <a:ext cx="792163" cy="0"/>
                </a:xfrm>
                <a:prstGeom prst="straightConnector1">
                  <a:avLst/>
                </a:prstGeom>
                <a:noFill/>
                <a:ln w="25400" cap="flat" cmpd="sng">
                  <a:solidFill>
                    <a:schemeClr val="dk1"/>
                  </a:solidFill>
                  <a:prstDash val="solid"/>
                  <a:round/>
                  <a:headEnd type="none" w="med" len="med"/>
                  <a:tailEnd type="none" w="med" len="med"/>
                </a:ln>
              </p:spPr>
            </p:cxnSp>
            <p:cxnSp>
              <p:nvCxnSpPr>
                <p:cNvPr id="1194" name="Google Shape;1194;p36"/>
                <p:cNvCxnSpPr/>
                <p:nvPr/>
              </p:nvCxnSpPr>
              <p:spPr>
                <a:xfrm rot="5400000">
                  <a:off x="1703181" y="5859192"/>
                  <a:ext cx="792163" cy="0"/>
                </a:xfrm>
                <a:prstGeom prst="straightConnector1">
                  <a:avLst/>
                </a:prstGeom>
                <a:noFill/>
                <a:ln w="25400" cap="flat" cmpd="sng">
                  <a:solidFill>
                    <a:schemeClr val="dk1"/>
                  </a:solidFill>
                  <a:prstDash val="solid"/>
                  <a:round/>
                  <a:headEnd type="none" w="med" len="med"/>
                  <a:tailEnd type="none" w="med" len="med"/>
                </a:ln>
              </p:spPr>
            </p:cxnSp>
            <p:cxnSp>
              <p:nvCxnSpPr>
                <p:cNvPr id="1195" name="Google Shape;1195;p36"/>
                <p:cNvCxnSpPr>
                  <a:endCxn id="1192" idx="2"/>
                </p:cNvCxnSpPr>
                <p:nvPr/>
              </p:nvCxnSpPr>
              <p:spPr>
                <a:xfrm>
                  <a:off x="443582" y="5893410"/>
                  <a:ext cx="604800" cy="1500"/>
                </a:xfrm>
                <a:prstGeom prst="straightConnector1">
                  <a:avLst/>
                </a:prstGeom>
                <a:noFill/>
                <a:ln w="9525" cap="flat" cmpd="sng">
                  <a:solidFill>
                    <a:schemeClr val="dk1"/>
                  </a:solidFill>
                  <a:prstDash val="solid"/>
                  <a:round/>
                  <a:headEnd type="none" w="med" len="med"/>
                  <a:tailEnd type="stealth" w="med" len="med"/>
                </a:ln>
              </p:spPr>
            </p:cxnSp>
            <p:cxnSp>
              <p:nvCxnSpPr>
                <p:cNvPr id="1196" name="Google Shape;1196;p36"/>
                <p:cNvCxnSpPr>
                  <a:stCxn id="1192" idx="6"/>
                </p:cNvCxnSpPr>
                <p:nvPr/>
              </p:nvCxnSpPr>
              <p:spPr>
                <a:xfrm>
                  <a:off x="1480164" y="5894910"/>
                  <a:ext cx="619200" cy="1500"/>
                </a:xfrm>
                <a:prstGeom prst="straightConnector1">
                  <a:avLst/>
                </a:prstGeom>
                <a:noFill/>
                <a:ln w="9525" cap="flat" cmpd="sng">
                  <a:solidFill>
                    <a:schemeClr val="dk1"/>
                  </a:solidFill>
                  <a:prstDash val="solid"/>
                  <a:round/>
                  <a:headEnd type="none" w="med" len="med"/>
                  <a:tailEnd type="stealth" w="med" len="med"/>
                </a:ln>
              </p:spPr>
            </p:cxnSp>
          </p:grpSp>
          <p:sp>
            <p:nvSpPr>
              <p:cNvPr id="1197" name="Google Shape;1197;p36"/>
              <p:cNvSpPr txBox="1"/>
              <p:nvPr/>
            </p:nvSpPr>
            <p:spPr>
              <a:xfrm rot="5400000">
                <a:off x="3660028" y="3026399"/>
                <a:ext cx="286005" cy="914400"/>
              </a:xfrm>
              <a:prstGeom prst="rect">
                <a:avLst/>
              </a:prstGeom>
              <a:noFill/>
              <a:ln>
                <a:noFill/>
              </a:ln>
            </p:spPr>
            <p:txBody>
              <a:bodyPr spcFirstLastPara="1" wrap="square" lIns="91425" tIns="45700" rIns="91425" bIns="45700" anchor="ctr" anchorCtr="0">
                <a:normAutofit/>
              </a:bodyPr>
              <a:lstStyle/>
              <a:p>
                <a:pPr marL="0" marR="0" lvl="0" indent="0" algn="l" rtl="0">
                  <a:lnSpc>
                    <a:spcPct val="100000"/>
                  </a:lnSpc>
                  <a:spcBef>
                    <a:spcPts val="0"/>
                  </a:spcBef>
                  <a:spcAft>
                    <a:spcPts val="0"/>
                  </a:spcAft>
                  <a:buClr>
                    <a:schemeClr val="dk1"/>
                  </a:buClr>
                  <a:buSzPts val="3200"/>
                  <a:buFont typeface="Calibri"/>
                  <a:buNone/>
                </a:pPr>
                <a:r>
                  <a:rPr lang="es-ES" sz="3200" b="1" i="0" u="none" strike="noStrike" cap="small">
                    <a:solidFill>
                      <a:schemeClr val="dk1"/>
                    </a:solidFill>
                    <a:latin typeface="Calibri"/>
                    <a:ea typeface="Calibri"/>
                    <a:cs typeface="Calibri"/>
                    <a:sym typeface="Calibri"/>
                  </a:rPr>
                  <a:t>.</a:t>
                </a:r>
                <a:endParaRPr/>
              </a:p>
            </p:txBody>
          </p:sp>
        </p:grpSp>
        <p:sp>
          <p:nvSpPr>
            <p:cNvPr id="1198" name="Google Shape;1198;p36"/>
            <p:cNvSpPr/>
            <p:nvPr/>
          </p:nvSpPr>
          <p:spPr>
            <a:xfrm>
              <a:off x="10034595" y="3811925"/>
              <a:ext cx="295583" cy="310777"/>
            </a:xfrm>
            <a:prstGeom prst="ellipse">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cxnSp>
          <p:nvCxnSpPr>
            <p:cNvPr id="1199" name="Google Shape;1199;p36"/>
            <p:cNvCxnSpPr/>
            <p:nvPr/>
          </p:nvCxnSpPr>
          <p:spPr>
            <a:xfrm flipH="1">
              <a:off x="10275189" y="3431151"/>
              <a:ext cx="423812" cy="450471"/>
            </a:xfrm>
            <a:prstGeom prst="straightConnector1">
              <a:avLst/>
            </a:prstGeom>
            <a:noFill/>
            <a:ln w="9525" cap="flat" cmpd="sng">
              <a:solidFill>
                <a:schemeClr val="dk1"/>
              </a:solidFill>
              <a:prstDash val="solid"/>
              <a:round/>
              <a:headEnd type="none" w="sm" len="sm"/>
              <a:tailEnd type="triangle" w="med" len="med"/>
            </a:ln>
          </p:spPr>
        </p:cxnSp>
        <p:cxnSp>
          <p:nvCxnSpPr>
            <p:cNvPr id="1200" name="Google Shape;1200;p36"/>
            <p:cNvCxnSpPr>
              <a:stCxn id="1198" idx="1"/>
            </p:cNvCxnSpPr>
            <p:nvPr/>
          </p:nvCxnSpPr>
          <p:spPr>
            <a:xfrm rot="10800000">
              <a:off x="9615582" y="3442537"/>
              <a:ext cx="462300" cy="414900"/>
            </a:xfrm>
            <a:prstGeom prst="straightConnector1">
              <a:avLst/>
            </a:prstGeom>
            <a:noFill/>
            <a:ln w="9525" cap="flat" cmpd="sng">
              <a:solidFill>
                <a:schemeClr val="dk1"/>
              </a:solidFill>
              <a:prstDash val="solid"/>
              <a:round/>
              <a:headEnd type="none" w="sm" len="sm"/>
              <a:tailEnd type="triangle" w="med" len="med"/>
            </a:ln>
          </p:spPr>
        </p:cxnSp>
      </p:grpSp>
      <p:cxnSp>
        <p:nvCxnSpPr>
          <p:cNvPr id="1201" name="Google Shape;1201;p36"/>
          <p:cNvCxnSpPr/>
          <p:nvPr/>
        </p:nvCxnSpPr>
        <p:spPr>
          <a:xfrm rot="10800000" flipH="1">
            <a:off x="5939728" y="887357"/>
            <a:ext cx="599837" cy="319217"/>
          </a:xfrm>
          <a:prstGeom prst="straightConnector1">
            <a:avLst/>
          </a:prstGeom>
          <a:noFill/>
          <a:ln w="9525" cap="flat" cmpd="sng">
            <a:solidFill>
              <a:schemeClr val="accent1"/>
            </a:solidFill>
            <a:prstDash val="solid"/>
            <a:round/>
            <a:headEnd type="none" w="sm" len="sm"/>
            <a:tailEnd type="triangle" w="med" len="med"/>
          </a:ln>
        </p:spPr>
      </p:cxnSp>
      <p:sp>
        <p:nvSpPr>
          <p:cNvPr id="1202" name="Google Shape;1202;p36"/>
          <p:cNvSpPr/>
          <p:nvPr/>
        </p:nvSpPr>
        <p:spPr>
          <a:xfrm>
            <a:off x="4270994" y="1184316"/>
            <a:ext cx="1886228" cy="1816843"/>
          </a:xfrm>
          <a:prstGeom prst="ellipse">
            <a:avLst/>
          </a:prstGeom>
          <a:noFill/>
          <a:ln w="12700" cap="flat" cmpd="sng">
            <a:solidFill>
              <a:srgbClr val="8C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03" name="Google Shape;1203;p36"/>
          <p:cNvSpPr/>
          <p:nvPr/>
        </p:nvSpPr>
        <p:spPr>
          <a:xfrm>
            <a:off x="8591739" y="1402727"/>
            <a:ext cx="1886228" cy="1816843"/>
          </a:xfrm>
          <a:prstGeom prst="ellipse">
            <a:avLst/>
          </a:prstGeom>
          <a:noFill/>
          <a:ln w="12700" cap="flat" cmpd="sng">
            <a:solidFill>
              <a:srgbClr val="8C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1204" name="Google Shape;1204;p36"/>
          <p:cNvCxnSpPr/>
          <p:nvPr/>
        </p:nvCxnSpPr>
        <p:spPr>
          <a:xfrm rot="10800000">
            <a:off x="8004404" y="934199"/>
            <a:ext cx="974680" cy="370411"/>
          </a:xfrm>
          <a:prstGeom prst="straightConnector1">
            <a:avLst/>
          </a:prstGeom>
          <a:noFill/>
          <a:ln w="9525" cap="flat" cmpd="sng">
            <a:solidFill>
              <a:schemeClr val="accent1"/>
            </a:solidFill>
            <a:prstDash val="solid"/>
            <a:round/>
            <a:headEnd type="none" w="sm" len="sm"/>
            <a:tailEnd type="triangle" w="med" len="med"/>
          </a:ln>
        </p:spPr>
      </p:cxnSp>
      <p:sp>
        <p:nvSpPr>
          <p:cNvPr id="1205" name="Google Shape;1205;p36"/>
          <p:cNvSpPr/>
          <p:nvPr/>
        </p:nvSpPr>
        <p:spPr>
          <a:xfrm>
            <a:off x="-23698" y="2890446"/>
            <a:ext cx="1886228" cy="1835975"/>
          </a:xfrm>
          <a:prstGeom prst="ellipse">
            <a:avLst/>
          </a:prstGeom>
          <a:noFill/>
          <a:ln w="12700" cap="flat" cmpd="sng">
            <a:solidFill>
              <a:srgbClr val="8C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1206" name="Google Shape;1206;p36"/>
          <p:cNvCxnSpPr/>
          <p:nvPr/>
        </p:nvCxnSpPr>
        <p:spPr>
          <a:xfrm rot="5400000">
            <a:off x="-122490" y="5341950"/>
            <a:ext cx="528403" cy="0"/>
          </a:xfrm>
          <a:prstGeom prst="straightConnector1">
            <a:avLst/>
          </a:prstGeom>
          <a:noFill/>
          <a:ln w="25400" cap="flat" cmpd="sng">
            <a:solidFill>
              <a:schemeClr val="dk1"/>
            </a:solidFill>
            <a:prstDash val="solid"/>
            <a:round/>
            <a:headEnd type="none" w="med" len="med"/>
            <a:tailEnd type="none" w="med" len="med"/>
          </a:ln>
        </p:spPr>
      </p:cxnSp>
      <p:cxnSp>
        <p:nvCxnSpPr>
          <p:cNvPr id="1207" name="Google Shape;1207;p36"/>
          <p:cNvCxnSpPr/>
          <p:nvPr/>
        </p:nvCxnSpPr>
        <p:spPr>
          <a:xfrm>
            <a:off x="148977" y="5353032"/>
            <a:ext cx="407540" cy="1059"/>
          </a:xfrm>
          <a:prstGeom prst="straightConnector1">
            <a:avLst/>
          </a:prstGeom>
          <a:noFill/>
          <a:ln w="9525" cap="flat" cmpd="sng">
            <a:solidFill>
              <a:schemeClr val="dk1"/>
            </a:solidFill>
            <a:prstDash val="solid"/>
            <a:round/>
            <a:headEnd type="none" w="med" len="med"/>
            <a:tailEnd type="stealth" w="med" len="med"/>
          </a:ln>
        </p:spPr>
      </p:cxnSp>
      <p:sp>
        <p:nvSpPr>
          <p:cNvPr id="1208" name="Google Shape;1208;p36"/>
          <p:cNvSpPr/>
          <p:nvPr/>
        </p:nvSpPr>
        <p:spPr>
          <a:xfrm>
            <a:off x="3210715" y="5741523"/>
            <a:ext cx="517179" cy="415414"/>
          </a:xfrm>
          <a:prstGeom prst="ellipse">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09" name="Google Shape;1209;p36"/>
          <p:cNvSpPr/>
          <p:nvPr/>
        </p:nvSpPr>
        <p:spPr>
          <a:xfrm>
            <a:off x="1651682" y="1996346"/>
            <a:ext cx="1886228" cy="3425229"/>
          </a:xfrm>
          <a:prstGeom prst="ellipse">
            <a:avLst/>
          </a:prstGeom>
          <a:noFill/>
          <a:ln w="12700" cap="flat" cmpd="sng">
            <a:solidFill>
              <a:srgbClr val="8C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10" name="Google Shape;1210;p36"/>
          <p:cNvSpPr txBox="1"/>
          <p:nvPr/>
        </p:nvSpPr>
        <p:spPr>
          <a:xfrm>
            <a:off x="3336647" y="5631323"/>
            <a:ext cx="1197023" cy="609691"/>
          </a:xfrm>
          <a:prstGeom prst="rect">
            <a:avLst/>
          </a:prstGeom>
          <a:noFill/>
          <a:ln>
            <a:noFill/>
          </a:ln>
        </p:spPr>
        <p:txBody>
          <a:bodyPr spcFirstLastPara="1" wrap="square" lIns="91425" tIns="45700" rIns="91425" bIns="45700" anchor="ctr" anchorCtr="0">
            <a:normAutofit fontScale="55000" lnSpcReduction="20000"/>
          </a:bodyPr>
          <a:lstStyle/>
          <a:p>
            <a:pPr marL="0" marR="0" lvl="0" indent="0" algn="l" rtl="0">
              <a:lnSpc>
                <a:spcPct val="100000"/>
              </a:lnSpc>
              <a:spcBef>
                <a:spcPts val="0"/>
              </a:spcBef>
              <a:spcAft>
                <a:spcPts val="0"/>
              </a:spcAft>
              <a:buClr>
                <a:schemeClr val="dk1"/>
              </a:buClr>
              <a:buSzPct val="100000"/>
              <a:buFont typeface="Calibri"/>
              <a:buNone/>
            </a:pPr>
            <a:r>
              <a:rPr lang="es-ES" sz="3600" b="1" cap="small">
                <a:solidFill>
                  <a:schemeClr val="dk1"/>
                </a:solidFill>
                <a:latin typeface="Calibri"/>
                <a:ea typeface="Calibri"/>
                <a:cs typeface="Calibri"/>
                <a:sym typeface="Calibri"/>
              </a:rPr>
              <a:t>..</a:t>
            </a:r>
            <a:endParaRPr/>
          </a:p>
          <a:p>
            <a:pPr marL="0" marR="0" lvl="0" indent="0" algn="l" rtl="0">
              <a:lnSpc>
                <a:spcPct val="100000"/>
              </a:lnSpc>
              <a:spcBef>
                <a:spcPts val="0"/>
              </a:spcBef>
              <a:spcAft>
                <a:spcPts val="0"/>
              </a:spcAft>
              <a:buClr>
                <a:schemeClr val="dk1"/>
              </a:buClr>
              <a:buSzPct val="100000"/>
              <a:buFont typeface="Calibri"/>
              <a:buNone/>
            </a:pPr>
            <a:r>
              <a:rPr lang="es-ES" sz="3600" b="1" cap="small">
                <a:solidFill>
                  <a:schemeClr val="dk1"/>
                </a:solidFill>
                <a:latin typeface="Calibri"/>
                <a:ea typeface="Calibri"/>
                <a:cs typeface="Calibri"/>
                <a:sym typeface="Calibri"/>
              </a:rPr>
              <a:t>…</a:t>
            </a:r>
            <a:endParaRPr/>
          </a:p>
        </p:txBody>
      </p:sp>
      <p:sp>
        <p:nvSpPr>
          <p:cNvPr id="1211" name="Google Shape;1211;p36"/>
          <p:cNvSpPr/>
          <p:nvPr/>
        </p:nvSpPr>
        <p:spPr>
          <a:xfrm>
            <a:off x="7613531" y="5737771"/>
            <a:ext cx="517179" cy="415414"/>
          </a:xfrm>
          <a:prstGeom prst="ellipse">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cxnSp>
        <p:nvCxnSpPr>
          <p:cNvPr id="1212" name="Google Shape;1212;p36"/>
          <p:cNvCxnSpPr/>
          <p:nvPr/>
        </p:nvCxnSpPr>
        <p:spPr>
          <a:xfrm flipH="1">
            <a:off x="403830" y="4668157"/>
            <a:ext cx="218362" cy="618525"/>
          </a:xfrm>
          <a:prstGeom prst="straightConnector1">
            <a:avLst/>
          </a:prstGeom>
          <a:noFill/>
          <a:ln w="9525" cap="flat" cmpd="sng">
            <a:solidFill>
              <a:schemeClr val="accent1"/>
            </a:solidFill>
            <a:prstDash val="solid"/>
            <a:round/>
            <a:headEnd type="none" w="sm" len="sm"/>
            <a:tailEnd type="triangle" w="med" len="med"/>
          </a:ln>
        </p:spPr>
      </p:cxnSp>
      <p:cxnSp>
        <p:nvCxnSpPr>
          <p:cNvPr id="1213" name="Google Shape;1213;p36"/>
          <p:cNvCxnSpPr>
            <a:stCxn id="1209" idx="4"/>
            <a:endCxn id="1208" idx="0"/>
          </p:cNvCxnSpPr>
          <p:nvPr/>
        </p:nvCxnSpPr>
        <p:spPr>
          <a:xfrm>
            <a:off x="2594796" y="5421575"/>
            <a:ext cx="874500" cy="319800"/>
          </a:xfrm>
          <a:prstGeom prst="straightConnector1">
            <a:avLst/>
          </a:prstGeom>
          <a:noFill/>
          <a:ln w="9525" cap="flat" cmpd="sng">
            <a:solidFill>
              <a:schemeClr val="accent1"/>
            </a:solidFill>
            <a:prstDash val="solid"/>
            <a:round/>
            <a:headEnd type="none" w="sm" len="sm"/>
            <a:tailEnd type="triangle" w="med" len="med"/>
          </a:ln>
        </p:spPr>
      </p:cxnSp>
      <p:sp>
        <p:nvSpPr>
          <p:cNvPr id="1214" name="Google Shape;1214;p36"/>
          <p:cNvSpPr txBox="1"/>
          <p:nvPr/>
        </p:nvSpPr>
        <p:spPr>
          <a:xfrm>
            <a:off x="7837602" y="33595"/>
            <a:ext cx="914400" cy="914400"/>
          </a:xfrm>
          <a:prstGeom prst="rect">
            <a:avLst/>
          </a:prstGeom>
          <a:noFill/>
          <a:ln>
            <a:noFill/>
          </a:ln>
        </p:spPr>
        <p:txBody>
          <a:bodyPr spcFirstLastPara="1" wrap="square" lIns="91425" tIns="45700" rIns="91425" bIns="45700" anchor="ctr" anchorCtr="0">
            <a:normAutofit fontScale="70000" lnSpcReduction="20000"/>
          </a:bodyPr>
          <a:lstStyle/>
          <a:p>
            <a:pPr marL="0" marR="0" lvl="0" indent="0" algn="l" rtl="0">
              <a:lnSpc>
                <a:spcPct val="100000"/>
              </a:lnSpc>
              <a:spcBef>
                <a:spcPts val="0"/>
              </a:spcBef>
              <a:spcAft>
                <a:spcPts val="0"/>
              </a:spcAft>
              <a:buClr>
                <a:schemeClr val="dk1"/>
              </a:buClr>
              <a:buSzPts val="1600"/>
              <a:buFont typeface="Calibri"/>
              <a:buNone/>
            </a:pPr>
            <a:r>
              <a:rPr lang="es-ES" sz="1600" cap="small">
                <a:solidFill>
                  <a:schemeClr val="dk1"/>
                </a:solidFill>
                <a:latin typeface="Calibri"/>
                <a:ea typeface="Calibri"/>
                <a:cs typeface="Calibri"/>
                <a:sym typeface="Calibri"/>
              </a:rPr>
              <a:t> Exclusión mutua para </a:t>
            </a:r>
            <a:endParaRPr/>
          </a:p>
          <a:p>
            <a:pPr marL="0" marR="0" lvl="0" indent="0" algn="l" rtl="0">
              <a:lnSpc>
                <a:spcPct val="100000"/>
              </a:lnSpc>
              <a:spcBef>
                <a:spcPts val="0"/>
              </a:spcBef>
              <a:spcAft>
                <a:spcPts val="0"/>
              </a:spcAft>
              <a:buClr>
                <a:schemeClr val="dk1"/>
              </a:buClr>
              <a:buSzPts val="1600"/>
              <a:buFont typeface="Calibri"/>
              <a:buNone/>
            </a:pPr>
            <a:r>
              <a:rPr lang="es-ES" sz="1600" cap="small">
                <a:solidFill>
                  <a:schemeClr val="dk1"/>
                </a:solidFill>
                <a:latin typeface="Calibri"/>
                <a:ea typeface="Calibri"/>
                <a:cs typeface="Calibri"/>
                <a:sym typeface="Calibri"/>
              </a:rPr>
              <a:t>el acceso a los surtidores y las cajas </a:t>
            </a:r>
            <a:endParaRPr sz="1600" b="0" i="0" u="none" strike="noStrike" cap="small">
              <a:solidFill>
                <a:schemeClr val="dk1"/>
              </a:solidFill>
              <a:latin typeface="Calibri"/>
              <a:ea typeface="Calibri"/>
              <a:cs typeface="Calibri"/>
              <a:sym typeface="Calibri"/>
            </a:endParaRPr>
          </a:p>
        </p:txBody>
      </p:sp>
      <p:sp>
        <p:nvSpPr>
          <p:cNvPr id="1215" name="Google Shape;1215;p36"/>
          <p:cNvSpPr txBox="1"/>
          <p:nvPr/>
        </p:nvSpPr>
        <p:spPr>
          <a:xfrm>
            <a:off x="393160" y="5156854"/>
            <a:ext cx="1245434" cy="1123967"/>
          </a:xfrm>
          <a:prstGeom prst="rect">
            <a:avLst/>
          </a:prstGeom>
          <a:noFill/>
          <a:ln>
            <a:noFill/>
          </a:ln>
        </p:spPr>
        <p:txBody>
          <a:bodyPr spcFirstLastPara="1" wrap="square" lIns="91425" tIns="45700" rIns="91425" bIns="45700" anchor="ctr" anchorCtr="0">
            <a:normAutofit fontScale="77500" lnSpcReduction="20000"/>
          </a:bodyPr>
          <a:lstStyle/>
          <a:p>
            <a:pPr marL="0" marR="0" lvl="0" indent="0" algn="l" rtl="0">
              <a:lnSpc>
                <a:spcPct val="100000"/>
              </a:lnSpc>
              <a:spcBef>
                <a:spcPts val="0"/>
              </a:spcBef>
              <a:spcAft>
                <a:spcPts val="0"/>
              </a:spcAft>
              <a:buClr>
                <a:schemeClr val="dk1"/>
              </a:buClr>
              <a:buSzPct val="100000"/>
              <a:buFont typeface="Calibri"/>
              <a:buNone/>
            </a:pPr>
            <a:r>
              <a:rPr lang="es-ES" sz="1600" cap="small" dirty="0">
                <a:solidFill>
                  <a:schemeClr val="dk1"/>
                </a:solidFill>
                <a:latin typeface="Calibri"/>
                <a:ea typeface="Calibri"/>
                <a:cs typeface="Calibri"/>
                <a:sym typeface="Calibri"/>
              </a:rPr>
              <a:t> Generador de token </a:t>
            </a:r>
            <a:endParaRPr dirty="0"/>
          </a:p>
          <a:p>
            <a:pPr marL="0" marR="0" lvl="0" indent="0" algn="l" rtl="0">
              <a:lnSpc>
                <a:spcPct val="100000"/>
              </a:lnSpc>
              <a:spcBef>
                <a:spcPts val="0"/>
              </a:spcBef>
              <a:spcAft>
                <a:spcPts val="0"/>
              </a:spcAft>
              <a:buClr>
                <a:schemeClr val="dk1"/>
              </a:buClr>
              <a:buSzPct val="100000"/>
              <a:buFont typeface="Calibri"/>
              <a:buNone/>
            </a:pPr>
            <a:r>
              <a:rPr lang="es-ES" sz="1600" b="0" i="0" u="none" strike="noStrike" cap="small" dirty="0">
                <a:solidFill>
                  <a:schemeClr val="dk1"/>
                </a:solidFill>
                <a:latin typeface="Calibri"/>
                <a:ea typeface="Calibri"/>
                <a:cs typeface="Calibri"/>
                <a:sym typeface="Calibri"/>
              </a:rPr>
              <a:t>Simula la llegada de los autos</a:t>
            </a:r>
            <a:endParaRPr dirty="0"/>
          </a:p>
          <a:p>
            <a:pPr marL="0" marR="0" lvl="0" indent="0" algn="l" rtl="0">
              <a:lnSpc>
                <a:spcPct val="100000"/>
              </a:lnSpc>
              <a:spcBef>
                <a:spcPts val="0"/>
              </a:spcBef>
              <a:spcAft>
                <a:spcPts val="0"/>
              </a:spcAft>
              <a:buClr>
                <a:schemeClr val="dk1"/>
              </a:buClr>
              <a:buSzPct val="100000"/>
              <a:buFont typeface="Calibri"/>
              <a:buNone/>
            </a:pPr>
            <a:r>
              <a:rPr lang="es-ES" sz="1600" cap="small" dirty="0">
                <a:solidFill>
                  <a:schemeClr val="dk1"/>
                </a:solidFill>
                <a:latin typeface="Calibri"/>
                <a:ea typeface="Calibri"/>
                <a:cs typeface="Calibri"/>
                <a:sym typeface="Calibri"/>
              </a:rPr>
              <a:t>Los autos de acumulan en un sitio</a:t>
            </a:r>
            <a:endParaRPr sz="1600" b="0" i="0" u="none" strike="noStrike" cap="small" dirty="0">
              <a:solidFill>
                <a:schemeClr val="dk1"/>
              </a:solidFill>
              <a:latin typeface="Calibri"/>
              <a:ea typeface="Calibri"/>
              <a:cs typeface="Calibri"/>
              <a:sym typeface="Calibri"/>
            </a:endParaRPr>
          </a:p>
        </p:txBody>
      </p:sp>
      <p:sp>
        <p:nvSpPr>
          <p:cNvPr id="1216" name="Google Shape;1216;p36"/>
          <p:cNvSpPr txBox="1"/>
          <p:nvPr/>
        </p:nvSpPr>
        <p:spPr>
          <a:xfrm>
            <a:off x="2053122" y="5431037"/>
            <a:ext cx="914400" cy="914400"/>
          </a:xfrm>
          <a:prstGeom prst="rect">
            <a:avLst/>
          </a:prstGeom>
          <a:noFill/>
          <a:ln>
            <a:noFill/>
          </a:ln>
        </p:spPr>
        <p:txBody>
          <a:bodyPr spcFirstLastPara="1" wrap="square" lIns="91425" tIns="45700" rIns="91425" bIns="45700" anchor="ctr" anchorCtr="0">
            <a:normAutofit fontScale="92500" lnSpcReduction="10000"/>
          </a:bodyPr>
          <a:lstStyle/>
          <a:p>
            <a:pPr marL="0" marR="0" lvl="0" indent="0" algn="l" rtl="0">
              <a:lnSpc>
                <a:spcPct val="100000"/>
              </a:lnSpc>
              <a:spcBef>
                <a:spcPts val="0"/>
              </a:spcBef>
              <a:spcAft>
                <a:spcPts val="0"/>
              </a:spcAft>
              <a:buClr>
                <a:schemeClr val="dk1"/>
              </a:buClr>
              <a:buSzPts val="1600"/>
              <a:buFont typeface="Calibri"/>
              <a:buNone/>
            </a:pPr>
            <a:r>
              <a:rPr lang="es-ES" sz="1600" cap="small" dirty="0">
                <a:solidFill>
                  <a:schemeClr val="dk1"/>
                </a:solidFill>
                <a:latin typeface="Calibri"/>
                <a:ea typeface="Calibri"/>
                <a:cs typeface="Calibri"/>
                <a:sym typeface="Calibri"/>
              </a:rPr>
              <a:t> El sitio permite </a:t>
            </a:r>
            <a:endParaRPr dirty="0"/>
          </a:p>
          <a:p>
            <a:pPr marL="0" marR="0" lvl="0" indent="0" algn="l" rtl="0">
              <a:lnSpc>
                <a:spcPct val="100000"/>
              </a:lnSpc>
              <a:spcBef>
                <a:spcPts val="0"/>
              </a:spcBef>
              <a:spcAft>
                <a:spcPts val="0"/>
              </a:spcAft>
              <a:buClr>
                <a:schemeClr val="dk1"/>
              </a:buClr>
              <a:buSzPts val="1600"/>
              <a:buFont typeface="Calibri"/>
              <a:buNone/>
            </a:pPr>
            <a:r>
              <a:rPr lang="es-ES" sz="1600" cap="small" dirty="0">
                <a:solidFill>
                  <a:schemeClr val="dk1"/>
                </a:solidFill>
                <a:latin typeface="Calibri"/>
                <a:ea typeface="Calibri"/>
                <a:cs typeface="Calibri"/>
                <a:sym typeface="Calibri"/>
              </a:rPr>
              <a:t>acumular 5 autos</a:t>
            </a:r>
            <a:endParaRPr sz="1600" b="0" i="0" u="none" strike="noStrike" cap="small" dirty="0">
              <a:solidFill>
                <a:schemeClr val="dk1"/>
              </a:solidFill>
              <a:latin typeface="Calibri"/>
              <a:ea typeface="Calibri"/>
              <a:cs typeface="Calibri"/>
              <a:sym typeface="Calibri"/>
            </a:endParaRPr>
          </a:p>
        </p:txBody>
      </p:sp>
      <p:sp>
        <p:nvSpPr>
          <p:cNvPr id="1217" name="Google Shape;1217;p36"/>
          <p:cNvSpPr txBox="1"/>
          <p:nvPr/>
        </p:nvSpPr>
        <p:spPr>
          <a:xfrm>
            <a:off x="6772651" y="5421575"/>
            <a:ext cx="914400" cy="914400"/>
          </a:xfrm>
          <a:prstGeom prst="rect">
            <a:avLst/>
          </a:prstGeom>
          <a:noFill/>
          <a:ln>
            <a:noFill/>
          </a:ln>
        </p:spPr>
        <p:txBody>
          <a:bodyPr spcFirstLastPara="1" wrap="square" lIns="91425" tIns="45700" rIns="91425" bIns="45700" anchor="ctr" anchorCtr="0">
            <a:normAutofit fontScale="92500" lnSpcReduction="10000"/>
          </a:bodyPr>
          <a:lstStyle/>
          <a:p>
            <a:pPr marL="0" marR="0" lvl="0" indent="0" algn="l" rtl="0">
              <a:lnSpc>
                <a:spcPct val="100000"/>
              </a:lnSpc>
              <a:spcBef>
                <a:spcPts val="0"/>
              </a:spcBef>
              <a:spcAft>
                <a:spcPts val="0"/>
              </a:spcAft>
              <a:buClr>
                <a:schemeClr val="dk1"/>
              </a:buClr>
              <a:buSzPts val="1600"/>
              <a:buFont typeface="Calibri"/>
              <a:buNone/>
            </a:pPr>
            <a:r>
              <a:rPr lang="es-ES" sz="1600" cap="small">
                <a:solidFill>
                  <a:schemeClr val="dk1"/>
                </a:solidFill>
                <a:latin typeface="Calibri"/>
                <a:ea typeface="Calibri"/>
                <a:cs typeface="Calibri"/>
                <a:sym typeface="Calibri"/>
              </a:rPr>
              <a:t> El sitio permite </a:t>
            </a:r>
            <a:endParaRPr/>
          </a:p>
          <a:p>
            <a:pPr marL="0" marR="0" lvl="0" indent="0" algn="l" rtl="0">
              <a:lnSpc>
                <a:spcPct val="100000"/>
              </a:lnSpc>
              <a:spcBef>
                <a:spcPts val="0"/>
              </a:spcBef>
              <a:spcAft>
                <a:spcPts val="0"/>
              </a:spcAft>
              <a:buClr>
                <a:schemeClr val="dk1"/>
              </a:buClr>
              <a:buSzPts val="1600"/>
              <a:buFont typeface="Calibri"/>
              <a:buNone/>
            </a:pPr>
            <a:r>
              <a:rPr lang="es-ES" sz="1600" cap="small">
                <a:solidFill>
                  <a:schemeClr val="dk1"/>
                </a:solidFill>
                <a:latin typeface="Calibri"/>
                <a:ea typeface="Calibri"/>
                <a:cs typeface="Calibri"/>
                <a:sym typeface="Calibri"/>
              </a:rPr>
              <a:t>acumular autos</a:t>
            </a:r>
            <a:endParaRPr sz="1600" b="0" i="0" u="none" strike="noStrike" cap="small">
              <a:solidFill>
                <a:schemeClr val="dk1"/>
              </a:solidFill>
              <a:latin typeface="Calibri"/>
              <a:ea typeface="Calibri"/>
              <a:cs typeface="Calibri"/>
              <a:sym typeface="Calibri"/>
            </a:endParaRPr>
          </a:p>
        </p:txBody>
      </p:sp>
      <p:sp>
        <p:nvSpPr>
          <p:cNvPr id="1218" name="Google Shape;1218;p36"/>
          <p:cNvSpPr/>
          <p:nvPr/>
        </p:nvSpPr>
        <p:spPr>
          <a:xfrm>
            <a:off x="6847548" y="2140930"/>
            <a:ext cx="1886228" cy="2990789"/>
          </a:xfrm>
          <a:prstGeom prst="ellipse">
            <a:avLst/>
          </a:prstGeom>
          <a:noFill/>
          <a:ln w="12700" cap="flat" cmpd="sng">
            <a:solidFill>
              <a:srgbClr val="8C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1219" name="Google Shape;1219;p36"/>
          <p:cNvCxnSpPr>
            <a:stCxn id="1218" idx="4"/>
            <a:endCxn id="1211" idx="0"/>
          </p:cNvCxnSpPr>
          <p:nvPr/>
        </p:nvCxnSpPr>
        <p:spPr>
          <a:xfrm>
            <a:off x="7790662" y="5131719"/>
            <a:ext cx="81600" cy="606000"/>
          </a:xfrm>
          <a:prstGeom prst="straightConnector1">
            <a:avLst/>
          </a:prstGeom>
          <a:noFill/>
          <a:ln w="9525" cap="flat" cmpd="sng">
            <a:solidFill>
              <a:schemeClr val="accent1"/>
            </a:solidFill>
            <a:prstDash val="solid"/>
            <a:round/>
            <a:headEnd type="none" w="sm" len="sm"/>
            <a:tailEnd type="triangle" w="med" len="med"/>
          </a:ln>
        </p:spPr>
      </p:cxnSp>
      <p:sp>
        <p:nvSpPr>
          <p:cNvPr id="2" name="Marcador de fecha 1">
            <a:extLst>
              <a:ext uri="{FF2B5EF4-FFF2-40B4-BE49-F238E27FC236}">
                <a16:creationId xmlns:a16="http://schemas.microsoft.com/office/drawing/2014/main" id="{701B4BD9-3A58-228D-3056-D26B32B91728}"/>
              </a:ext>
            </a:extLst>
          </p:cNvPr>
          <p:cNvSpPr>
            <a:spLocks noGrp="1"/>
          </p:cNvSpPr>
          <p:nvPr>
            <p:ph type="dt" sz="half" idx="10"/>
          </p:nvPr>
        </p:nvSpPr>
        <p:spPr/>
        <p:txBody>
          <a:bodyPr/>
          <a:lstStyle/>
          <a:p>
            <a:r>
              <a:rPr lang="es-ES"/>
              <a:t>2026</a:t>
            </a:r>
            <a:endParaRPr lang="es-A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0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0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8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0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0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0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1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20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21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20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209"/>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13"/>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210"/>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216"/>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20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218"/>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219"/>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2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223"/>
        <p:cNvGrpSpPr/>
        <p:nvPr/>
      </p:nvGrpSpPr>
      <p:grpSpPr>
        <a:xfrm>
          <a:off x="0" y="0"/>
          <a:ext cx="0" cy="0"/>
          <a:chOff x="0" y="0"/>
          <a:chExt cx="0" cy="0"/>
        </a:xfrm>
      </p:grpSpPr>
      <p:sp>
        <p:nvSpPr>
          <p:cNvPr id="1224" name="Google Shape;1224;p37"/>
          <p:cNvSpPr txBox="1">
            <a:spLocks noGrp="1"/>
          </p:cNvSpPr>
          <p:nvPr>
            <p:ph type="ftr" sz="quarter" idx="11"/>
          </p:nvPr>
        </p:nvSpPr>
        <p:spPr>
          <a:prstGeom prst="rect">
            <a:avLst/>
          </a:prstGeom>
          <a:noFill/>
          <a:ln>
            <a:noFill/>
          </a:ln>
        </p:spPr>
        <p:txBody>
          <a:bodyPr spcFirstLastPara="1" vert="horz" wrap="square" lIns="91425" tIns="45700" rIns="91425" bIns="45700" rtlCol="0" anchor="ctr" anchorCtr="1">
            <a:noAutofit/>
          </a:bodyPr>
          <a:lstStyle/>
          <a:p>
            <a:pPr algn="l"/>
            <a:r>
              <a:rPr lang="es-ES"/>
              <a:t>Ingeniería de Software I</a:t>
            </a:r>
            <a:endParaRPr/>
          </a:p>
        </p:txBody>
      </p:sp>
      <p:sp>
        <p:nvSpPr>
          <p:cNvPr id="1225" name="Google Shape;1225;p37"/>
          <p:cNvSpPr txBox="1">
            <a:spLocks noGrp="1"/>
          </p:cNvSpPr>
          <p:nvPr>
            <p:ph type="sldNum" sz="quarter" idx="12"/>
          </p:nvPr>
        </p:nvSpPr>
        <p:spPr>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54</a:t>
            </a:fld>
            <a:endParaRPr/>
          </a:p>
        </p:txBody>
      </p:sp>
      <p:sp>
        <p:nvSpPr>
          <p:cNvPr id="1226" name="Google Shape;1226;p37" descr="Resultado de imagen para simbolo de caja"/>
          <p:cNvSpPr/>
          <p:nvPr/>
        </p:nvSpPr>
        <p:spPr>
          <a:xfrm>
            <a:off x="1127447" y="1800435"/>
            <a:ext cx="2564661" cy="2564669"/>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27" name="Google Shape;1227;p37"/>
          <p:cNvSpPr txBox="1"/>
          <p:nvPr/>
        </p:nvSpPr>
        <p:spPr>
          <a:xfrm>
            <a:off x="10382166" y="2772049"/>
            <a:ext cx="914400" cy="914400"/>
          </a:xfrm>
          <a:prstGeom prst="rect">
            <a:avLst/>
          </a:prstGeom>
          <a:noFill/>
          <a:ln>
            <a:noFill/>
          </a:ln>
        </p:spPr>
        <p:txBody>
          <a:bodyPr spcFirstLastPara="1" wrap="square" lIns="91425" tIns="45700" rIns="91425" bIns="45700" anchor="ctr" anchorCtr="0">
            <a:normAutofit/>
          </a:bodyPr>
          <a:lstStyle/>
          <a:p>
            <a:pPr marL="0" marR="0" lvl="0" indent="0" algn="l" rtl="0">
              <a:lnSpc>
                <a:spcPct val="100000"/>
              </a:lnSpc>
              <a:spcBef>
                <a:spcPts val="0"/>
              </a:spcBef>
              <a:spcAft>
                <a:spcPts val="0"/>
              </a:spcAft>
              <a:buClr>
                <a:schemeClr val="dk1"/>
              </a:buClr>
              <a:buSzPts val="1800"/>
              <a:buFont typeface="Calibri"/>
              <a:buNone/>
            </a:pPr>
            <a:r>
              <a:rPr lang="es-ES" sz="1800" cap="small">
                <a:solidFill>
                  <a:schemeClr val="dk1"/>
                </a:solidFill>
                <a:latin typeface="Calibri"/>
                <a:ea typeface="Calibri"/>
                <a:cs typeface="Calibri"/>
                <a:sym typeface="Calibri"/>
              </a:rPr>
              <a:t> Se retira</a:t>
            </a:r>
            <a:endParaRPr sz="1800" b="0" i="0" u="none" strike="noStrike" cap="small">
              <a:solidFill>
                <a:schemeClr val="dk1"/>
              </a:solidFill>
              <a:latin typeface="Calibri"/>
              <a:ea typeface="Calibri"/>
              <a:cs typeface="Calibri"/>
              <a:sym typeface="Calibri"/>
            </a:endParaRPr>
          </a:p>
        </p:txBody>
      </p:sp>
      <p:sp>
        <p:nvSpPr>
          <p:cNvPr id="1228" name="Google Shape;1228;p37"/>
          <p:cNvSpPr txBox="1"/>
          <p:nvPr/>
        </p:nvSpPr>
        <p:spPr>
          <a:xfrm>
            <a:off x="4882723" y="832253"/>
            <a:ext cx="914400" cy="914400"/>
          </a:xfrm>
          <a:prstGeom prst="rect">
            <a:avLst/>
          </a:prstGeom>
          <a:noFill/>
          <a:ln>
            <a:noFill/>
          </a:ln>
        </p:spPr>
        <p:txBody>
          <a:bodyPr spcFirstLastPara="1" wrap="square" lIns="91425" tIns="45700" rIns="91425" bIns="45700" anchor="ctr" anchorCtr="0">
            <a:normAutofit fontScale="70000" lnSpcReduction="20000"/>
          </a:bodyPr>
          <a:lstStyle/>
          <a:p>
            <a:pPr marL="0" marR="0" lvl="0" indent="0" algn="l" rtl="0">
              <a:lnSpc>
                <a:spcPct val="100000"/>
              </a:lnSpc>
              <a:spcBef>
                <a:spcPts val="0"/>
              </a:spcBef>
              <a:spcAft>
                <a:spcPts val="0"/>
              </a:spcAft>
              <a:buClr>
                <a:schemeClr val="dk1"/>
              </a:buClr>
              <a:buSzPts val="1800"/>
              <a:buFont typeface="Calibri"/>
              <a:buNone/>
            </a:pPr>
            <a:r>
              <a:rPr lang="es-ES" sz="1800" b="0" i="0" u="none" strike="noStrike" cap="small" dirty="0">
                <a:solidFill>
                  <a:schemeClr val="dk1"/>
                </a:solidFill>
                <a:latin typeface="Calibri"/>
                <a:ea typeface="Calibri"/>
                <a:cs typeface="Calibri"/>
                <a:sym typeface="Calibri"/>
              </a:rPr>
              <a:t> 3 Surtidores </a:t>
            </a:r>
            <a:endParaRPr dirty="0"/>
          </a:p>
          <a:p>
            <a:pPr marL="0" marR="0" lvl="0" indent="0" algn="l" rtl="0">
              <a:lnSpc>
                <a:spcPct val="100000"/>
              </a:lnSpc>
              <a:spcBef>
                <a:spcPts val="0"/>
              </a:spcBef>
              <a:spcAft>
                <a:spcPts val="0"/>
              </a:spcAft>
              <a:buClr>
                <a:schemeClr val="dk1"/>
              </a:buClr>
              <a:buSzPts val="1800"/>
              <a:buFont typeface="Calibri"/>
              <a:buNone/>
            </a:pPr>
            <a:r>
              <a:rPr lang="es-ES" sz="1800" cap="small" dirty="0">
                <a:solidFill>
                  <a:schemeClr val="dk1"/>
                </a:solidFill>
                <a:latin typeface="Calibri"/>
                <a:ea typeface="Calibri"/>
                <a:cs typeface="Calibri"/>
                <a:sym typeface="Calibri"/>
              </a:rPr>
              <a:t>1 auto por surtidor </a:t>
            </a:r>
            <a:endParaRPr sz="1800" b="0" i="0" u="none" strike="noStrike" cap="small" dirty="0">
              <a:solidFill>
                <a:schemeClr val="dk1"/>
              </a:solidFill>
              <a:latin typeface="Calibri"/>
              <a:ea typeface="Calibri"/>
              <a:cs typeface="Calibri"/>
              <a:sym typeface="Calibri"/>
            </a:endParaRPr>
          </a:p>
        </p:txBody>
      </p:sp>
      <p:sp>
        <p:nvSpPr>
          <p:cNvPr id="1229" name="Google Shape;1229;p37"/>
          <p:cNvSpPr txBox="1"/>
          <p:nvPr/>
        </p:nvSpPr>
        <p:spPr>
          <a:xfrm>
            <a:off x="7133245" y="1828775"/>
            <a:ext cx="914400" cy="914400"/>
          </a:xfrm>
          <a:prstGeom prst="rect">
            <a:avLst/>
          </a:prstGeom>
          <a:noFill/>
          <a:ln>
            <a:noFill/>
          </a:ln>
        </p:spPr>
        <p:txBody>
          <a:bodyPr spcFirstLastPara="1" wrap="square" lIns="91425" tIns="45700" rIns="91425" bIns="45700" anchor="ctr" anchorCtr="0">
            <a:normAutofit fontScale="70000" lnSpcReduction="20000"/>
          </a:bodyPr>
          <a:lstStyle/>
          <a:p>
            <a:pPr marL="0" marR="0" lvl="0" indent="0" algn="l" rtl="0">
              <a:lnSpc>
                <a:spcPct val="100000"/>
              </a:lnSpc>
              <a:spcBef>
                <a:spcPts val="0"/>
              </a:spcBef>
              <a:spcAft>
                <a:spcPts val="0"/>
              </a:spcAft>
              <a:buClr>
                <a:schemeClr val="dk1"/>
              </a:buClr>
              <a:buSzPts val="1800"/>
              <a:buFont typeface="Calibri"/>
              <a:buNone/>
            </a:pPr>
            <a:r>
              <a:rPr lang="es-ES" sz="1800" b="0" i="0" u="none" strike="noStrike" cap="small" dirty="0">
                <a:solidFill>
                  <a:schemeClr val="dk1"/>
                </a:solidFill>
                <a:latin typeface="Calibri"/>
                <a:ea typeface="Calibri"/>
                <a:cs typeface="Calibri"/>
                <a:sym typeface="Calibri"/>
              </a:rPr>
              <a:t> Cola de espera </a:t>
            </a:r>
            <a:endParaRPr dirty="0"/>
          </a:p>
          <a:p>
            <a:pPr marL="0" marR="0" lvl="0" indent="0" algn="l" rtl="0">
              <a:lnSpc>
                <a:spcPct val="100000"/>
              </a:lnSpc>
              <a:spcBef>
                <a:spcPts val="0"/>
              </a:spcBef>
              <a:spcAft>
                <a:spcPts val="0"/>
              </a:spcAft>
              <a:buClr>
                <a:schemeClr val="dk1"/>
              </a:buClr>
              <a:buSzPts val="1800"/>
              <a:buFont typeface="Calibri"/>
              <a:buNone/>
            </a:pPr>
            <a:r>
              <a:rPr lang="es-ES" sz="1800" b="0" i="0" u="none" strike="noStrike" cap="small" dirty="0">
                <a:solidFill>
                  <a:schemeClr val="dk1"/>
                </a:solidFill>
                <a:latin typeface="Calibri"/>
                <a:ea typeface="Calibri"/>
                <a:cs typeface="Calibri"/>
                <a:sym typeface="Calibri"/>
              </a:rPr>
              <a:t>para pagar (sin limite) </a:t>
            </a:r>
            <a:endParaRPr sz="1800" b="0" i="0" u="none" strike="noStrike" cap="small" dirty="0">
              <a:solidFill>
                <a:schemeClr val="dk1"/>
              </a:solidFill>
              <a:latin typeface="Calibri"/>
              <a:ea typeface="Calibri"/>
              <a:cs typeface="Calibri"/>
              <a:sym typeface="Calibri"/>
            </a:endParaRPr>
          </a:p>
        </p:txBody>
      </p:sp>
      <p:sp>
        <p:nvSpPr>
          <p:cNvPr id="1230" name="Google Shape;1230;p37"/>
          <p:cNvSpPr txBox="1"/>
          <p:nvPr/>
        </p:nvSpPr>
        <p:spPr>
          <a:xfrm>
            <a:off x="1723328" y="2069016"/>
            <a:ext cx="914400" cy="914400"/>
          </a:xfrm>
          <a:prstGeom prst="rect">
            <a:avLst/>
          </a:prstGeom>
          <a:noFill/>
          <a:ln>
            <a:noFill/>
          </a:ln>
        </p:spPr>
        <p:txBody>
          <a:bodyPr spcFirstLastPara="1" wrap="square" lIns="91425" tIns="45700" rIns="91425" bIns="45700" anchor="ctr" anchorCtr="0">
            <a:normAutofit fontScale="85000" lnSpcReduction="10000"/>
          </a:bodyPr>
          <a:lstStyle/>
          <a:p>
            <a:pPr marL="0" marR="0" lvl="0" indent="0" algn="l" rtl="0">
              <a:lnSpc>
                <a:spcPct val="100000"/>
              </a:lnSpc>
              <a:spcBef>
                <a:spcPts val="0"/>
              </a:spcBef>
              <a:spcAft>
                <a:spcPts val="0"/>
              </a:spcAft>
              <a:buClr>
                <a:schemeClr val="dk1"/>
              </a:buClr>
              <a:buSzPts val="1800"/>
              <a:buFont typeface="Calibri"/>
              <a:buNone/>
            </a:pPr>
            <a:r>
              <a:rPr lang="es-ES" sz="1800" b="0" i="0" u="none" strike="noStrike" cap="small">
                <a:solidFill>
                  <a:schemeClr val="dk1"/>
                </a:solidFill>
                <a:latin typeface="Calibri"/>
                <a:ea typeface="Calibri"/>
                <a:cs typeface="Calibri"/>
                <a:sym typeface="Calibri"/>
              </a:rPr>
              <a:t> 5 Lugares de espera</a:t>
            </a:r>
            <a:endParaRPr/>
          </a:p>
        </p:txBody>
      </p:sp>
      <p:sp>
        <p:nvSpPr>
          <p:cNvPr id="1231" name="Google Shape;1231;p37"/>
          <p:cNvSpPr txBox="1"/>
          <p:nvPr/>
        </p:nvSpPr>
        <p:spPr>
          <a:xfrm>
            <a:off x="90295" y="2314849"/>
            <a:ext cx="914400" cy="914400"/>
          </a:xfrm>
          <a:prstGeom prst="rect">
            <a:avLst/>
          </a:prstGeom>
          <a:noFill/>
          <a:ln>
            <a:noFill/>
          </a:ln>
        </p:spPr>
        <p:txBody>
          <a:bodyPr spcFirstLastPara="1" wrap="square" lIns="91425" tIns="45700" rIns="91425" bIns="45700" anchor="ctr" anchorCtr="0">
            <a:normAutofit fontScale="62500" lnSpcReduction="20000"/>
          </a:bodyPr>
          <a:lstStyle/>
          <a:p>
            <a:pPr marL="0" marR="0" lvl="0" indent="0" algn="l" rtl="0">
              <a:lnSpc>
                <a:spcPct val="100000"/>
              </a:lnSpc>
              <a:spcBef>
                <a:spcPts val="0"/>
              </a:spcBef>
              <a:spcAft>
                <a:spcPts val="0"/>
              </a:spcAft>
              <a:buClr>
                <a:schemeClr val="dk1"/>
              </a:buClr>
              <a:buSzPct val="100000"/>
              <a:buFont typeface="Calibri"/>
              <a:buNone/>
            </a:pPr>
            <a:r>
              <a:rPr lang="es-ES" sz="1800" cap="small">
                <a:solidFill>
                  <a:schemeClr val="dk1"/>
                </a:solidFill>
                <a:latin typeface="Calibri"/>
                <a:ea typeface="Calibri"/>
                <a:cs typeface="Calibri"/>
                <a:sym typeface="Calibri"/>
              </a:rPr>
              <a:t>Los autos </a:t>
            </a:r>
            <a:endParaRPr/>
          </a:p>
          <a:p>
            <a:pPr marL="0" marR="0" lvl="0" indent="0" algn="l" rtl="0">
              <a:lnSpc>
                <a:spcPct val="100000"/>
              </a:lnSpc>
              <a:spcBef>
                <a:spcPts val="0"/>
              </a:spcBef>
              <a:spcAft>
                <a:spcPts val="0"/>
              </a:spcAft>
              <a:buClr>
                <a:schemeClr val="dk1"/>
              </a:buClr>
              <a:buSzPct val="100000"/>
              <a:buFont typeface="Calibri"/>
              <a:buNone/>
            </a:pPr>
            <a:r>
              <a:rPr lang="es-ES" sz="1800" cap="small">
                <a:solidFill>
                  <a:schemeClr val="dk1"/>
                </a:solidFill>
                <a:latin typeface="Calibri"/>
                <a:ea typeface="Calibri"/>
                <a:cs typeface="Calibri"/>
                <a:sym typeface="Calibri"/>
              </a:rPr>
              <a:t>llegan y esperan </a:t>
            </a:r>
            <a:endParaRPr/>
          </a:p>
          <a:p>
            <a:pPr marL="0" marR="0" lvl="0" indent="0" algn="l" rtl="0">
              <a:lnSpc>
                <a:spcPct val="100000"/>
              </a:lnSpc>
              <a:spcBef>
                <a:spcPts val="0"/>
              </a:spcBef>
              <a:spcAft>
                <a:spcPts val="0"/>
              </a:spcAft>
              <a:buClr>
                <a:schemeClr val="dk1"/>
              </a:buClr>
              <a:buSzPct val="100000"/>
              <a:buFont typeface="Calibri"/>
              <a:buNone/>
            </a:pPr>
            <a:r>
              <a:rPr lang="es-ES" sz="1800" cap="small">
                <a:solidFill>
                  <a:schemeClr val="dk1"/>
                </a:solidFill>
                <a:latin typeface="Calibri"/>
                <a:ea typeface="Calibri"/>
                <a:cs typeface="Calibri"/>
                <a:sym typeface="Calibri"/>
              </a:rPr>
              <a:t>Para  entrar en </a:t>
            </a:r>
            <a:endParaRPr/>
          </a:p>
          <a:p>
            <a:pPr marL="0" marR="0" lvl="0" indent="0" algn="l" rtl="0">
              <a:lnSpc>
                <a:spcPct val="100000"/>
              </a:lnSpc>
              <a:spcBef>
                <a:spcPts val="0"/>
              </a:spcBef>
              <a:spcAft>
                <a:spcPts val="0"/>
              </a:spcAft>
              <a:buClr>
                <a:schemeClr val="dk1"/>
              </a:buClr>
              <a:buSzPct val="100000"/>
              <a:buFont typeface="Calibri"/>
              <a:buNone/>
            </a:pPr>
            <a:r>
              <a:rPr lang="es-ES" sz="1800" cap="small">
                <a:solidFill>
                  <a:schemeClr val="dk1"/>
                </a:solidFill>
                <a:latin typeface="Calibri"/>
                <a:ea typeface="Calibri"/>
                <a:cs typeface="Calibri"/>
                <a:sym typeface="Calibri"/>
              </a:rPr>
              <a:t>la estación </a:t>
            </a:r>
            <a:endParaRPr sz="1800" b="0" i="0" u="none" strike="noStrike" cap="small">
              <a:solidFill>
                <a:schemeClr val="dk1"/>
              </a:solidFill>
              <a:latin typeface="Calibri"/>
              <a:ea typeface="Calibri"/>
              <a:cs typeface="Calibri"/>
              <a:sym typeface="Calibri"/>
            </a:endParaRPr>
          </a:p>
        </p:txBody>
      </p:sp>
      <p:sp>
        <p:nvSpPr>
          <p:cNvPr id="1232" name="Google Shape;1232;p37"/>
          <p:cNvSpPr txBox="1"/>
          <p:nvPr/>
        </p:nvSpPr>
        <p:spPr>
          <a:xfrm>
            <a:off x="9199827" y="5198640"/>
            <a:ext cx="914400" cy="914400"/>
          </a:xfrm>
          <a:prstGeom prst="rect">
            <a:avLst/>
          </a:prstGeom>
          <a:noFill/>
          <a:ln>
            <a:noFill/>
          </a:ln>
        </p:spPr>
        <p:txBody>
          <a:bodyPr spcFirstLastPara="1" wrap="square" lIns="91425" tIns="45700" rIns="91425" bIns="45700" anchor="ctr" anchorCtr="0">
            <a:normAutofit fontScale="85000" lnSpcReduction="10000"/>
          </a:bodyPr>
          <a:lstStyle/>
          <a:p>
            <a:pPr marL="0" marR="0" lvl="0" indent="0" algn="l" rtl="0">
              <a:lnSpc>
                <a:spcPct val="100000"/>
              </a:lnSpc>
              <a:spcBef>
                <a:spcPts val="0"/>
              </a:spcBef>
              <a:spcAft>
                <a:spcPts val="0"/>
              </a:spcAft>
              <a:buClr>
                <a:schemeClr val="dk1"/>
              </a:buClr>
              <a:buSzPts val="1800"/>
              <a:buFont typeface="Calibri"/>
              <a:buNone/>
            </a:pPr>
            <a:r>
              <a:rPr lang="es-ES" sz="1800" cap="small">
                <a:solidFill>
                  <a:schemeClr val="dk1"/>
                </a:solidFill>
                <a:latin typeface="Calibri"/>
                <a:ea typeface="Calibri"/>
                <a:cs typeface="Calibri"/>
                <a:sym typeface="Calibri"/>
              </a:rPr>
              <a:t> 2 cajas </a:t>
            </a:r>
            <a:endParaRPr/>
          </a:p>
          <a:p>
            <a:pPr marL="0" marR="0" lvl="0" indent="0" algn="l" rtl="0">
              <a:lnSpc>
                <a:spcPct val="100000"/>
              </a:lnSpc>
              <a:spcBef>
                <a:spcPts val="0"/>
              </a:spcBef>
              <a:spcAft>
                <a:spcPts val="0"/>
              </a:spcAft>
              <a:buClr>
                <a:schemeClr val="dk1"/>
              </a:buClr>
              <a:buSzPts val="1800"/>
              <a:buFont typeface="Calibri"/>
              <a:buNone/>
            </a:pPr>
            <a:r>
              <a:rPr lang="es-ES" sz="1800" cap="small">
                <a:solidFill>
                  <a:schemeClr val="dk1"/>
                </a:solidFill>
                <a:latin typeface="Calibri"/>
                <a:ea typeface="Calibri"/>
                <a:cs typeface="Calibri"/>
                <a:sym typeface="Calibri"/>
              </a:rPr>
              <a:t>Pasan uno por vez </a:t>
            </a:r>
            <a:endParaRPr sz="1800" b="0" i="0" u="none" strike="noStrike" cap="small">
              <a:solidFill>
                <a:schemeClr val="dk1"/>
              </a:solidFill>
              <a:latin typeface="Calibri"/>
              <a:ea typeface="Calibri"/>
              <a:cs typeface="Calibri"/>
              <a:sym typeface="Calibri"/>
            </a:endParaRPr>
          </a:p>
        </p:txBody>
      </p:sp>
      <p:sp>
        <p:nvSpPr>
          <p:cNvPr id="1233" name="Google Shape;1233;p37"/>
          <p:cNvSpPr txBox="1"/>
          <p:nvPr/>
        </p:nvSpPr>
        <p:spPr>
          <a:xfrm>
            <a:off x="10366239" y="4423615"/>
            <a:ext cx="914400" cy="914400"/>
          </a:xfrm>
          <a:prstGeom prst="rect">
            <a:avLst/>
          </a:prstGeom>
          <a:noFill/>
          <a:ln>
            <a:noFill/>
          </a:ln>
        </p:spPr>
        <p:txBody>
          <a:bodyPr spcFirstLastPara="1" wrap="square" lIns="91425" tIns="45700" rIns="91425" bIns="45700" anchor="ctr" anchorCtr="0">
            <a:normAutofit/>
          </a:bodyPr>
          <a:lstStyle/>
          <a:p>
            <a:pPr marL="0" marR="0" lvl="0" indent="0" algn="l" rtl="0">
              <a:lnSpc>
                <a:spcPct val="100000"/>
              </a:lnSpc>
              <a:spcBef>
                <a:spcPts val="0"/>
              </a:spcBef>
              <a:spcAft>
                <a:spcPts val="0"/>
              </a:spcAft>
              <a:buClr>
                <a:schemeClr val="dk1"/>
              </a:buClr>
              <a:buSzPts val="1800"/>
              <a:buFont typeface="Calibri"/>
              <a:buNone/>
            </a:pPr>
            <a:r>
              <a:rPr lang="es-ES" sz="1800" cap="small">
                <a:solidFill>
                  <a:schemeClr val="dk1"/>
                </a:solidFill>
                <a:latin typeface="Calibri"/>
                <a:ea typeface="Calibri"/>
                <a:cs typeface="Calibri"/>
                <a:sym typeface="Calibri"/>
              </a:rPr>
              <a:t> Se retira</a:t>
            </a:r>
            <a:endParaRPr sz="1800" b="0" i="0" u="none" strike="noStrike" cap="small">
              <a:solidFill>
                <a:schemeClr val="dk1"/>
              </a:solidFill>
              <a:latin typeface="Calibri"/>
              <a:ea typeface="Calibri"/>
              <a:cs typeface="Calibri"/>
              <a:sym typeface="Calibri"/>
            </a:endParaRPr>
          </a:p>
        </p:txBody>
      </p:sp>
      <p:grpSp>
        <p:nvGrpSpPr>
          <p:cNvPr id="1234" name="Google Shape;1234;p37"/>
          <p:cNvGrpSpPr/>
          <p:nvPr/>
        </p:nvGrpSpPr>
        <p:grpSpPr>
          <a:xfrm>
            <a:off x="317551" y="3358597"/>
            <a:ext cx="1115723" cy="528403"/>
            <a:chOff x="443571" y="5463111"/>
            <a:chExt cx="1655794" cy="792163"/>
          </a:xfrm>
        </p:grpSpPr>
        <p:sp>
          <p:nvSpPr>
            <p:cNvPr id="1235" name="Google Shape;1235;p37"/>
            <p:cNvSpPr/>
            <p:nvPr/>
          </p:nvSpPr>
          <p:spPr>
            <a:xfrm>
              <a:off x="1048382" y="5679010"/>
              <a:ext cx="431782" cy="431800"/>
            </a:xfrm>
            <a:prstGeom prst="ellipse">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cxnSp>
          <p:nvCxnSpPr>
            <p:cNvPr id="1236" name="Google Shape;1236;p37"/>
            <p:cNvCxnSpPr/>
            <p:nvPr/>
          </p:nvCxnSpPr>
          <p:spPr>
            <a:xfrm rot="5400000">
              <a:off x="47489" y="5859192"/>
              <a:ext cx="792163" cy="0"/>
            </a:xfrm>
            <a:prstGeom prst="straightConnector1">
              <a:avLst/>
            </a:prstGeom>
            <a:noFill/>
            <a:ln w="25400" cap="flat" cmpd="sng">
              <a:solidFill>
                <a:schemeClr val="dk1"/>
              </a:solidFill>
              <a:prstDash val="solid"/>
              <a:round/>
              <a:headEnd type="none" w="med" len="med"/>
              <a:tailEnd type="none" w="med" len="med"/>
            </a:ln>
          </p:spPr>
        </p:cxnSp>
        <p:cxnSp>
          <p:nvCxnSpPr>
            <p:cNvPr id="1237" name="Google Shape;1237;p37"/>
            <p:cNvCxnSpPr/>
            <p:nvPr/>
          </p:nvCxnSpPr>
          <p:spPr>
            <a:xfrm rot="5400000">
              <a:off x="1703181" y="5859192"/>
              <a:ext cx="792163" cy="0"/>
            </a:xfrm>
            <a:prstGeom prst="straightConnector1">
              <a:avLst/>
            </a:prstGeom>
            <a:noFill/>
            <a:ln w="25400" cap="flat" cmpd="sng">
              <a:solidFill>
                <a:schemeClr val="dk1"/>
              </a:solidFill>
              <a:prstDash val="solid"/>
              <a:round/>
              <a:headEnd type="none" w="med" len="med"/>
              <a:tailEnd type="none" w="med" len="med"/>
            </a:ln>
          </p:spPr>
        </p:cxnSp>
        <p:cxnSp>
          <p:nvCxnSpPr>
            <p:cNvPr id="1238" name="Google Shape;1238;p37"/>
            <p:cNvCxnSpPr>
              <a:endCxn id="1235" idx="2"/>
            </p:cNvCxnSpPr>
            <p:nvPr/>
          </p:nvCxnSpPr>
          <p:spPr>
            <a:xfrm>
              <a:off x="443582" y="5893410"/>
              <a:ext cx="604800" cy="1500"/>
            </a:xfrm>
            <a:prstGeom prst="straightConnector1">
              <a:avLst/>
            </a:prstGeom>
            <a:noFill/>
            <a:ln w="9525" cap="flat" cmpd="sng">
              <a:solidFill>
                <a:schemeClr val="dk1"/>
              </a:solidFill>
              <a:prstDash val="solid"/>
              <a:round/>
              <a:headEnd type="none" w="med" len="med"/>
              <a:tailEnd type="stealth" w="med" len="med"/>
            </a:ln>
          </p:spPr>
        </p:cxnSp>
        <p:cxnSp>
          <p:nvCxnSpPr>
            <p:cNvPr id="1239" name="Google Shape;1239;p37"/>
            <p:cNvCxnSpPr>
              <a:stCxn id="1235" idx="6"/>
            </p:cNvCxnSpPr>
            <p:nvPr/>
          </p:nvCxnSpPr>
          <p:spPr>
            <a:xfrm>
              <a:off x="1480164" y="5894910"/>
              <a:ext cx="619200" cy="1500"/>
            </a:xfrm>
            <a:prstGeom prst="straightConnector1">
              <a:avLst/>
            </a:prstGeom>
            <a:noFill/>
            <a:ln w="9525" cap="flat" cmpd="sng">
              <a:solidFill>
                <a:schemeClr val="dk1"/>
              </a:solidFill>
              <a:prstDash val="solid"/>
              <a:round/>
              <a:headEnd type="none" w="med" len="med"/>
              <a:tailEnd type="stealth" w="med" len="med"/>
            </a:ln>
          </p:spPr>
        </p:cxnSp>
      </p:grpSp>
      <p:sp>
        <p:nvSpPr>
          <p:cNvPr id="1240" name="Google Shape;1240;p37"/>
          <p:cNvSpPr/>
          <p:nvPr/>
        </p:nvSpPr>
        <p:spPr>
          <a:xfrm>
            <a:off x="2259417" y="3467672"/>
            <a:ext cx="368447" cy="380201"/>
          </a:xfrm>
          <a:prstGeom prst="ellipse">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nvGrpSpPr>
          <p:cNvPr id="1241" name="Google Shape;1241;p37"/>
          <p:cNvGrpSpPr/>
          <p:nvPr/>
        </p:nvGrpSpPr>
        <p:grpSpPr>
          <a:xfrm>
            <a:off x="4778968" y="1927716"/>
            <a:ext cx="1138478" cy="1109467"/>
            <a:chOff x="7036909" y="3163587"/>
            <a:chExt cx="1138478" cy="1109467"/>
          </a:xfrm>
        </p:grpSpPr>
        <p:grpSp>
          <p:nvGrpSpPr>
            <p:cNvPr id="1242" name="Google Shape;1242;p37"/>
            <p:cNvGrpSpPr/>
            <p:nvPr/>
          </p:nvGrpSpPr>
          <p:grpSpPr>
            <a:xfrm>
              <a:off x="7041889" y="3163587"/>
              <a:ext cx="1133498" cy="528403"/>
              <a:chOff x="443571" y="5463111"/>
              <a:chExt cx="1655794" cy="792163"/>
            </a:xfrm>
          </p:grpSpPr>
          <p:sp>
            <p:nvSpPr>
              <p:cNvPr id="1243" name="Google Shape;1243;p37"/>
              <p:cNvSpPr/>
              <p:nvPr/>
            </p:nvSpPr>
            <p:spPr>
              <a:xfrm>
                <a:off x="1048382" y="5679010"/>
                <a:ext cx="431782" cy="431800"/>
              </a:xfrm>
              <a:prstGeom prst="ellipse">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cxnSp>
            <p:nvCxnSpPr>
              <p:cNvPr id="1244" name="Google Shape;1244;p37"/>
              <p:cNvCxnSpPr/>
              <p:nvPr/>
            </p:nvCxnSpPr>
            <p:spPr>
              <a:xfrm rot="5400000">
                <a:off x="47489" y="5859192"/>
                <a:ext cx="792163" cy="0"/>
              </a:xfrm>
              <a:prstGeom prst="straightConnector1">
                <a:avLst/>
              </a:prstGeom>
              <a:noFill/>
              <a:ln w="25400" cap="flat" cmpd="sng">
                <a:solidFill>
                  <a:schemeClr val="dk1"/>
                </a:solidFill>
                <a:prstDash val="solid"/>
                <a:round/>
                <a:headEnd type="none" w="med" len="med"/>
                <a:tailEnd type="none" w="med" len="med"/>
              </a:ln>
            </p:spPr>
          </p:cxnSp>
          <p:cxnSp>
            <p:nvCxnSpPr>
              <p:cNvPr id="1245" name="Google Shape;1245;p37"/>
              <p:cNvCxnSpPr/>
              <p:nvPr/>
            </p:nvCxnSpPr>
            <p:spPr>
              <a:xfrm rot="5400000">
                <a:off x="1703181" y="5859192"/>
                <a:ext cx="792163" cy="0"/>
              </a:xfrm>
              <a:prstGeom prst="straightConnector1">
                <a:avLst/>
              </a:prstGeom>
              <a:noFill/>
              <a:ln w="25400" cap="flat" cmpd="sng">
                <a:solidFill>
                  <a:schemeClr val="dk1"/>
                </a:solidFill>
                <a:prstDash val="solid"/>
                <a:round/>
                <a:headEnd type="none" w="med" len="med"/>
                <a:tailEnd type="none" w="med" len="med"/>
              </a:ln>
            </p:spPr>
          </p:cxnSp>
          <p:cxnSp>
            <p:nvCxnSpPr>
              <p:cNvPr id="1246" name="Google Shape;1246;p37"/>
              <p:cNvCxnSpPr>
                <a:endCxn id="1243" idx="2"/>
              </p:cNvCxnSpPr>
              <p:nvPr/>
            </p:nvCxnSpPr>
            <p:spPr>
              <a:xfrm>
                <a:off x="443582" y="5893410"/>
                <a:ext cx="604800" cy="1500"/>
              </a:xfrm>
              <a:prstGeom prst="straightConnector1">
                <a:avLst/>
              </a:prstGeom>
              <a:noFill/>
              <a:ln w="9525" cap="flat" cmpd="sng">
                <a:solidFill>
                  <a:schemeClr val="dk1"/>
                </a:solidFill>
                <a:prstDash val="solid"/>
                <a:round/>
                <a:headEnd type="none" w="med" len="med"/>
                <a:tailEnd type="stealth" w="med" len="med"/>
              </a:ln>
            </p:spPr>
          </p:cxnSp>
          <p:cxnSp>
            <p:nvCxnSpPr>
              <p:cNvPr id="1247" name="Google Shape;1247;p37"/>
              <p:cNvCxnSpPr>
                <a:stCxn id="1243" idx="6"/>
              </p:cNvCxnSpPr>
              <p:nvPr/>
            </p:nvCxnSpPr>
            <p:spPr>
              <a:xfrm>
                <a:off x="1480164" y="5894910"/>
                <a:ext cx="619200" cy="1500"/>
              </a:xfrm>
              <a:prstGeom prst="straightConnector1">
                <a:avLst/>
              </a:prstGeom>
              <a:noFill/>
              <a:ln w="9525" cap="flat" cmpd="sng">
                <a:solidFill>
                  <a:schemeClr val="dk1"/>
                </a:solidFill>
                <a:prstDash val="solid"/>
                <a:round/>
                <a:headEnd type="none" w="med" len="med"/>
                <a:tailEnd type="stealth" w="med" len="med"/>
              </a:ln>
            </p:spPr>
          </p:cxnSp>
        </p:grpSp>
        <p:sp>
          <p:nvSpPr>
            <p:cNvPr id="1248" name="Google Shape;1248;p37"/>
            <p:cNvSpPr/>
            <p:nvPr/>
          </p:nvSpPr>
          <p:spPr>
            <a:xfrm>
              <a:off x="7455922" y="3883655"/>
              <a:ext cx="295583" cy="310777"/>
            </a:xfrm>
            <a:prstGeom prst="ellipse">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49" name="Google Shape;1249;p37"/>
            <p:cNvSpPr txBox="1"/>
            <p:nvPr/>
          </p:nvSpPr>
          <p:spPr>
            <a:xfrm rot="5400000">
              <a:off x="7478686" y="3758776"/>
              <a:ext cx="389399" cy="639157"/>
            </a:xfrm>
            <a:prstGeom prst="rect">
              <a:avLst/>
            </a:prstGeom>
            <a:noFill/>
            <a:ln>
              <a:noFill/>
            </a:ln>
          </p:spPr>
          <p:txBody>
            <a:bodyPr spcFirstLastPara="1" wrap="square" lIns="91425" tIns="45700" rIns="91425" bIns="45700" anchor="ctr" anchorCtr="0">
              <a:normAutofit/>
            </a:bodyPr>
            <a:lstStyle/>
            <a:p>
              <a:pPr marL="0" marR="0" lvl="0" indent="0" algn="l" rtl="0">
                <a:lnSpc>
                  <a:spcPct val="100000"/>
                </a:lnSpc>
                <a:spcBef>
                  <a:spcPts val="0"/>
                </a:spcBef>
                <a:spcAft>
                  <a:spcPts val="0"/>
                </a:spcAft>
                <a:buClr>
                  <a:schemeClr val="dk1"/>
                </a:buClr>
                <a:buSzPts val="2400"/>
                <a:buFont typeface="Calibri"/>
                <a:buNone/>
              </a:pPr>
              <a:r>
                <a:rPr lang="es-ES" sz="2400" cap="small">
                  <a:solidFill>
                    <a:schemeClr val="dk1"/>
                  </a:solidFill>
                  <a:latin typeface="Calibri"/>
                  <a:ea typeface="Calibri"/>
                  <a:cs typeface="Calibri"/>
                  <a:sym typeface="Calibri"/>
                </a:rPr>
                <a:t> </a:t>
              </a:r>
              <a:r>
                <a:rPr lang="es-ES" sz="3200" b="1" cap="small">
                  <a:solidFill>
                    <a:schemeClr val="dk1"/>
                  </a:solidFill>
                  <a:latin typeface="Calibri"/>
                  <a:ea typeface="Calibri"/>
                  <a:cs typeface="Calibri"/>
                  <a:sym typeface="Calibri"/>
                </a:rPr>
                <a:t>.</a:t>
              </a:r>
              <a:endParaRPr sz="2400" b="1" i="0" u="none" strike="noStrike" cap="small">
                <a:solidFill>
                  <a:schemeClr val="dk1"/>
                </a:solidFill>
                <a:latin typeface="Calibri"/>
                <a:ea typeface="Calibri"/>
                <a:cs typeface="Calibri"/>
                <a:sym typeface="Calibri"/>
              </a:endParaRPr>
            </a:p>
          </p:txBody>
        </p:sp>
        <p:cxnSp>
          <p:nvCxnSpPr>
            <p:cNvPr id="1250" name="Google Shape;1250;p37"/>
            <p:cNvCxnSpPr/>
            <p:nvPr/>
          </p:nvCxnSpPr>
          <p:spPr>
            <a:xfrm flipH="1">
              <a:off x="7696516" y="3502881"/>
              <a:ext cx="423812" cy="450471"/>
            </a:xfrm>
            <a:prstGeom prst="straightConnector1">
              <a:avLst/>
            </a:prstGeom>
            <a:noFill/>
            <a:ln w="9525" cap="flat" cmpd="sng">
              <a:solidFill>
                <a:schemeClr val="dk1"/>
              </a:solidFill>
              <a:prstDash val="solid"/>
              <a:round/>
              <a:headEnd type="none" w="sm" len="sm"/>
              <a:tailEnd type="triangle" w="med" len="med"/>
            </a:ln>
          </p:spPr>
        </p:cxnSp>
        <p:cxnSp>
          <p:nvCxnSpPr>
            <p:cNvPr id="1251" name="Google Shape;1251;p37"/>
            <p:cNvCxnSpPr>
              <a:stCxn id="1248" idx="1"/>
            </p:cNvCxnSpPr>
            <p:nvPr/>
          </p:nvCxnSpPr>
          <p:spPr>
            <a:xfrm rot="10800000">
              <a:off x="7036909" y="3514267"/>
              <a:ext cx="462300" cy="414900"/>
            </a:xfrm>
            <a:prstGeom prst="straightConnector1">
              <a:avLst/>
            </a:prstGeom>
            <a:noFill/>
            <a:ln w="9525" cap="flat" cmpd="sng">
              <a:solidFill>
                <a:schemeClr val="dk1"/>
              </a:solidFill>
              <a:prstDash val="solid"/>
              <a:round/>
              <a:headEnd type="none" w="sm" len="sm"/>
              <a:tailEnd type="triangle" w="med" len="med"/>
            </a:ln>
          </p:spPr>
        </p:cxnSp>
      </p:grpSp>
      <p:grpSp>
        <p:nvGrpSpPr>
          <p:cNvPr id="1252" name="Google Shape;1252;p37"/>
          <p:cNvGrpSpPr/>
          <p:nvPr/>
        </p:nvGrpSpPr>
        <p:grpSpPr>
          <a:xfrm>
            <a:off x="4778968" y="3328801"/>
            <a:ext cx="1138478" cy="1109467"/>
            <a:chOff x="7036909" y="3163587"/>
            <a:chExt cx="1138478" cy="1109467"/>
          </a:xfrm>
        </p:grpSpPr>
        <p:grpSp>
          <p:nvGrpSpPr>
            <p:cNvPr id="1253" name="Google Shape;1253;p37"/>
            <p:cNvGrpSpPr/>
            <p:nvPr/>
          </p:nvGrpSpPr>
          <p:grpSpPr>
            <a:xfrm>
              <a:off x="7041889" y="3163587"/>
              <a:ext cx="1133498" cy="528403"/>
              <a:chOff x="443571" y="5463111"/>
              <a:chExt cx="1655794" cy="792163"/>
            </a:xfrm>
          </p:grpSpPr>
          <p:sp>
            <p:nvSpPr>
              <p:cNvPr id="1254" name="Google Shape;1254;p37"/>
              <p:cNvSpPr/>
              <p:nvPr/>
            </p:nvSpPr>
            <p:spPr>
              <a:xfrm>
                <a:off x="1048382" y="5679010"/>
                <a:ext cx="431782" cy="431800"/>
              </a:xfrm>
              <a:prstGeom prst="ellipse">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cxnSp>
            <p:nvCxnSpPr>
              <p:cNvPr id="1255" name="Google Shape;1255;p37"/>
              <p:cNvCxnSpPr/>
              <p:nvPr/>
            </p:nvCxnSpPr>
            <p:spPr>
              <a:xfrm rot="5400000">
                <a:off x="47489" y="5859192"/>
                <a:ext cx="792163" cy="0"/>
              </a:xfrm>
              <a:prstGeom prst="straightConnector1">
                <a:avLst/>
              </a:prstGeom>
              <a:noFill/>
              <a:ln w="25400" cap="flat" cmpd="sng">
                <a:solidFill>
                  <a:schemeClr val="dk1"/>
                </a:solidFill>
                <a:prstDash val="solid"/>
                <a:round/>
                <a:headEnd type="none" w="med" len="med"/>
                <a:tailEnd type="none" w="med" len="med"/>
              </a:ln>
            </p:spPr>
          </p:cxnSp>
          <p:cxnSp>
            <p:nvCxnSpPr>
              <p:cNvPr id="1256" name="Google Shape;1256;p37"/>
              <p:cNvCxnSpPr/>
              <p:nvPr/>
            </p:nvCxnSpPr>
            <p:spPr>
              <a:xfrm rot="5400000">
                <a:off x="1703181" y="5859192"/>
                <a:ext cx="792163" cy="0"/>
              </a:xfrm>
              <a:prstGeom prst="straightConnector1">
                <a:avLst/>
              </a:prstGeom>
              <a:noFill/>
              <a:ln w="25400" cap="flat" cmpd="sng">
                <a:solidFill>
                  <a:schemeClr val="dk1"/>
                </a:solidFill>
                <a:prstDash val="solid"/>
                <a:round/>
                <a:headEnd type="none" w="med" len="med"/>
                <a:tailEnd type="none" w="med" len="med"/>
              </a:ln>
            </p:spPr>
          </p:cxnSp>
          <p:cxnSp>
            <p:nvCxnSpPr>
              <p:cNvPr id="1257" name="Google Shape;1257;p37"/>
              <p:cNvCxnSpPr>
                <a:endCxn id="1254" idx="2"/>
              </p:cNvCxnSpPr>
              <p:nvPr/>
            </p:nvCxnSpPr>
            <p:spPr>
              <a:xfrm>
                <a:off x="443582" y="5893410"/>
                <a:ext cx="604800" cy="1500"/>
              </a:xfrm>
              <a:prstGeom prst="straightConnector1">
                <a:avLst/>
              </a:prstGeom>
              <a:noFill/>
              <a:ln w="9525" cap="flat" cmpd="sng">
                <a:solidFill>
                  <a:schemeClr val="dk1"/>
                </a:solidFill>
                <a:prstDash val="solid"/>
                <a:round/>
                <a:headEnd type="none" w="med" len="med"/>
                <a:tailEnd type="stealth" w="med" len="med"/>
              </a:ln>
            </p:spPr>
          </p:cxnSp>
          <p:cxnSp>
            <p:nvCxnSpPr>
              <p:cNvPr id="1258" name="Google Shape;1258;p37"/>
              <p:cNvCxnSpPr>
                <a:stCxn id="1254" idx="6"/>
              </p:cNvCxnSpPr>
              <p:nvPr/>
            </p:nvCxnSpPr>
            <p:spPr>
              <a:xfrm>
                <a:off x="1480164" y="5894910"/>
                <a:ext cx="619200" cy="1500"/>
              </a:xfrm>
              <a:prstGeom prst="straightConnector1">
                <a:avLst/>
              </a:prstGeom>
              <a:noFill/>
              <a:ln w="9525" cap="flat" cmpd="sng">
                <a:solidFill>
                  <a:schemeClr val="dk1"/>
                </a:solidFill>
                <a:prstDash val="solid"/>
                <a:round/>
                <a:headEnd type="none" w="med" len="med"/>
                <a:tailEnd type="stealth" w="med" len="med"/>
              </a:ln>
            </p:spPr>
          </p:cxnSp>
        </p:grpSp>
        <p:sp>
          <p:nvSpPr>
            <p:cNvPr id="1259" name="Google Shape;1259;p37"/>
            <p:cNvSpPr/>
            <p:nvPr/>
          </p:nvSpPr>
          <p:spPr>
            <a:xfrm>
              <a:off x="7455922" y="3883655"/>
              <a:ext cx="295583" cy="310777"/>
            </a:xfrm>
            <a:prstGeom prst="ellipse">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60" name="Google Shape;1260;p37"/>
            <p:cNvSpPr txBox="1"/>
            <p:nvPr/>
          </p:nvSpPr>
          <p:spPr>
            <a:xfrm rot="5400000">
              <a:off x="7478686" y="3758776"/>
              <a:ext cx="389399" cy="639157"/>
            </a:xfrm>
            <a:prstGeom prst="rect">
              <a:avLst/>
            </a:prstGeom>
            <a:noFill/>
            <a:ln>
              <a:noFill/>
            </a:ln>
          </p:spPr>
          <p:txBody>
            <a:bodyPr spcFirstLastPara="1" wrap="square" lIns="91425" tIns="45700" rIns="91425" bIns="45700" anchor="ctr" anchorCtr="0">
              <a:normAutofit/>
            </a:bodyPr>
            <a:lstStyle/>
            <a:p>
              <a:pPr marL="0" marR="0" lvl="0" indent="0" algn="l" rtl="0">
                <a:lnSpc>
                  <a:spcPct val="100000"/>
                </a:lnSpc>
                <a:spcBef>
                  <a:spcPts val="0"/>
                </a:spcBef>
                <a:spcAft>
                  <a:spcPts val="0"/>
                </a:spcAft>
                <a:buClr>
                  <a:schemeClr val="dk1"/>
                </a:buClr>
                <a:buSzPts val="2400"/>
                <a:buFont typeface="Calibri"/>
                <a:buNone/>
              </a:pPr>
              <a:r>
                <a:rPr lang="es-ES" sz="2400" cap="small">
                  <a:solidFill>
                    <a:schemeClr val="dk1"/>
                  </a:solidFill>
                  <a:latin typeface="Calibri"/>
                  <a:ea typeface="Calibri"/>
                  <a:cs typeface="Calibri"/>
                  <a:sym typeface="Calibri"/>
                </a:rPr>
                <a:t> </a:t>
              </a:r>
              <a:r>
                <a:rPr lang="es-ES" sz="3200" b="1" cap="small">
                  <a:solidFill>
                    <a:schemeClr val="dk1"/>
                  </a:solidFill>
                  <a:latin typeface="Calibri"/>
                  <a:ea typeface="Calibri"/>
                  <a:cs typeface="Calibri"/>
                  <a:sym typeface="Calibri"/>
                </a:rPr>
                <a:t>.</a:t>
              </a:r>
              <a:endParaRPr sz="2400" b="1" i="0" u="none" strike="noStrike" cap="small">
                <a:solidFill>
                  <a:schemeClr val="dk1"/>
                </a:solidFill>
                <a:latin typeface="Calibri"/>
                <a:ea typeface="Calibri"/>
                <a:cs typeface="Calibri"/>
                <a:sym typeface="Calibri"/>
              </a:endParaRPr>
            </a:p>
          </p:txBody>
        </p:sp>
        <p:cxnSp>
          <p:nvCxnSpPr>
            <p:cNvPr id="1261" name="Google Shape;1261;p37"/>
            <p:cNvCxnSpPr/>
            <p:nvPr/>
          </p:nvCxnSpPr>
          <p:spPr>
            <a:xfrm flipH="1">
              <a:off x="7696516" y="3502881"/>
              <a:ext cx="423812" cy="450471"/>
            </a:xfrm>
            <a:prstGeom prst="straightConnector1">
              <a:avLst/>
            </a:prstGeom>
            <a:noFill/>
            <a:ln w="9525" cap="flat" cmpd="sng">
              <a:solidFill>
                <a:schemeClr val="dk1"/>
              </a:solidFill>
              <a:prstDash val="solid"/>
              <a:round/>
              <a:headEnd type="none" w="sm" len="sm"/>
              <a:tailEnd type="triangle" w="med" len="med"/>
            </a:ln>
          </p:spPr>
        </p:cxnSp>
        <p:cxnSp>
          <p:nvCxnSpPr>
            <p:cNvPr id="1262" name="Google Shape;1262;p37"/>
            <p:cNvCxnSpPr>
              <a:stCxn id="1259" idx="1"/>
            </p:cNvCxnSpPr>
            <p:nvPr/>
          </p:nvCxnSpPr>
          <p:spPr>
            <a:xfrm rot="10800000">
              <a:off x="7036909" y="3514267"/>
              <a:ext cx="462300" cy="414900"/>
            </a:xfrm>
            <a:prstGeom prst="straightConnector1">
              <a:avLst/>
            </a:prstGeom>
            <a:noFill/>
            <a:ln w="9525" cap="flat" cmpd="sng">
              <a:solidFill>
                <a:schemeClr val="dk1"/>
              </a:solidFill>
              <a:prstDash val="solid"/>
              <a:round/>
              <a:headEnd type="none" w="sm" len="sm"/>
              <a:tailEnd type="triangle" w="med" len="med"/>
            </a:ln>
          </p:spPr>
        </p:cxnSp>
      </p:grpSp>
      <p:grpSp>
        <p:nvGrpSpPr>
          <p:cNvPr id="1263" name="Google Shape;1263;p37"/>
          <p:cNvGrpSpPr/>
          <p:nvPr/>
        </p:nvGrpSpPr>
        <p:grpSpPr>
          <a:xfrm>
            <a:off x="4626454" y="4633664"/>
            <a:ext cx="1138478" cy="1109467"/>
            <a:chOff x="7036909" y="3163587"/>
            <a:chExt cx="1138478" cy="1109467"/>
          </a:xfrm>
        </p:grpSpPr>
        <p:grpSp>
          <p:nvGrpSpPr>
            <p:cNvPr id="1264" name="Google Shape;1264;p37"/>
            <p:cNvGrpSpPr/>
            <p:nvPr/>
          </p:nvGrpSpPr>
          <p:grpSpPr>
            <a:xfrm>
              <a:off x="7041889" y="3163587"/>
              <a:ext cx="1133498" cy="528403"/>
              <a:chOff x="443571" y="5463111"/>
              <a:chExt cx="1655794" cy="792163"/>
            </a:xfrm>
          </p:grpSpPr>
          <p:sp>
            <p:nvSpPr>
              <p:cNvPr id="1265" name="Google Shape;1265;p37"/>
              <p:cNvSpPr/>
              <p:nvPr/>
            </p:nvSpPr>
            <p:spPr>
              <a:xfrm>
                <a:off x="1048382" y="5679010"/>
                <a:ext cx="431782" cy="431800"/>
              </a:xfrm>
              <a:prstGeom prst="ellipse">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cxnSp>
            <p:nvCxnSpPr>
              <p:cNvPr id="1266" name="Google Shape;1266;p37"/>
              <p:cNvCxnSpPr/>
              <p:nvPr/>
            </p:nvCxnSpPr>
            <p:spPr>
              <a:xfrm rot="5400000">
                <a:off x="47489" y="5859192"/>
                <a:ext cx="792163" cy="0"/>
              </a:xfrm>
              <a:prstGeom prst="straightConnector1">
                <a:avLst/>
              </a:prstGeom>
              <a:noFill/>
              <a:ln w="25400" cap="flat" cmpd="sng">
                <a:solidFill>
                  <a:schemeClr val="dk1"/>
                </a:solidFill>
                <a:prstDash val="solid"/>
                <a:round/>
                <a:headEnd type="none" w="med" len="med"/>
                <a:tailEnd type="none" w="med" len="med"/>
              </a:ln>
            </p:spPr>
          </p:cxnSp>
          <p:cxnSp>
            <p:nvCxnSpPr>
              <p:cNvPr id="1267" name="Google Shape;1267;p37"/>
              <p:cNvCxnSpPr/>
              <p:nvPr/>
            </p:nvCxnSpPr>
            <p:spPr>
              <a:xfrm rot="5400000">
                <a:off x="1703181" y="5859192"/>
                <a:ext cx="792163" cy="0"/>
              </a:xfrm>
              <a:prstGeom prst="straightConnector1">
                <a:avLst/>
              </a:prstGeom>
              <a:noFill/>
              <a:ln w="25400" cap="flat" cmpd="sng">
                <a:solidFill>
                  <a:schemeClr val="dk1"/>
                </a:solidFill>
                <a:prstDash val="solid"/>
                <a:round/>
                <a:headEnd type="none" w="med" len="med"/>
                <a:tailEnd type="none" w="med" len="med"/>
              </a:ln>
            </p:spPr>
          </p:cxnSp>
          <p:cxnSp>
            <p:nvCxnSpPr>
              <p:cNvPr id="1268" name="Google Shape;1268;p37"/>
              <p:cNvCxnSpPr>
                <a:endCxn id="1265" idx="2"/>
              </p:cNvCxnSpPr>
              <p:nvPr/>
            </p:nvCxnSpPr>
            <p:spPr>
              <a:xfrm>
                <a:off x="443582" y="5893410"/>
                <a:ext cx="604800" cy="1500"/>
              </a:xfrm>
              <a:prstGeom prst="straightConnector1">
                <a:avLst/>
              </a:prstGeom>
              <a:noFill/>
              <a:ln w="9525" cap="flat" cmpd="sng">
                <a:solidFill>
                  <a:schemeClr val="dk1"/>
                </a:solidFill>
                <a:prstDash val="solid"/>
                <a:round/>
                <a:headEnd type="none" w="med" len="med"/>
                <a:tailEnd type="stealth" w="med" len="med"/>
              </a:ln>
            </p:spPr>
          </p:cxnSp>
          <p:cxnSp>
            <p:nvCxnSpPr>
              <p:cNvPr id="1269" name="Google Shape;1269;p37"/>
              <p:cNvCxnSpPr>
                <a:stCxn id="1265" idx="6"/>
              </p:cNvCxnSpPr>
              <p:nvPr/>
            </p:nvCxnSpPr>
            <p:spPr>
              <a:xfrm>
                <a:off x="1480164" y="5894910"/>
                <a:ext cx="619200" cy="1500"/>
              </a:xfrm>
              <a:prstGeom prst="straightConnector1">
                <a:avLst/>
              </a:prstGeom>
              <a:noFill/>
              <a:ln w="9525" cap="flat" cmpd="sng">
                <a:solidFill>
                  <a:schemeClr val="dk1"/>
                </a:solidFill>
                <a:prstDash val="solid"/>
                <a:round/>
                <a:headEnd type="none" w="med" len="med"/>
                <a:tailEnd type="stealth" w="med" len="med"/>
              </a:ln>
            </p:spPr>
          </p:cxnSp>
        </p:grpSp>
        <p:sp>
          <p:nvSpPr>
            <p:cNvPr id="1270" name="Google Shape;1270;p37"/>
            <p:cNvSpPr/>
            <p:nvPr/>
          </p:nvSpPr>
          <p:spPr>
            <a:xfrm>
              <a:off x="7455922" y="3883655"/>
              <a:ext cx="295583" cy="310777"/>
            </a:xfrm>
            <a:prstGeom prst="ellipse">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71" name="Google Shape;1271;p37"/>
            <p:cNvSpPr txBox="1"/>
            <p:nvPr/>
          </p:nvSpPr>
          <p:spPr>
            <a:xfrm rot="5400000">
              <a:off x="7478686" y="3758776"/>
              <a:ext cx="389399" cy="639157"/>
            </a:xfrm>
            <a:prstGeom prst="rect">
              <a:avLst/>
            </a:prstGeom>
            <a:noFill/>
            <a:ln>
              <a:noFill/>
            </a:ln>
          </p:spPr>
          <p:txBody>
            <a:bodyPr spcFirstLastPara="1" wrap="square" lIns="91425" tIns="45700" rIns="91425" bIns="45700" anchor="ctr" anchorCtr="0">
              <a:normAutofit/>
            </a:bodyPr>
            <a:lstStyle/>
            <a:p>
              <a:pPr marL="0" marR="0" lvl="0" indent="0" algn="l" rtl="0">
                <a:lnSpc>
                  <a:spcPct val="100000"/>
                </a:lnSpc>
                <a:spcBef>
                  <a:spcPts val="0"/>
                </a:spcBef>
                <a:spcAft>
                  <a:spcPts val="0"/>
                </a:spcAft>
                <a:buClr>
                  <a:schemeClr val="dk1"/>
                </a:buClr>
                <a:buSzPts val="2400"/>
                <a:buFont typeface="Calibri"/>
                <a:buNone/>
              </a:pPr>
              <a:r>
                <a:rPr lang="es-ES" sz="2400" cap="small">
                  <a:solidFill>
                    <a:schemeClr val="dk1"/>
                  </a:solidFill>
                  <a:latin typeface="Calibri"/>
                  <a:ea typeface="Calibri"/>
                  <a:cs typeface="Calibri"/>
                  <a:sym typeface="Calibri"/>
                </a:rPr>
                <a:t> </a:t>
              </a:r>
              <a:r>
                <a:rPr lang="es-ES" sz="3200" b="1" cap="small">
                  <a:solidFill>
                    <a:schemeClr val="dk1"/>
                  </a:solidFill>
                  <a:latin typeface="Calibri"/>
                  <a:ea typeface="Calibri"/>
                  <a:cs typeface="Calibri"/>
                  <a:sym typeface="Calibri"/>
                </a:rPr>
                <a:t>.</a:t>
              </a:r>
              <a:endParaRPr sz="2400" b="1" i="0" u="none" strike="noStrike" cap="small">
                <a:solidFill>
                  <a:schemeClr val="dk1"/>
                </a:solidFill>
                <a:latin typeface="Calibri"/>
                <a:ea typeface="Calibri"/>
                <a:cs typeface="Calibri"/>
                <a:sym typeface="Calibri"/>
              </a:endParaRPr>
            </a:p>
          </p:txBody>
        </p:sp>
        <p:cxnSp>
          <p:nvCxnSpPr>
            <p:cNvPr id="1272" name="Google Shape;1272;p37"/>
            <p:cNvCxnSpPr/>
            <p:nvPr/>
          </p:nvCxnSpPr>
          <p:spPr>
            <a:xfrm flipH="1">
              <a:off x="7696516" y="3502881"/>
              <a:ext cx="423812" cy="450471"/>
            </a:xfrm>
            <a:prstGeom prst="straightConnector1">
              <a:avLst/>
            </a:prstGeom>
            <a:noFill/>
            <a:ln w="9525" cap="flat" cmpd="sng">
              <a:solidFill>
                <a:schemeClr val="dk1"/>
              </a:solidFill>
              <a:prstDash val="solid"/>
              <a:round/>
              <a:headEnd type="none" w="sm" len="sm"/>
              <a:tailEnd type="triangle" w="med" len="med"/>
            </a:ln>
          </p:spPr>
        </p:cxnSp>
        <p:cxnSp>
          <p:nvCxnSpPr>
            <p:cNvPr id="1273" name="Google Shape;1273;p37"/>
            <p:cNvCxnSpPr>
              <a:stCxn id="1270" idx="1"/>
            </p:cNvCxnSpPr>
            <p:nvPr/>
          </p:nvCxnSpPr>
          <p:spPr>
            <a:xfrm rot="10800000">
              <a:off x="7036909" y="3514267"/>
              <a:ext cx="462300" cy="414900"/>
            </a:xfrm>
            <a:prstGeom prst="straightConnector1">
              <a:avLst/>
            </a:prstGeom>
            <a:noFill/>
            <a:ln w="9525" cap="flat" cmpd="sng">
              <a:solidFill>
                <a:schemeClr val="dk1"/>
              </a:solidFill>
              <a:prstDash val="solid"/>
              <a:round/>
              <a:headEnd type="none" w="sm" len="sm"/>
              <a:tailEnd type="triangle" w="med" len="med"/>
            </a:ln>
          </p:spPr>
        </p:cxnSp>
      </p:grpSp>
      <p:grpSp>
        <p:nvGrpSpPr>
          <p:cNvPr id="1274" name="Google Shape;1274;p37"/>
          <p:cNvGrpSpPr/>
          <p:nvPr/>
        </p:nvGrpSpPr>
        <p:grpSpPr>
          <a:xfrm>
            <a:off x="9186692" y="2341190"/>
            <a:ext cx="1138478" cy="1109467"/>
            <a:chOff x="7036909" y="3163587"/>
            <a:chExt cx="1138478" cy="1109467"/>
          </a:xfrm>
        </p:grpSpPr>
        <p:grpSp>
          <p:nvGrpSpPr>
            <p:cNvPr id="1275" name="Google Shape;1275;p37"/>
            <p:cNvGrpSpPr/>
            <p:nvPr/>
          </p:nvGrpSpPr>
          <p:grpSpPr>
            <a:xfrm>
              <a:off x="7041889" y="3163587"/>
              <a:ext cx="1133498" cy="528403"/>
              <a:chOff x="443571" y="5463111"/>
              <a:chExt cx="1655794" cy="792163"/>
            </a:xfrm>
          </p:grpSpPr>
          <p:sp>
            <p:nvSpPr>
              <p:cNvPr id="1276" name="Google Shape;1276;p37"/>
              <p:cNvSpPr/>
              <p:nvPr/>
            </p:nvSpPr>
            <p:spPr>
              <a:xfrm>
                <a:off x="1048382" y="5679010"/>
                <a:ext cx="431782" cy="431800"/>
              </a:xfrm>
              <a:prstGeom prst="ellipse">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cxnSp>
            <p:nvCxnSpPr>
              <p:cNvPr id="1277" name="Google Shape;1277;p37"/>
              <p:cNvCxnSpPr/>
              <p:nvPr/>
            </p:nvCxnSpPr>
            <p:spPr>
              <a:xfrm rot="5400000">
                <a:off x="47489" y="5859192"/>
                <a:ext cx="792163" cy="0"/>
              </a:xfrm>
              <a:prstGeom prst="straightConnector1">
                <a:avLst/>
              </a:prstGeom>
              <a:noFill/>
              <a:ln w="25400" cap="flat" cmpd="sng">
                <a:solidFill>
                  <a:schemeClr val="dk1"/>
                </a:solidFill>
                <a:prstDash val="solid"/>
                <a:round/>
                <a:headEnd type="none" w="med" len="med"/>
                <a:tailEnd type="none" w="med" len="med"/>
              </a:ln>
            </p:spPr>
          </p:cxnSp>
          <p:cxnSp>
            <p:nvCxnSpPr>
              <p:cNvPr id="1278" name="Google Shape;1278;p37"/>
              <p:cNvCxnSpPr/>
              <p:nvPr/>
            </p:nvCxnSpPr>
            <p:spPr>
              <a:xfrm rot="5400000">
                <a:off x="1703181" y="5859192"/>
                <a:ext cx="792163" cy="0"/>
              </a:xfrm>
              <a:prstGeom prst="straightConnector1">
                <a:avLst/>
              </a:prstGeom>
              <a:noFill/>
              <a:ln w="25400" cap="flat" cmpd="sng">
                <a:solidFill>
                  <a:schemeClr val="dk1"/>
                </a:solidFill>
                <a:prstDash val="solid"/>
                <a:round/>
                <a:headEnd type="none" w="med" len="med"/>
                <a:tailEnd type="none" w="med" len="med"/>
              </a:ln>
            </p:spPr>
          </p:cxnSp>
          <p:cxnSp>
            <p:nvCxnSpPr>
              <p:cNvPr id="1279" name="Google Shape;1279;p37"/>
              <p:cNvCxnSpPr>
                <a:endCxn id="1276" idx="2"/>
              </p:cNvCxnSpPr>
              <p:nvPr/>
            </p:nvCxnSpPr>
            <p:spPr>
              <a:xfrm>
                <a:off x="443582" y="5893410"/>
                <a:ext cx="604800" cy="1500"/>
              </a:xfrm>
              <a:prstGeom prst="straightConnector1">
                <a:avLst/>
              </a:prstGeom>
              <a:noFill/>
              <a:ln w="9525" cap="flat" cmpd="sng">
                <a:solidFill>
                  <a:schemeClr val="dk1"/>
                </a:solidFill>
                <a:prstDash val="solid"/>
                <a:round/>
                <a:headEnd type="none" w="med" len="med"/>
                <a:tailEnd type="stealth" w="med" len="med"/>
              </a:ln>
            </p:spPr>
          </p:cxnSp>
          <p:cxnSp>
            <p:nvCxnSpPr>
              <p:cNvPr id="1280" name="Google Shape;1280;p37"/>
              <p:cNvCxnSpPr>
                <a:stCxn id="1276" idx="6"/>
              </p:cNvCxnSpPr>
              <p:nvPr/>
            </p:nvCxnSpPr>
            <p:spPr>
              <a:xfrm>
                <a:off x="1480164" y="5894910"/>
                <a:ext cx="619200" cy="1500"/>
              </a:xfrm>
              <a:prstGeom prst="straightConnector1">
                <a:avLst/>
              </a:prstGeom>
              <a:noFill/>
              <a:ln w="9525" cap="flat" cmpd="sng">
                <a:solidFill>
                  <a:schemeClr val="dk1"/>
                </a:solidFill>
                <a:prstDash val="solid"/>
                <a:round/>
                <a:headEnd type="none" w="med" len="med"/>
                <a:tailEnd type="stealth" w="med" len="med"/>
              </a:ln>
            </p:spPr>
          </p:cxnSp>
        </p:grpSp>
        <p:sp>
          <p:nvSpPr>
            <p:cNvPr id="1281" name="Google Shape;1281;p37"/>
            <p:cNvSpPr/>
            <p:nvPr/>
          </p:nvSpPr>
          <p:spPr>
            <a:xfrm>
              <a:off x="7455922" y="3883655"/>
              <a:ext cx="295583" cy="310777"/>
            </a:xfrm>
            <a:prstGeom prst="ellipse">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82" name="Google Shape;1282;p37"/>
            <p:cNvSpPr txBox="1"/>
            <p:nvPr/>
          </p:nvSpPr>
          <p:spPr>
            <a:xfrm rot="5400000">
              <a:off x="7478686" y="3758776"/>
              <a:ext cx="389399" cy="639157"/>
            </a:xfrm>
            <a:prstGeom prst="rect">
              <a:avLst/>
            </a:prstGeom>
            <a:noFill/>
            <a:ln>
              <a:noFill/>
            </a:ln>
          </p:spPr>
          <p:txBody>
            <a:bodyPr spcFirstLastPara="1" wrap="square" lIns="91425" tIns="45700" rIns="91425" bIns="45700" anchor="ctr" anchorCtr="0">
              <a:normAutofit/>
            </a:bodyPr>
            <a:lstStyle/>
            <a:p>
              <a:pPr marL="0" marR="0" lvl="0" indent="0" algn="l" rtl="0">
                <a:lnSpc>
                  <a:spcPct val="100000"/>
                </a:lnSpc>
                <a:spcBef>
                  <a:spcPts val="0"/>
                </a:spcBef>
                <a:spcAft>
                  <a:spcPts val="0"/>
                </a:spcAft>
                <a:buClr>
                  <a:schemeClr val="dk1"/>
                </a:buClr>
                <a:buSzPts val="2400"/>
                <a:buFont typeface="Calibri"/>
                <a:buNone/>
              </a:pPr>
              <a:r>
                <a:rPr lang="es-ES" sz="2400" cap="small">
                  <a:solidFill>
                    <a:schemeClr val="dk1"/>
                  </a:solidFill>
                  <a:latin typeface="Calibri"/>
                  <a:ea typeface="Calibri"/>
                  <a:cs typeface="Calibri"/>
                  <a:sym typeface="Calibri"/>
                </a:rPr>
                <a:t> </a:t>
              </a:r>
              <a:r>
                <a:rPr lang="es-ES" sz="3200" b="1" cap="small">
                  <a:solidFill>
                    <a:schemeClr val="dk1"/>
                  </a:solidFill>
                  <a:latin typeface="Calibri"/>
                  <a:ea typeface="Calibri"/>
                  <a:cs typeface="Calibri"/>
                  <a:sym typeface="Calibri"/>
                </a:rPr>
                <a:t>.</a:t>
              </a:r>
              <a:endParaRPr sz="2400" b="1" i="0" u="none" strike="noStrike" cap="small">
                <a:solidFill>
                  <a:schemeClr val="dk1"/>
                </a:solidFill>
                <a:latin typeface="Calibri"/>
                <a:ea typeface="Calibri"/>
                <a:cs typeface="Calibri"/>
                <a:sym typeface="Calibri"/>
              </a:endParaRPr>
            </a:p>
          </p:txBody>
        </p:sp>
        <p:cxnSp>
          <p:nvCxnSpPr>
            <p:cNvPr id="1283" name="Google Shape;1283;p37"/>
            <p:cNvCxnSpPr/>
            <p:nvPr/>
          </p:nvCxnSpPr>
          <p:spPr>
            <a:xfrm flipH="1">
              <a:off x="7696516" y="3502881"/>
              <a:ext cx="423812" cy="450471"/>
            </a:xfrm>
            <a:prstGeom prst="straightConnector1">
              <a:avLst/>
            </a:prstGeom>
            <a:noFill/>
            <a:ln w="9525" cap="flat" cmpd="sng">
              <a:solidFill>
                <a:schemeClr val="dk1"/>
              </a:solidFill>
              <a:prstDash val="solid"/>
              <a:round/>
              <a:headEnd type="none" w="sm" len="sm"/>
              <a:tailEnd type="triangle" w="med" len="med"/>
            </a:ln>
          </p:spPr>
        </p:cxnSp>
        <p:cxnSp>
          <p:nvCxnSpPr>
            <p:cNvPr id="1284" name="Google Shape;1284;p37"/>
            <p:cNvCxnSpPr>
              <a:stCxn id="1281" idx="1"/>
            </p:cNvCxnSpPr>
            <p:nvPr/>
          </p:nvCxnSpPr>
          <p:spPr>
            <a:xfrm rot="10800000">
              <a:off x="7036909" y="3514267"/>
              <a:ext cx="462300" cy="414900"/>
            </a:xfrm>
            <a:prstGeom prst="straightConnector1">
              <a:avLst/>
            </a:prstGeom>
            <a:noFill/>
            <a:ln w="9525" cap="flat" cmpd="sng">
              <a:solidFill>
                <a:schemeClr val="dk1"/>
              </a:solidFill>
              <a:prstDash val="solid"/>
              <a:round/>
              <a:headEnd type="none" w="sm" len="sm"/>
              <a:tailEnd type="triangle" w="med" len="med"/>
            </a:ln>
          </p:spPr>
        </p:cxnSp>
      </p:grpSp>
      <p:grpSp>
        <p:nvGrpSpPr>
          <p:cNvPr id="1285" name="Google Shape;1285;p37"/>
          <p:cNvGrpSpPr/>
          <p:nvPr/>
        </p:nvGrpSpPr>
        <p:grpSpPr>
          <a:xfrm>
            <a:off x="9185863" y="3745244"/>
            <a:ext cx="1138478" cy="1109467"/>
            <a:chOff x="7036909" y="3163587"/>
            <a:chExt cx="1138478" cy="1109467"/>
          </a:xfrm>
        </p:grpSpPr>
        <p:grpSp>
          <p:nvGrpSpPr>
            <p:cNvPr id="1286" name="Google Shape;1286;p37"/>
            <p:cNvGrpSpPr/>
            <p:nvPr/>
          </p:nvGrpSpPr>
          <p:grpSpPr>
            <a:xfrm>
              <a:off x="7041889" y="3163587"/>
              <a:ext cx="1133498" cy="528403"/>
              <a:chOff x="443571" y="5463111"/>
              <a:chExt cx="1655794" cy="792163"/>
            </a:xfrm>
          </p:grpSpPr>
          <p:sp>
            <p:nvSpPr>
              <p:cNvPr id="1287" name="Google Shape;1287;p37"/>
              <p:cNvSpPr/>
              <p:nvPr/>
            </p:nvSpPr>
            <p:spPr>
              <a:xfrm>
                <a:off x="1048382" y="5679010"/>
                <a:ext cx="431782" cy="431800"/>
              </a:xfrm>
              <a:prstGeom prst="ellipse">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cxnSp>
            <p:nvCxnSpPr>
              <p:cNvPr id="1288" name="Google Shape;1288;p37"/>
              <p:cNvCxnSpPr/>
              <p:nvPr/>
            </p:nvCxnSpPr>
            <p:spPr>
              <a:xfrm rot="5400000">
                <a:off x="47489" y="5859192"/>
                <a:ext cx="792163" cy="0"/>
              </a:xfrm>
              <a:prstGeom prst="straightConnector1">
                <a:avLst/>
              </a:prstGeom>
              <a:noFill/>
              <a:ln w="25400" cap="flat" cmpd="sng">
                <a:solidFill>
                  <a:schemeClr val="dk1"/>
                </a:solidFill>
                <a:prstDash val="solid"/>
                <a:round/>
                <a:headEnd type="none" w="med" len="med"/>
                <a:tailEnd type="none" w="med" len="med"/>
              </a:ln>
            </p:spPr>
          </p:cxnSp>
          <p:cxnSp>
            <p:nvCxnSpPr>
              <p:cNvPr id="1289" name="Google Shape;1289;p37"/>
              <p:cNvCxnSpPr/>
              <p:nvPr/>
            </p:nvCxnSpPr>
            <p:spPr>
              <a:xfrm rot="5400000">
                <a:off x="1703181" y="5859192"/>
                <a:ext cx="792163" cy="0"/>
              </a:xfrm>
              <a:prstGeom prst="straightConnector1">
                <a:avLst/>
              </a:prstGeom>
              <a:noFill/>
              <a:ln w="25400" cap="flat" cmpd="sng">
                <a:solidFill>
                  <a:schemeClr val="dk1"/>
                </a:solidFill>
                <a:prstDash val="solid"/>
                <a:round/>
                <a:headEnd type="none" w="med" len="med"/>
                <a:tailEnd type="none" w="med" len="med"/>
              </a:ln>
            </p:spPr>
          </p:cxnSp>
          <p:cxnSp>
            <p:nvCxnSpPr>
              <p:cNvPr id="1290" name="Google Shape;1290;p37"/>
              <p:cNvCxnSpPr>
                <a:endCxn id="1287" idx="2"/>
              </p:cNvCxnSpPr>
              <p:nvPr/>
            </p:nvCxnSpPr>
            <p:spPr>
              <a:xfrm>
                <a:off x="443582" y="5893410"/>
                <a:ext cx="604800" cy="1500"/>
              </a:xfrm>
              <a:prstGeom prst="straightConnector1">
                <a:avLst/>
              </a:prstGeom>
              <a:noFill/>
              <a:ln w="9525" cap="flat" cmpd="sng">
                <a:solidFill>
                  <a:schemeClr val="dk1"/>
                </a:solidFill>
                <a:prstDash val="solid"/>
                <a:round/>
                <a:headEnd type="none" w="med" len="med"/>
                <a:tailEnd type="stealth" w="med" len="med"/>
              </a:ln>
            </p:spPr>
          </p:cxnSp>
          <p:cxnSp>
            <p:nvCxnSpPr>
              <p:cNvPr id="1291" name="Google Shape;1291;p37"/>
              <p:cNvCxnSpPr>
                <a:stCxn id="1287" idx="6"/>
              </p:cNvCxnSpPr>
              <p:nvPr/>
            </p:nvCxnSpPr>
            <p:spPr>
              <a:xfrm>
                <a:off x="1480164" y="5894910"/>
                <a:ext cx="619200" cy="1500"/>
              </a:xfrm>
              <a:prstGeom prst="straightConnector1">
                <a:avLst/>
              </a:prstGeom>
              <a:noFill/>
              <a:ln w="9525" cap="flat" cmpd="sng">
                <a:solidFill>
                  <a:schemeClr val="dk1"/>
                </a:solidFill>
                <a:prstDash val="solid"/>
                <a:round/>
                <a:headEnd type="none" w="med" len="med"/>
                <a:tailEnd type="stealth" w="med" len="med"/>
              </a:ln>
            </p:spPr>
          </p:cxnSp>
        </p:grpSp>
        <p:sp>
          <p:nvSpPr>
            <p:cNvPr id="1292" name="Google Shape;1292;p37"/>
            <p:cNvSpPr/>
            <p:nvPr/>
          </p:nvSpPr>
          <p:spPr>
            <a:xfrm>
              <a:off x="7455922" y="3883655"/>
              <a:ext cx="295583" cy="310777"/>
            </a:xfrm>
            <a:prstGeom prst="ellipse">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93" name="Google Shape;1293;p37"/>
            <p:cNvSpPr txBox="1"/>
            <p:nvPr/>
          </p:nvSpPr>
          <p:spPr>
            <a:xfrm rot="5400000">
              <a:off x="7478686" y="3758776"/>
              <a:ext cx="389399" cy="639157"/>
            </a:xfrm>
            <a:prstGeom prst="rect">
              <a:avLst/>
            </a:prstGeom>
            <a:noFill/>
            <a:ln>
              <a:noFill/>
            </a:ln>
          </p:spPr>
          <p:txBody>
            <a:bodyPr spcFirstLastPara="1" wrap="square" lIns="91425" tIns="45700" rIns="91425" bIns="45700" anchor="ctr" anchorCtr="0">
              <a:normAutofit/>
            </a:bodyPr>
            <a:lstStyle/>
            <a:p>
              <a:pPr marL="0" marR="0" lvl="0" indent="0" algn="l" rtl="0">
                <a:lnSpc>
                  <a:spcPct val="100000"/>
                </a:lnSpc>
                <a:spcBef>
                  <a:spcPts val="0"/>
                </a:spcBef>
                <a:spcAft>
                  <a:spcPts val="0"/>
                </a:spcAft>
                <a:buClr>
                  <a:schemeClr val="dk1"/>
                </a:buClr>
                <a:buSzPts val="2400"/>
                <a:buFont typeface="Calibri"/>
                <a:buNone/>
              </a:pPr>
              <a:r>
                <a:rPr lang="es-ES" sz="2400" cap="small">
                  <a:solidFill>
                    <a:schemeClr val="dk1"/>
                  </a:solidFill>
                  <a:latin typeface="Calibri"/>
                  <a:ea typeface="Calibri"/>
                  <a:cs typeface="Calibri"/>
                  <a:sym typeface="Calibri"/>
                </a:rPr>
                <a:t> </a:t>
              </a:r>
              <a:r>
                <a:rPr lang="es-ES" sz="3200" b="1" cap="small">
                  <a:solidFill>
                    <a:schemeClr val="dk1"/>
                  </a:solidFill>
                  <a:latin typeface="Calibri"/>
                  <a:ea typeface="Calibri"/>
                  <a:cs typeface="Calibri"/>
                  <a:sym typeface="Calibri"/>
                </a:rPr>
                <a:t>.</a:t>
              </a:r>
              <a:endParaRPr sz="2400" b="1" i="0" u="none" strike="noStrike" cap="small">
                <a:solidFill>
                  <a:schemeClr val="dk1"/>
                </a:solidFill>
                <a:latin typeface="Calibri"/>
                <a:ea typeface="Calibri"/>
                <a:cs typeface="Calibri"/>
                <a:sym typeface="Calibri"/>
              </a:endParaRPr>
            </a:p>
          </p:txBody>
        </p:sp>
        <p:cxnSp>
          <p:nvCxnSpPr>
            <p:cNvPr id="1294" name="Google Shape;1294;p37"/>
            <p:cNvCxnSpPr/>
            <p:nvPr/>
          </p:nvCxnSpPr>
          <p:spPr>
            <a:xfrm flipH="1">
              <a:off x="7696516" y="3502881"/>
              <a:ext cx="423812" cy="450471"/>
            </a:xfrm>
            <a:prstGeom prst="straightConnector1">
              <a:avLst/>
            </a:prstGeom>
            <a:noFill/>
            <a:ln w="9525" cap="flat" cmpd="sng">
              <a:solidFill>
                <a:schemeClr val="dk1"/>
              </a:solidFill>
              <a:prstDash val="solid"/>
              <a:round/>
              <a:headEnd type="none" w="sm" len="sm"/>
              <a:tailEnd type="triangle" w="med" len="med"/>
            </a:ln>
          </p:spPr>
        </p:cxnSp>
        <p:cxnSp>
          <p:nvCxnSpPr>
            <p:cNvPr id="1295" name="Google Shape;1295;p37"/>
            <p:cNvCxnSpPr>
              <a:stCxn id="1292" idx="1"/>
            </p:cNvCxnSpPr>
            <p:nvPr/>
          </p:nvCxnSpPr>
          <p:spPr>
            <a:xfrm rot="10800000">
              <a:off x="7036909" y="3514267"/>
              <a:ext cx="462300" cy="414900"/>
            </a:xfrm>
            <a:prstGeom prst="straightConnector1">
              <a:avLst/>
            </a:prstGeom>
            <a:noFill/>
            <a:ln w="9525" cap="flat" cmpd="sng">
              <a:solidFill>
                <a:schemeClr val="dk1"/>
              </a:solidFill>
              <a:prstDash val="solid"/>
              <a:round/>
              <a:headEnd type="none" w="sm" len="sm"/>
              <a:tailEnd type="triangle" w="med" len="med"/>
            </a:ln>
          </p:spPr>
        </p:cxnSp>
      </p:grpSp>
      <p:cxnSp>
        <p:nvCxnSpPr>
          <p:cNvPr id="1296" name="Google Shape;1296;p37"/>
          <p:cNvCxnSpPr>
            <a:endCxn id="1240" idx="2"/>
          </p:cNvCxnSpPr>
          <p:nvPr/>
        </p:nvCxnSpPr>
        <p:spPr>
          <a:xfrm>
            <a:off x="1511517" y="3647572"/>
            <a:ext cx="747900" cy="10200"/>
          </a:xfrm>
          <a:prstGeom prst="straightConnector1">
            <a:avLst/>
          </a:prstGeom>
          <a:noFill/>
          <a:ln w="9525" cap="flat" cmpd="sng">
            <a:solidFill>
              <a:schemeClr val="dk1"/>
            </a:solidFill>
            <a:prstDash val="solid"/>
            <a:round/>
            <a:headEnd type="none" w="med" len="med"/>
            <a:tailEnd type="stealth" w="med" len="med"/>
          </a:ln>
        </p:spPr>
      </p:cxnSp>
      <p:cxnSp>
        <p:nvCxnSpPr>
          <p:cNvPr id="1297" name="Google Shape;1297;p37"/>
          <p:cNvCxnSpPr/>
          <p:nvPr/>
        </p:nvCxnSpPr>
        <p:spPr>
          <a:xfrm rot="10800000" flipH="1">
            <a:off x="2717879" y="2180326"/>
            <a:ext cx="1929236" cy="1342260"/>
          </a:xfrm>
          <a:prstGeom prst="straightConnector1">
            <a:avLst/>
          </a:prstGeom>
          <a:noFill/>
          <a:ln w="9525" cap="flat" cmpd="sng">
            <a:solidFill>
              <a:schemeClr val="dk1"/>
            </a:solidFill>
            <a:prstDash val="solid"/>
            <a:round/>
            <a:headEnd type="none" w="med" len="med"/>
            <a:tailEnd type="stealth" w="med" len="med"/>
          </a:ln>
        </p:spPr>
      </p:cxnSp>
      <p:cxnSp>
        <p:nvCxnSpPr>
          <p:cNvPr id="1298" name="Google Shape;1298;p37"/>
          <p:cNvCxnSpPr/>
          <p:nvPr/>
        </p:nvCxnSpPr>
        <p:spPr>
          <a:xfrm rot="10800000" flipH="1">
            <a:off x="2774140" y="3646624"/>
            <a:ext cx="1912519" cy="41343"/>
          </a:xfrm>
          <a:prstGeom prst="straightConnector1">
            <a:avLst/>
          </a:prstGeom>
          <a:noFill/>
          <a:ln w="9525" cap="flat" cmpd="sng">
            <a:solidFill>
              <a:schemeClr val="dk1"/>
            </a:solidFill>
            <a:prstDash val="solid"/>
            <a:round/>
            <a:headEnd type="none" w="med" len="med"/>
            <a:tailEnd type="stealth" w="med" len="med"/>
          </a:ln>
        </p:spPr>
      </p:cxnSp>
      <p:cxnSp>
        <p:nvCxnSpPr>
          <p:cNvPr id="1299" name="Google Shape;1299;p37"/>
          <p:cNvCxnSpPr/>
          <p:nvPr/>
        </p:nvCxnSpPr>
        <p:spPr>
          <a:xfrm>
            <a:off x="2787101" y="3842753"/>
            <a:ext cx="1730593" cy="1055113"/>
          </a:xfrm>
          <a:prstGeom prst="straightConnector1">
            <a:avLst/>
          </a:prstGeom>
          <a:noFill/>
          <a:ln w="9525" cap="flat" cmpd="sng">
            <a:solidFill>
              <a:schemeClr val="dk1"/>
            </a:solidFill>
            <a:prstDash val="solid"/>
            <a:round/>
            <a:headEnd type="none" w="med" len="med"/>
            <a:tailEnd type="stealth" w="med" len="med"/>
          </a:ln>
        </p:spPr>
      </p:cxnSp>
      <p:sp>
        <p:nvSpPr>
          <p:cNvPr id="1300" name="Google Shape;1300;p37"/>
          <p:cNvSpPr/>
          <p:nvPr/>
        </p:nvSpPr>
        <p:spPr>
          <a:xfrm>
            <a:off x="7512787" y="3379259"/>
            <a:ext cx="368447" cy="380201"/>
          </a:xfrm>
          <a:prstGeom prst="ellipse">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cxnSp>
        <p:nvCxnSpPr>
          <p:cNvPr id="1301" name="Google Shape;1301;p37"/>
          <p:cNvCxnSpPr>
            <a:endCxn id="1300" idx="1"/>
          </p:cNvCxnSpPr>
          <p:nvPr/>
        </p:nvCxnSpPr>
        <p:spPr>
          <a:xfrm>
            <a:off x="5902045" y="2233738"/>
            <a:ext cx="1664700" cy="1201200"/>
          </a:xfrm>
          <a:prstGeom prst="straightConnector1">
            <a:avLst/>
          </a:prstGeom>
          <a:noFill/>
          <a:ln w="9525" cap="flat" cmpd="sng">
            <a:solidFill>
              <a:schemeClr val="dk1"/>
            </a:solidFill>
            <a:prstDash val="solid"/>
            <a:round/>
            <a:headEnd type="none" w="med" len="med"/>
            <a:tailEnd type="stealth" w="med" len="med"/>
          </a:ln>
        </p:spPr>
      </p:cxnSp>
      <p:cxnSp>
        <p:nvCxnSpPr>
          <p:cNvPr id="1302" name="Google Shape;1302;p37"/>
          <p:cNvCxnSpPr>
            <a:endCxn id="1300" idx="2"/>
          </p:cNvCxnSpPr>
          <p:nvPr/>
        </p:nvCxnSpPr>
        <p:spPr>
          <a:xfrm rot="10800000" flipH="1">
            <a:off x="5945287" y="3569359"/>
            <a:ext cx="1567500" cy="51300"/>
          </a:xfrm>
          <a:prstGeom prst="straightConnector1">
            <a:avLst/>
          </a:prstGeom>
          <a:noFill/>
          <a:ln w="9525" cap="flat" cmpd="sng">
            <a:solidFill>
              <a:schemeClr val="dk1"/>
            </a:solidFill>
            <a:prstDash val="solid"/>
            <a:round/>
            <a:headEnd type="none" w="med" len="med"/>
            <a:tailEnd type="stealth" w="med" len="med"/>
          </a:ln>
        </p:spPr>
      </p:cxnSp>
      <p:cxnSp>
        <p:nvCxnSpPr>
          <p:cNvPr id="1303" name="Google Shape;1303;p37"/>
          <p:cNvCxnSpPr>
            <a:endCxn id="1300" idx="3"/>
          </p:cNvCxnSpPr>
          <p:nvPr/>
        </p:nvCxnSpPr>
        <p:spPr>
          <a:xfrm rot="10800000" flipH="1">
            <a:off x="5847445" y="3703781"/>
            <a:ext cx="1719300" cy="1176900"/>
          </a:xfrm>
          <a:prstGeom prst="straightConnector1">
            <a:avLst/>
          </a:prstGeom>
          <a:noFill/>
          <a:ln w="9525" cap="flat" cmpd="sng">
            <a:solidFill>
              <a:schemeClr val="dk1"/>
            </a:solidFill>
            <a:prstDash val="solid"/>
            <a:round/>
            <a:headEnd type="none" w="med" len="med"/>
            <a:tailEnd type="stealth" w="med" len="med"/>
          </a:ln>
        </p:spPr>
      </p:cxnSp>
      <p:cxnSp>
        <p:nvCxnSpPr>
          <p:cNvPr id="1304" name="Google Shape;1304;p37"/>
          <p:cNvCxnSpPr/>
          <p:nvPr/>
        </p:nvCxnSpPr>
        <p:spPr>
          <a:xfrm rot="10800000" flipH="1">
            <a:off x="7854222" y="2647784"/>
            <a:ext cx="1182711" cy="789681"/>
          </a:xfrm>
          <a:prstGeom prst="straightConnector1">
            <a:avLst/>
          </a:prstGeom>
          <a:noFill/>
          <a:ln w="9525" cap="flat" cmpd="sng">
            <a:solidFill>
              <a:schemeClr val="dk1"/>
            </a:solidFill>
            <a:prstDash val="solid"/>
            <a:round/>
            <a:headEnd type="none" w="med" len="med"/>
            <a:tailEnd type="stealth" w="med" len="med"/>
          </a:ln>
        </p:spPr>
      </p:cxnSp>
      <p:cxnSp>
        <p:nvCxnSpPr>
          <p:cNvPr id="1305" name="Google Shape;1305;p37"/>
          <p:cNvCxnSpPr/>
          <p:nvPr/>
        </p:nvCxnSpPr>
        <p:spPr>
          <a:xfrm>
            <a:off x="7884508" y="3672975"/>
            <a:ext cx="1270815" cy="274375"/>
          </a:xfrm>
          <a:prstGeom prst="straightConnector1">
            <a:avLst/>
          </a:prstGeom>
          <a:noFill/>
          <a:ln w="9525" cap="flat" cmpd="sng">
            <a:solidFill>
              <a:schemeClr val="dk1"/>
            </a:solidFill>
            <a:prstDash val="solid"/>
            <a:round/>
            <a:headEnd type="none" w="med" len="med"/>
            <a:tailEnd type="stealth" w="med" len="med"/>
          </a:ln>
        </p:spPr>
      </p:cxnSp>
      <p:sp>
        <p:nvSpPr>
          <p:cNvPr id="1306" name="Google Shape;1306;p37"/>
          <p:cNvSpPr/>
          <p:nvPr/>
        </p:nvSpPr>
        <p:spPr>
          <a:xfrm>
            <a:off x="2243437" y="4729836"/>
            <a:ext cx="517179" cy="499491"/>
          </a:xfrm>
          <a:prstGeom prst="ellipse">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07" name="Google Shape;1307;p37"/>
          <p:cNvSpPr txBox="1"/>
          <p:nvPr/>
        </p:nvSpPr>
        <p:spPr>
          <a:xfrm>
            <a:off x="2369369" y="4619637"/>
            <a:ext cx="1197023" cy="609691"/>
          </a:xfrm>
          <a:prstGeom prst="rect">
            <a:avLst/>
          </a:prstGeom>
          <a:noFill/>
          <a:ln>
            <a:noFill/>
          </a:ln>
        </p:spPr>
        <p:txBody>
          <a:bodyPr spcFirstLastPara="1" wrap="square" lIns="91425" tIns="45700" rIns="91425" bIns="45700" anchor="ctr" anchorCtr="0">
            <a:normAutofit fontScale="55000" lnSpcReduction="20000"/>
          </a:bodyPr>
          <a:lstStyle/>
          <a:p>
            <a:pPr marL="0" marR="0" lvl="0" indent="0" algn="l" rtl="0">
              <a:lnSpc>
                <a:spcPct val="100000"/>
              </a:lnSpc>
              <a:spcBef>
                <a:spcPts val="0"/>
              </a:spcBef>
              <a:spcAft>
                <a:spcPts val="0"/>
              </a:spcAft>
              <a:buClr>
                <a:schemeClr val="dk1"/>
              </a:buClr>
              <a:buSzPct val="100000"/>
              <a:buFont typeface="Calibri"/>
              <a:buNone/>
            </a:pPr>
            <a:r>
              <a:rPr lang="es-ES" sz="3600" b="1" cap="small">
                <a:solidFill>
                  <a:schemeClr val="dk1"/>
                </a:solidFill>
                <a:latin typeface="Calibri"/>
                <a:ea typeface="Calibri"/>
                <a:cs typeface="Calibri"/>
                <a:sym typeface="Calibri"/>
              </a:rPr>
              <a:t>..</a:t>
            </a:r>
            <a:endParaRPr/>
          </a:p>
          <a:p>
            <a:pPr marL="0" marR="0" lvl="0" indent="0" algn="l" rtl="0">
              <a:lnSpc>
                <a:spcPct val="100000"/>
              </a:lnSpc>
              <a:spcBef>
                <a:spcPts val="0"/>
              </a:spcBef>
              <a:spcAft>
                <a:spcPts val="0"/>
              </a:spcAft>
              <a:buClr>
                <a:schemeClr val="dk1"/>
              </a:buClr>
              <a:buSzPct val="100000"/>
              <a:buFont typeface="Calibri"/>
              <a:buNone/>
            </a:pPr>
            <a:r>
              <a:rPr lang="es-ES" sz="3600" b="1" cap="small">
                <a:solidFill>
                  <a:schemeClr val="dk1"/>
                </a:solidFill>
                <a:latin typeface="Calibri"/>
                <a:ea typeface="Calibri"/>
                <a:cs typeface="Calibri"/>
                <a:sym typeface="Calibri"/>
              </a:rPr>
              <a:t>…</a:t>
            </a:r>
            <a:endParaRPr/>
          </a:p>
        </p:txBody>
      </p:sp>
      <p:cxnSp>
        <p:nvCxnSpPr>
          <p:cNvPr id="1308" name="Google Shape;1308;p37"/>
          <p:cNvCxnSpPr>
            <a:stCxn id="1306" idx="1"/>
          </p:cNvCxnSpPr>
          <p:nvPr/>
        </p:nvCxnSpPr>
        <p:spPr>
          <a:xfrm rot="10800000">
            <a:off x="1478276" y="3653385"/>
            <a:ext cx="840900" cy="1149600"/>
          </a:xfrm>
          <a:prstGeom prst="straightConnector1">
            <a:avLst/>
          </a:prstGeom>
          <a:noFill/>
          <a:ln w="9525" cap="flat" cmpd="sng">
            <a:solidFill>
              <a:schemeClr val="dk1"/>
            </a:solidFill>
            <a:prstDash val="solid"/>
            <a:round/>
            <a:headEnd type="none" w="med" len="med"/>
            <a:tailEnd type="stealth" w="med" len="med"/>
          </a:ln>
        </p:spPr>
      </p:cxnSp>
      <p:cxnSp>
        <p:nvCxnSpPr>
          <p:cNvPr id="1309" name="Google Shape;1309;p37"/>
          <p:cNvCxnSpPr/>
          <p:nvPr/>
        </p:nvCxnSpPr>
        <p:spPr>
          <a:xfrm flipH="1">
            <a:off x="2669001" y="2233593"/>
            <a:ext cx="2067347" cy="2515209"/>
          </a:xfrm>
          <a:prstGeom prst="straightConnector1">
            <a:avLst/>
          </a:prstGeom>
          <a:noFill/>
          <a:ln w="9525" cap="flat" cmpd="sng">
            <a:solidFill>
              <a:schemeClr val="dk1"/>
            </a:solidFill>
            <a:prstDash val="solid"/>
            <a:round/>
            <a:headEnd type="none" w="med" len="med"/>
            <a:tailEnd type="stealth" w="med" len="med"/>
          </a:ln>
        </p:spPr>
      </p:cxnSp>
      <p:cxnSp>
        <p:nvCxnSpPr>
          <p:cNvPr id="1310" name="Google Shape;1310;p37"/>
          <p:cNvCxnSpPr/>
          <p:nvPr/>
        </p:nvCxnSpPr>
        <p:spPr>
          <a:xfrm flipH="1">
            <a:off x="2821402" y="3757782"/>
            <a:ext cx="1835521" cy="1143420"/>
          </a:xfrm>
          <a:prstGeom prst="straightConnector1">
            <a:avLst/>
          </a:prstGeom>
          <a:noFill/>
          <a:ln w="9525" cap="flat" cmpd="sng">
            <a:solidFill>
              <a:schemeClr val="dk1"/>
            </a:solidFill>
            <a:prstDash val="solid"/>
            <a:round/>
            <a:headEnd type="none" w="med" len="med"/>
            <a:tailEnd type="stealth" w="med" len="med"/>
          </a:ln>
        </p:spPr>
      </p:cxnSp>
      <p:cxnSp>
        <p:nvCxnSpPr>
          <p:cNvPr id="1311" name="Google Shape;1311;p37"/>
          <p:cNvCxnSpPr/>
          <p:nvPr/>
        </p:nvCxnSpPr>
        <p:spPr>
          <a:xfrm flipH="1">
            <a:off x="2795964" y="4976043"/>
            <a:ext cx="1692686" cy="60635"/>
          </a:xfrm>
          <a:prstGeom prst="straightConnector1">
            <a:avLst/>
          </a:prstGeom>
          <a:noFill/>
          <a:ln w="9525" cap="flat" cmpd="sng">
            <a:solidFill>
              <a:schemeClr val="dk1"/>
            </a:solidFill>
            <a:prstDash val="solid"/>
            <a:round/>
            <a:headEnd type="none" w="med" len="med"/>
            <a:tailEnd type="stealth" w="med" len="med"/>
          </a:ln>
        </p:spPr>
      </p:cxnSp>
      <p:grpSp>
        <p:nvGrpSpPr>
          <p:cNvPr id="1312" name="Google Shape;1312;p37"/>
          <p:cNvGrpSpPr/>
          <p:nvPr/>
        </p:nvGrpSpPr>
        <p:grpSpPr>
          <a:xfrm>
            <a:off x="10322396" y="2358020"/>
            <a:ext cx="1133498" cy="528403"/>
            <a:chOff x="443571" y="5463111"/>
            <a:chExt cx="1655794" cy="792163"/>
          </a:xfrm>
        </p:grpSpPr>
        <p:sp>
          <p:nvSpPr>
            <p:cNvPr id="1313" name="Google Shape;1313;p37"/>
            <p:cNvSpPr/>
            <p:nvPr/>
          </p:nvSpPr>
          <p:spPr>
            <a:xfrm>
              <a:off x="1048382" y="5679010"/>
              <a:ext cx="431782" cy="431800"/>
            </a:xfrm>
            <a:prstGeom prst="ellipse">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cxnSp>
          <p:nvCxnSpPr>
            <p:cNvPr id="1314" name="Google Shape;1314;p37"/>
            <p:cNvCxnSpPr/>
            <p:nvPr/>
          </p:nvCxnSpPr>
          <p:spPr>
            <a:xfrm rot="5400000">
              <a:off x="47489" y="5859192"/>
              <a:ext cx="792163" cy="0"/>
            </a:xfrm>
            <a:prstGeom prst="straightConnector1">
              <a:avLst/>
            </a:prstGeom>
            <a:noFill/>
            <a:ln w="25400" cap="flat" cmpd="sng">
              <a:solidFill>
                <a:schemeClr val="dk1"/>
              </a:solidFill>
              <a:prstDash val="solid"/>
              <a:round/>
              <a:headEnd type="none" w="med" len="med"/>
              <a:tailEnd type="none" w="med" len="med"/>
            </a:ln>
          </p:spPr>
        </p:cxnSp>
        <p:cxnSp>
          <p:nvCxnSpPr>
            <p:cNvPr id="1315" name="Google Shape;1315;p37"/>
            <p:cNvCxnSpPr/>
            <p:nvPr/>
          </p:nvCxnSpPr>
          <p:spPr>
            <a:xfrm rot="5400000">
              <a:off x="1703181" y="5859192"/>
              <a:ext cx="792163" cy="0"/>
            </a:xfrm>
            <a:prstGeom prst="straightConnector1">
              <a:avLst/>
            </a:prstGeom>
            <a:noFill/>
            <a:ln w="25400" cap="flat" cmpd="sng">
              <a:solidFill>
                <a:schemeClr val="dk1"/>
              </a:solidFill>
              <a:prstDash val="solid"/>
              <a:round/>
              <a:headEnd type="none" w="med" len="med"/>
              <a:tailEnd type="none" w="med" len="med"/>
            </a:ln>
          </p:spPr>
        </p:cxnSp>
        <p:cxnSp>
          <p:nvCxnSpPr>
            <p:cNvPr id="1316" name="Google Shape;1316;p37"/>
            <p:cNvCxnSpPr>
              <a:endCxn id="1313" idx="2"/>
            </p:cNvCxnSpPr>
            <p:nvPr/>
          </p:nvCxnSpPr>
          <p:spPr>
            <a:xfrm>
              <a:off x="443582" y="5893410"/>
              <a:ext cx="604800" cy="1500"/>
            </a:xfrm>
            <a:prstGeom prst="straightConnector1">
              <a:avLst/>
            </a:prstGeom>
            <a:noFill/>
            <a:ln w="9525" cap="flat" cmpd="sng">
              <a:solidFill>
                <a:schemeClr val="dk1"/>
              </a:solidFill>
              <a:prstDash val="solid"/>
              <a:round/>
              <a:headEnd type="none" w="med" len="med"/>
              <a:tailEnd type="stealth" w="med" len="med"/>
            </a:ln>
          </p:spPr>
        </p:cxnSp>
        <p:cxnSp>
          <p:nvCxnSpPr>
            <p:cNvPr id="1317" name="Google Shape;1317;p37"/>
            <p:cNvCxnSpPr>
              <a:stCxn id="1313" idx="6"/>
            </p:cNvCxnSpPr>
            <p:nvPr/>
          </p:nvCxnSpPr>
          <p:spPr>
            <a:xfrm>
              <a:off x="1480164" y="5894910"/>
              <a:ext cx="619200" cy="1500"/>
            </a:xfrm>
            <a:prstGeom prst="straightConnector1">
              <a:avLst/>
            </a:prstGeom>
            <a:noFill/>
            <a:ln w="9525" cap="flat" cmpd="sng">
              <a:solidFill>
                <a:schemeClr val="dk1"/>
              </a:solidFill>
              <a:prstDash val="solid"/>
              <a:round/>
              <a:headEnd type="none" w="med" len="med"/>
              <a:tailEnd type="stealth" w="med" len="med"/>
            </a:ln>
          </p:spPr>
        </p:cxnSp>
      </p:grpSp>
      <p:grpSp>
        <p:nvGrpSpPr>
          <p:cNvPr id="1318" name="Google Shape;1318;p37"/>
          <p:cNvGrpSpPr/>
          <p:nvPr/>
        </p:nvGrpSpPr>
        <p:grpSpPr>
          <a:xfrm>
            <a:off x="10342684" y="3745245"/>
            <a:ext cx="1030452" cy="528403"/>
            <a:chOff x="443571" y="5463111"/>
            <a:chExt cx="1655794" cy="792163"/>
          </a:xfrm>
        </p:grpSpPr>
        <p:sp>
          <p:nvSpPr>
            <p:cNvPr id="1319" name="Google Shape;1319;p37"/>
            <p:cNvSpPr/>
            <p:nvPr/>
          </p:nvSpPr>
          <p:spPr>
            <a:xfrm>
              <a:off x="1048382" y="5679010"/>
              <a:ext cx="431782" cy="431800"/>
            </a:xfrm>
            <a:prstGeom prst="ellipse">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cxnSp>
          <p:nvCxnSpPr>
            <p:cNvPr id="1320" name="Google Shape;1320;p37"/>
            <p:cNvCxnSpPr/>
            <p:nvPr/>
          </p:nvCxnSpPr>
          <p:spPr>
            <a:xfrm rot="5400000">
              <a:off x="47489" y="5859192"/>
              <a:ext cx="792163" cy="0"/>
            </a:xfrm>
            <a:prstGeom prst="straightConnector1">
              <a:avLst/>
            </a:prstGeom>
            <a:noFill/>
            <a:ln w="25400" cap="flat" cmpd="sng">
              <a:solidFill>
                <a:schemeClr val="dk1"/>
              </a:solidFill>
              <a:prstDash val="solid"/>
              <a:round/>
              <a:headEnd type="none" w="med" len="med"/>
              <a:tailEnd type="none" w="med" len="med"/>
            </a:ln>
          </p:spPr>
        </p:cxnSp>
        <p:cxnSp>
          <p:nvCxnSpPr>
            <p:cNvPr id="1321" name="Google Shape;1321;p37"/>
            <p:cNvCxnSpPr/>
            <p:nvPr/>
          </p:nvCxnSpPr>
          <p:spPr>
            <a:xfrm rot="5400000">
              <a:off x="1703181" y="5859192"/>
              <a:ext cx="792163" cy="0"/>
            </a:xfrm>
            <a:prstGeom prst="straightConnector1">
              <a:avLst/>
            </a:prstGeom>
            <a:noFill/>
            <a:ln w="25400" cap="flat" cmpd="sng">
              <a:solidFill>
                <a:schemeClr val="dk1"/>
              </a:solidFill>
              <a:prstDash val="solid"/>
              <a:round/>
              <a:headEnd type="none" w="med" len="med"/>
              <a:tailEnd type="none" w="med" len="med"/>
            </a:ln>
          </p:spPr>
        </p:cxnSp>
        <p:cxnSp>
          <p:nvCxnSpPr>
            <p:cNvPr id="1322" name="Google Shape;1322;p37"/>
            <p:cNvCxnSpPr>
              <a:endCxn id="1319" idx="2"/>
            </p:cNvCxnSpPr>
            <p:nvPr/>
          </p:nvCxnSpPr>
          <p:spPr>
            <a:xfrm>
              <a:off x="443582" y="5893410"/>
              <a:ext cx="604800" cy="1500"/>
            </a:xfrm>
            <a:prstGeom prst="straightConnector1">
              <a:avLst/>
            </a:prstGeom>
            <a:noFill/>
            <a:ln w="9525" cap="flat" cmpd="sng">
              <a:solidFill>
                <a:schemeClr val="dk1"/>
              </a:solidFill>
              <a:prstDash val="solid"/>
              <a:round/>
              <a:headEnd type="none" w="med" len="med"/>
              <a:tailEnd type="stealth" w="med" len="med"/>
            </a:ln>
          </p:spPr>
        </p:cxnSp>
        <p:cxnSp>
          <p:nvCxnSpPr>
            <p:cNvPr id="1323" name="Google Shape;1323;p37"/>
            <p:cNvCxnSpPr>
              <a:stCxn id="1319" idx="6"/>
            </p:cNvCxnSpPr>
            <p:nvPr/>
          </p:nvCxnSpPr>
          <p:spPr>
            <a:xfrm>
              <a:off x="1480164" y="5894910"/>
              <a:ext cx="619200" cy="1500"/>
            </a:xfrm>
            <a:prstGeom prst="straightConnector1">
              <a:avLst/>
            </a:prstGeom>
            <a:noFill/>
            <a:ln w="9525" cap="flat" cmpd="sng">
              <a:solidFill>
                <a:schemeClr val="dk1"/>
              </a:solidFill>
              <a:prstDash val="solid"/>
              <a:round/>
              <a:headEnd type="none" w="med" len="med"/>
              <a:tailEnd type="stealth" w="med" len="med"/>
            </a:ln>
          </p:spPr>
        </p:cxnSp>
      </p:grpSp>
      <p:sp>
        <p:nvSpPr>
          <p:cNvPr id="2" name="Marcador de fecha 1">
            <a:extLst>
              <a:ext uri="{FF2B5EF4-FFF2-40B4-BE49-F238E27FC236}">
                <a16:creationId xmlns:a16="http://schemas.microsoft.com/office/drawing/2014/main" id="{3109F924-38A3-2E96-D228-B8A2A64C6C09}"/>
              </a:ext>
            </a:extLst>
          </p:cNvPr>
          <p:cNvSpPr>
            <a:spLocks noGrp="1"/>
          </p:cNvSpPr>
          <p:nvPr>
            <p:ph type="dt" sz="half" idx="10"/>
          </p:nvPr>
        </p:nvSpPr>
        <p:spPr/>
        <p:txBody>
          <a:bodyPr/>
          <a:lstStyle/>
          <a:p>
            <a:r>
              <a:rPr lang="es-ES"/>
              <a:t>2026</a:t>
            </a:r>
            <a:endParaRPr lang="es-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3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9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4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22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24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5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6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297"/>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298"/>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9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22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300"/>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301"/>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302"/>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30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23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304"/>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1305"/>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1274"/>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1285"/>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1227"/>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1312"/>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1318"/>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1233"/>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1230"/>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1307"/>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1306"/>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1308"/>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1309"/>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1310"/>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13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65">
          <a:extLst>
            <a:ext uri="{FF2B5EF4-FFF2-40B4-BE49-F238E27FC236}">
              <a16:creationId xmlns:a16="http://schemas.microsoft.com/office/drawing/2014/main" id="{BD3EF580-A472-352C-FC48-EE7C1264C653}"/>
            </a:ext>
          </a:extLst>
        </p:cNvPr>
        <p:cNvGrpSpPr/>
        <p:nvPr/>
      </p:nvGrpSpPr>
      <p:grpSpPr>
        <a:xfrm>
          <a:off x="0" y="0"/>
          <a:ext cx="0" cy="0"/>
          <a:chOff x="0" y="0"/>
          <a:chExt cx="0" cy="0"/>
        </a:xfrm>
      </p:grpSpPr>
      <p:sp>
        <p:nvSpPr>
          <p:cNvPr id="166" name="Google Shape;166;p8">
            <a:extLst>
              <a:ext uri="{FF2B5EF4-FFF2-40B4-BE49-F238E27FC236}">
                <a16:creationId xmlns:a16="http://schemas.microsoft.com/office/drawing/2014/main" id="{76979A2E-F419-F5B5-DF99-A4C18D97D60D}"/>
              </a:ext>
            </a:extLst>
          </p:cNvPr>
          <p:cNvSpPr txBox="1">
            <a:spLocks noGrp="1"/>
          </p:cNvSpPr>
          <p:nvPr>
            <p:ph type="title"/>
          </p:nvPr>
        </p:nvSpPr>
        <p:spPr>
          <a:xfrm>
            <a:off x="1086866" y="1140614"/>
            <a:ext cx="10258593" cy="632876"/>
          </a:xfrm>
          <a:prstGeom prst="rect">
            <a:avLst/>
          </a:prstGeom>
          <a:noFill/>
          <a:ln>
            <a:noFill/>
          </a:ln>
        </p:spPr>
        <p:txBody>
          <a:bodyPr spcFirstLastPara="1" wrap="square" lIns="71675" tIns="35825" rIns="71675" bIns="35825" anchor="t" anchorCtr="0">
            <a:normAutofit/>
          </a:bodyPr>
          <a:lstStyle/>
          <a:p>
            <a:pPr marL="0" lvl="0" indent="0" algn="l" rtl="0">
              <a:lnSpc>
                <a:spcPct val="84000"/>
              </a:lnSpc>
              <a:spcBef>
                <a:spcPts val="0"/>
              </a:spcBef>
              <a:spcAft>
                <a:spcPts val="0"/>
              </a:spcAft>
              <a:buNone/>
            </a:pPr>
            <a:r>
              <a:rPr lang="es-ES" sz="4382" dirty="0">
                <a:solidFill>
                  <a:schemeClr val="dk1"/>
                </a:solidFill>
                <a:latin typeface="Calibri"/>
                <a:ea typeface="Calibri"/>
                <a:cs typeface="Calibri"/>
                <a:sym typeface="Calibri"/>
              </a:rPr>
              <a:t>Redes de Petri - Características</a:t>
            </a:r>
            <a:endParaRPr sz="4382" dirty="0">
              <a:solidFill>
                <a:schemeClr val="dk1"/>
              </a:solidFill>
              <a:latin typeface="Calibri"/>
              <a:ea typeface="Calibri"/>
              <a:cs typeface="Calibri"/>
              <a:sym typeface="Calibri"/>
            </a:endParaRPr>
          </a:p>
        </p:txBody>
      </p:sp>
      <p:sp>
        <p:nvSpPr>
          <p:cNvPr id="167" name="Google Shape;167;p8">
            <a:extLst>
              <a:ext uri="{FF2B5EF4-FFF2-40B4-BE49-F238E27FC236}">
                <a16:creationId xmlns:a16="http://schemas.microsoft.com/office/drawing/2014/main" id="{6DFB0283-161E-8436-ADAD-C97C906D0E15}"/>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s-ES"/>
              <a:t>2026</a:t>
            </a:r>
            <a:endParaRPr/>
          </a:p>
        </p:txBody>
      </p:sp>
      <p:sp>
        <p:nvSpPr>
          <p:cNvPr id="168" name="Google Shape;168;p8">
            <a:extLst>
              <a:ext uri="{FF2B5EF4-FFF2-40B4-BE49-F238E27FC236}">
                <a16:creationId xmlns:a16="http://schemas.microsoft.com/office/drawing/2014/main" id="{A3340DF1-F268-1C45-9807-B3FB75EB1E0B}"/>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s-ES"/>
              <a:t>INGENIERÍA DE SOFTWARE I</a:t>
            </a:r>
            <a:endParaRPr/>
          </a:p>
        </p:txBody>
      </p:sp>
      <p:sp>
        <p:nvSpPr>
          <p:cNvPr id="169" name="Google Shape;169;p8">
            <a:extLst>
              <a:ext uri="{FF2B5EF4-FFF2-40B4-BE49-F238E27FC236}">
                <a16:creationId xmlns:a16="http://schemas.microsoft.com/office/drawing/2014/main" id="{F0753F47-1EC0-61CD-4F03-7F697641D6A3}"/>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55</a:t>
            </a:fld>
            <a:endParaRPr/>
          </a:p>
        </p:txBody>
      </p:sp>
      <p:sp>
        <p:nvSpPr>
          <p:cNvPr id="170" name="Google Shape;170;p8">
            <a:extLst>
              <a:ext uri="{FF2B5EF4-FFF2-40B4-BE49-F238E27FC236}">
                <a16:creationId xmlns:a16="http://schemas.microsoft.com/office/drawing/2014/main" id="{A30C43DD-B103-64F3-75EA-8E8551F10273}"/>
              </a:ext>
            </a:extLst>
          </p:cNvPr>
          <p:cNvSpPr/>
          <p:nvPr/>
        </p:nvSpPr>
        <p:spPr>
          <a:xfrm>
            <a:off x="1151584" y="1886309"/>
            <a:ext cx="10129156" cy="4460410"/>
          </a:xfrm>
          <a:prstGeom prst="rect">
            <a:avLst/>
          </a:prstGeom>
          <a:noFill/>
          <a:ln>
            <a:noFill/>
          </a:ln>
        </p:spPr>
        <p:txBody>
          <a:bodyPr spcFirstLastPara="1" wrap="square" lIns="89625" tIns="44800" rIns="89625" bIns="44800" anchor="t" anchorCtr="0">
            <a:noAutofit/>
          </a:bodyPr>
          <a:lstStyle/>
          <a:p>
            <a:pPr lvl="0" algn="just">
              <a:spcBef>
                <a:spcPts val="0"/>
              </a:spcBef>
              <a:spcAft>
                <a:spcPts val="0"/>
              </a:spcAft>
              <a:buClr>
                <a:srgbClr val="C00000"/>
              </a:buClr>
              <a:buSzPts val="2789"/>
            </a:pPr>
            <a:endParaRPr lang="es-ES" sz="2800" dirty="0">
              <a:solidFill>
                <a:schemeClr val="dk1"/>
              </a:solidFill>
              <a:latin typeface="Calibri"/>
              <a:ea typeface="Calibri"/>
              <a:cs typeface="Calibri"/>
              <a:sym typeface="Calibri"/>
            </a:endParaRPr>
          </a:p>
        </p:txBody>
      </p:sp>
      <p:sp>
        <p:nvSpPr>
          <p:cNvPr id="22" name="Google Shape;170;p8">
            <a:extLst>
              <a:ext uri="{FF2B5EF4-FFF2-40B4-BE49-F238E27FC236}">
                <a16:creationId xmlns:a16="http://schemas.microsoft.com/office/drawing/2014/main" id="{70F467D3-FC4E-A9B5-BDC4-0C3B20710A6E}"/>
              </a:ext>
            </a:extLst>
          </p:cNvPr>
          <p:cNvSpPr/>
          <p:nvPr/>
        </p:nvSpPr>
        <p:spPr>
          <a:xfrm>
            <a:off x="1083357" y="1773490"/>
            <a:ext cx="10129156" cy="4460410"/>
          </a:xfrm>
          <a:prstGeom prst="rect">
            <a:avLst/>
          </a:prstGeom>
          <a:noFill/>
          <a:ln>
            <a:noFill/>
          </a:ln>
        </p:spPr>
        <p:txBody>
          <a:bodyPr spcFirstLastPara="1" wrap="square" lIns="89625" tIns="44800" rIns="89625" bIns="44800" anchor="t" anchorCtr="0">
            <a:noAutofit/>
          </a:bodyPr>
          <a:lstStyle/>
          <a:p>
            <a:pPr marL="447466" lvl="0" indent="-447466" algn="just">
              <a:spcBef>
                <a:spcPts val="0"/>
              </a:spcBef>
              <a:spcAft>
                <a:spcPts val="300"/>
              </a:spcAft>
              <a:buClr>
                <a:srgbClr val="C00000"/>
              </a:buClr>
              <a:buSzPts val="2789"/>
              <a:buFont typeface="Noto Sans Symbols"/>
              <a:buChar char="❖"/>
            </a:pPr>
            <a:r>
              <a:rPr lang="es-ES" sz="2600" dirty="0">
                <a:solidFill>
                  <a:schemeClr val="dk1"/>
                </a:solidFill>
                <a:latin typeface="Calibri"/>
                <a:ea typeface="Calibri"/>
                <a:cs typeface="Calibri"/>
                <a:sym typeface="Calibri"/>
              </a:rPr>
              <a:t>Es importante desarrollar modelos de los sistemas de eventos discretos para estudiarlos y comprender su comportamiento. </a:t>
            </a:r>
          </a:p>
          <a:p>
            <a:pPr marL="447466" lvl="0" indent="-447466" algn="just">
              <a:spcBef>
                <a:spcPts val="0"/>
              </a:spcBef>
              <a:spcAft>
                <a:spcPts val="300"/>
              </a:spcAft>
              <a:buClr>
                <a:srgbClr val="C00000"/>
              </a:buClr>
              <a:buSzPts val="2789"/>
              <a:buFont typeface="Noto Sans Symbols"/>
              <a:buChar char="❖"/>
            </a:pPr>
            <a:r>
              <a:rPr lang="es-ES" sz="2600" dirty="0">
                <a:solidFill>
                  <a:schemeClr val="dk1"/>
                </a:solidFill>
                <a:latin typeface="Calibri"/>
                <a:ea typeface="Calibri"/>
                <a:cs typeface="Calibri"/>
                <a:sym typeface="Calibri"/>
              </a:rPr>
              <a:t>Existen herramientas computacionales que permiten analizar este tipo de sistemas, las cuales están basadas en análisis estadísticos y ofrecen soluciones con ciertos grados de incertidumbre.</a:t>
            </a:r>
          </a:p>
          <a:p>
            <a:pPr marL="447466" lvl="0" indent="-447466" algn="just">
              <a:spcBef>
                <a:spcPts val="0"/>
              </a:spcBef>
              <a:spcAft>
                <a:spcPts val="300"/>
              </a:spcAft>
              <a:buClr>
                <a:srgbClr val="C00000"/>
              </a:buClr>
              <a:buSzPts val="2789"/>
              <a:buFont typeface="Noto Sans Symbols"/>
              <a:buChar char="❖"/>
            </a:pPr>
            <a:r>
              <a:rPr lang="es-ES" sz="2600" dirty="0">
                <a:solidFill>
                  <a:schemeClr val="dk1"/>
                </a:solidFill>
                <a:latin typeface="Calibri"/>
                <a:ea typeface="Calibri"/>
                <a:cs typeface="Calibri"/>
                <a:sym typeface="Calibri"/>
              </a:rPr>
              <a:t>Por otro lado, las RP pueden ser aplicadas para la modelación de sistemas de eventos discretos, las cuales ofrecen una forma de representación gráfica y matemática de los sistemas modelados. </a:t>
            </a:r>
          </a:p>
          <a:p>
            <a:pPr marL="447466" lvl="0" indent="-447466" algn="just">
              <a:spcBef>
                <a:spcPts val="0"/>
              </a:spcBef>
              <a:spcAft>
                <a:spcPts val="300"/>
              </a:spcAft>
              <a:buClr>
                <a:srgbClr val="C00000"/>
              </a:buClr>
              <a:buSzPts val="2789"/>
              <a:buFont typeface="Noto Sans Symbols"/>
              <a:buChar char="❖"/>
            </a:pPr>
            <a:r>
              <a:rPr lang="es-ES" sz="2600" dirty="0">
                <a:solidFill>
                  <a:schemeClr val="dk1"/>
                </a:solidFill>
                <a:latin typeface="Calibri"/>
                <a:ea typeface="Calibri"/>
                <a:cs typeface="Calibri"/>
                <a:sym typeface="Calibri"/>
              </a:rPr>
              <a:t>La formalidad matemática de la RP proporciona herramientas de análisis para analizar los posibles estados a los que el sistema modelado pudiera alcanzar.</a:t>
            </a:r>
          </a:p>
          <a:p>
            <a:pPr lvl="0" algn="just">
              <a:spcBef>
                <a:spcPts val="0"/>
              </a:spcBef>
              <a:spcAft>
                <a:spcPts val="300"/>
              </a:spcAft>
              <a:buClr>
                <a:srgbClr val="C00000"/>
              </a:buClr>
              <a:buSzPts val="2789"/>
            </a:pPr>
            <a:endParaRPr lang="es-ES" sz="26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23889747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65">
          <a:extLst>
            <a:ext uri="{FF2B5EF4-FFF2-40B4-BE49-F238E27FC236}">
              <a16:creationId xmlns:a16="http://schemas.microsoft.com/office/drawing/2014/main" id="{5499EC5A-B155-B000-67E8-1D9E0BF311EB}"/>
            </a:ext>
          </a:extLst>
        </p:cNvPr>
        <p:cNvGrpSpPr/>
        <p:nvPr/>
      </p:nvGrpSpPr>
      <p:grpSpPr>
        <a:xfrm>
          <a:off x="0" y="0"/>
          <a:ext cx="0" cy="0"/>
          <a:chOff x="0" y="0"/>
          <a:chExt cx="0" cy="0"/>
        </a:xfrm>
      </p:grpSpPr>
      <p:sp>
        <p:nvSpPr>
          <p:cNvPr id="166" name="Google Shape;166;p8">
            <a:extLst>
              <a:ext uri="{FF2B5EF4-FFF2-40B4-BE49-F238E27FC236}">
                <a16:creationId xmlns:a16="http://schemas.microsoft.com/office/drawing/2014/main" id="{96074F6A-0724-C9D8-068E-7B36915C6FF0}"/>
              </a:ext>
            </a:extLst>
          </p:cNvPr>
          <p:cNvSpPr txBox="1">
            <a:spLocks noGrp="1"/>
          </p:cNvSpPr>
          <p:nvPr>
            <p:ph type="title"/>
          </p:nvPr>
        </p:nvSpPr>
        <p:spPr>
          <a:xfrm>
            <a:off x="1086866" y="1140614"/>
            <a:ext cx="10258593" cy="632876"/>
          </a:xfrm>
          <a:prstGeom prst="rect">
            <a:avLst/>
          </a:prstGeom>
          <a:noFill/>
          <a:ln>
            <a:noFill/>
          </a:ln>
        </p:spPr>
        <p:txBody>
          <a:bodyPr spcFirstLastPara="1" wrap="square" lIns="71675" tIns="35825" rIns="71675" bIns="35825" anchor="t" anchorCtr="0">
            <a:normAutofit/>
          </a:bodyPr>
          <a:lstStyle/>
          <a:p>
            <a:pPr marL="0" lvl="0" indent="0" algn="l" rtl="0">
              <a:lnSpc>
                <a:spcPct val="84000"/>
              </a:lnSpc>
              <a:spcBef>
                <a:spcPts val="0"/>
              </a:spcBef>
              <a:spcAft>
                <a:spcPts val="0"/>
              </a:spcAft>
              <a:buNone/>
            </a:pPr>
            <a:r>
              <a:rPr lang="es-ES" sz="4382" dirty="0">
                <a:solidFill>
                  <a:schemeClr val="dk1"/>
                </a:solidFill>
                <a:latin typeface="Calibri"/>
                <a:ea typeface="Calibri"/>
                <a:cs typeface="Calibri"/>
                <a:sym typeface="Calibri"/>
              </a:rPr>
              <a:t>Para repasar</a:t>
            </a:r>
            <a:endParaRPr sz="4382" dirty="0">
              <a:solidFill>
                <a:schemeClr val="dk1"/>
              </a:solidFill>
              <a:latin typeface="Calibri"/>
              <a:ea typeface="Calibri"/>
              <a:cs typeface="Calibri"/>
              <a:sym typeface="Calibri"/>
            </a:endParaRPr>
          </a:p>
        </p:txBody>
      </p:sp>
      <p:sp>
        <p:nvSpPr>
          <p:cNvPr id="167" name="Google Shape;167;p8">
            <a:extLst>
              <a:ext uri="{FF2B5EF4-FFF2-40B4-BE49-F238E27FC236}">
                <a16:creationId xmlns:a16="http://schemas.microsoft.com/office/drawing/2014/main" id="{D7E8A455-A56F-F006-8372-0156D95763BA}"/>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s-ES"/>
              <a:t>2026</a:t>
            </a:r>
            <a:endParaRPr/>
          </a:p>
        </p:txBody>
      </p:sp>
      <p:sp>
        <p:nvSpPr>
          <p:cNvPr id="168" name="Google Shape;168;p8">
            <a:extLst>
              <a:ext uri="{FF2B5EF4-FFF2-40B4-BE49-F238E27FC236}">
                <a16:creationId xmlns:a16="http://schemas.microsoft.com/office/drawing/2014/main" id="{FD2AB90C-B3FB-E6F4-F71B-85BEE267082C}"/>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s-ES"/>
              <a:t>INGENIERÍA DE SOFTWARE I</a:t>
            </a:r>
            <a:endParaRPr/>
          </a:p>
        </p:txBody>
      </p:sp>
      <p:sp>
        <p:nvSpPr>
          <p:cNvPr id="169" name="Google Shape;169;p8">
            <a:extLst>
              <a:ext uri="{FF2B5EF4-FFF2-40B4-BE49-F238E27FC236}">
                <a16:creationId xmlns:a16="http://schemas.microsoft.com/office/drawing/2014/main" id="{526B7779-7571-1176-0558-A8350BE1A712}"/>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56</a:t>
            </a:fld>
            <a:endParaRPr/>
          </a:p>
        </p:txBody>
      </p:sp>
      <p:sp>
        <p:nvSpPr>
          <p:cNvPr id="170" name="Google Shape;170;p8">
            <a:extLst>
              <a:ext uri="{FF2B5EF4-FFF2-40B4-BE49-F238E27FC236}">
                <a16:creationId xmlns:a16="http://schemas.microsoft.com/office/drawing/2014/main" id="{F6DFF9A1-ABF2-ED7B-007A-A3CA82334ADF}"/>
              </a:ext>
            </a:extLst>
          </p:cNvPr>
          <p:cNvSpPr/>
          <p:nvPr/>
        </p:nvSpPr>
        <p:spPr>
          <a:xfrm>
            <a:off x="1151584" y="1886309"/>
            <a:ext cx="10129156" cy="4460410"/>
          </a:xfrm>
          <a:prstGeom prst="rect">
            <a:avLst/>
          </a:prstGeom>
          <a:noFill/>
          <a:ln>
            <a:noFill/>
          </a:ln>
        </p:spPr>
        <p:txBody>
          <a:bodyPr spcFirstLastPara="1" wrap="square" lIns="89625" tIns="44800" rIns="89625" bIns="44800" anchor="t" anchorCtr="0">
            <a:noAutofit/>
          </a:bodyPr>
          <a:lstStyle/>
          <a:p>
            <a:pPr lvl="0" algn="just">
              <a:spcBef>
                <a:spcPts val="0"/>
              </a:spcBef>
              <a:spcAft>
                <a:spcPts val="0"/>
              </a:spcAft>
              <a:buClr>
                <a:srgbClr val="C00000"/>
              </a:buClr>
              <a:buSzPts val="2789"/>
            </a:pPr>
            <a:endParaRPr lang="es-ES" sz="2800" dirty="0">
              <a:solidFill>
                <a:schemeClr val="dk1"/>
              </a:solidFill>
              <a:latin typeface="Calibri"/>
              <a:ea typeface="Calibri"/>
              <a:cs typeface="Calibri"/>
              <a:sym typeface="Calibri"/>
            </a:endParaRPr>
          </a:p>
        </p:txBody>
      </p:sp>
      <p:sp>
        <p:nvSpPr>
          <p:cNvPr id="22" name="Google Shape;170;p8">
            <a:extLst>
              <a:ext uri="{FF2B5EF4-FFF2-40B4-BE49-F238E27FC236}">
                <a16:creationId xmlns:a16="http://schemas.microsoft.com/office/drawing/2014/main" id="{1551E843-84B8-4438-D2BF-6AFAB7633E20}"/>
              </a:ext>
            </a:extLst>
          </p:cNvPr>
          <p:cNvSpPr/>
          <p:nvPr/>
        </p:nvSpPr>
        <p:spPr>
          <a:xfrm>
            <a:off x="1083357" y="2309246"/>
            <a:ext cx="10129156" cy="3924653"/>
          </a:xfrm>
          <a:prstGeom prst="rect">
            <a:avLst/>
          </a:prstGeom>
          <a:noFill/>
          <a:ln>
            <a:noFill/>
          </a:ln>
        </p:spPr>
        <p:txBody>
          <a:bodyPr spcFirstLastPara="1" wrap="square" lIns="89625" tIns="44800" rIns="89625" bIns="44800" anchor="t" anchorCtr="0">
            <a:noAutofit/>
          </a:bodyPr>
          <a:lstStyle/>
          <a:p>
            <a:pPr marL="447466" lvl="0" indent="-447466" algn="just">
              <a:spcBef>
                <a:spcPts val="0"/>
              </a:spcBef>
              <a:spcAft>
                <a:spcPts val="300"/>
              </a:spcAft>
              <a:buClr>
                <a:srgbClr val="C00000"/>
              </a:buClr>
              <a:buSzPts val="2789"/>
              <a:buFont typeface="Noto Sans Symbols"/>
              <a:buChar char="❖"/>
            </a:pPr>
            <a:r>
              <a:rPr lang="es-ES" sz="2600" dirty="0">
                <a:solidFill>
                  <a:schemeClr val="dk1"/>
                </a:solidFill>
                <a:latin typeface="Calibri"/>
                <a:ea typeface="Calibri"/>
                <a:cs typeface="Calibri"/>
                <a:sym typeface="Calibri"/>
              </a:rPr>
              <a:t>Acceder a este recurso Web:</a:t>
            </a:r>
          </a:p>
          <a:p>
            <a:pPr lvl="0" algn="just">
              <a:spcBef>
                <a:spcPts val="0"/>
              </a:spcBef>
              <a:spcAft>
                <a:spcPts val="300"/>
              </a:spcAft>
              <a:buClr>
                <a:srgbClr val="C00000"/>
              </a:buClr>
              <a:buSzPts val="2789"/>
            </a:pPr>
            <a:r>
              <a:rPr lang="es-ES" sz="2600" dirty="0">
                <a:solidFill>
                  <a:schemeClr val="dk1"/>
                </a:solidFill>
                <a:latin typeface="Calibri"/>
                <a:ea typeface="Calibri"/>
                <a:cs typeface="Calibri"/>
                <a:sym typeface="Calibri"/>
              </a:rPr>
              <a:t>  </a:t>
            </a:r>
            <a:r>
              <a:rPr lang="es-ES" sz="2600" dirty="0">
                <a:solidFill>
                  <a:srgbClr val="C00000"/>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http://163.10.22.82/OAS/petri/como_comenzar_la_red.html</a:t>
            </a:r>
            <a:r>
              <a:rPr lang="es-ES" sz="2600" dirty="0">
                <a:solidFill>
                  <a:srgbClr val="C00000"/>
                </a:solidFill>
                <a:latin typeface="Calibri"/>
                <a:ea typeface="Calibri"/>
                <a:cs typeface="Calibri"/>
                <a:sym typeface="Calibri"/>
              </a:rPr>
              <a:t> </a:t>
            </a:r>
          </a:p>
          <a:p>
            <a:pPr lvl="0" algn="just">
              <a:spcBef>
                <a:spcPts val="0"/>
              </a:spcBef>
              <a:spcAft>
                <a:spcPts val="300"/>
              </a:spcAft>
              <a:buClr>
                <a:srgbClr val="C00000"/>
              </a:buClr>
              <a:buSzPts val="2789"/>
            </a:pPr>
            <a:endParaRPr lang="es-ES" sz="26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183337001"/>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theme/theme1.xml><?xml version="1.0" encoding="utf-8"?>
<a:theme xmlns:a="http://schemas.openxmlformats.org/drawingml/2006/main" name="Retrospección">
  <a:themeElements>
    <a:clrScheme name="Naranja rojo">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Retrospección">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ción">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2026 Clase 1_Comunicacion_SRS.pptx" id="{F39401A9-85DB-4349-A76B-94D95506DA4C}" vid="{1FC3EF6D-30C9-4320-8FF3-A71339F5A8A3}"/>
    </a:ext>
  </a:extLst>
</a:theme>
</file>

<file path=ppt/theme/theme2.xml><?xml version="1.0" encoding="utf-8"?>
<a:theme xmlns:a="http://schemas.openxmlformats.org/drawingml/2006/main" name="Tema de Offic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2026 Ingenieria de software 2</Template>
  <TotalTime>299</TotalTime>
  <Words>3513</Words>
  <Application>Microsoft Office PowerPoint</Application>
  <PresentationFormat>Panorámica</PresentationFormat>
  <Paragraphs>602</Paragraphs>
  <Slides>56</Slides>
  <Notes>55</Notes>
  <HiddenSlides>0</HiddenSlides>
  <MMClips>0</MMClips>
  <ScaleCrop>false</ScaleCrop>
  <HeadingPairs>
    <vt:vector size="8" baseType="variant">
      <vt:variant>
        <vt:lpstr>Fuentes usadas</vt:lpstr>
      </vt:variant>
      <vt:variant>
        <vt:i4>6</vt:i4>
      </vt:variant>
      <vt:variant>
        <vt:lpstr>Tema</vt:lpstr>
      </vt:variant>
      <vt:variant>
        <vt:i4>1</vt:i4>
      </vt:variant>
      <vt:variant>
        <vt:lpstr>Servidores OLE incrustados</vt:lpstr>
      </vt:variant>
      <vt:variant>
        <vt:i4>1</vt:i4>
      </vt:variant>
      <vt:variant>
        <vt:lpstr>Títulos de diapositiva</vt:lpstr>
      </vt:variant>
      <vt:variant>
        <vt:i4>56</vt:i4>
      </vt:variant>
    </vt:vector>
  </HeadingPairs>
  <TitlesOfParts>
    <vt:vector size="64" baseType="lpstr">
      <vt:lpstr>Times New Roman</vt:lpstr>
      <vt:lpstr>Trebuchet MS</vt:lpstr>
      <vt:lpstr>Noto Sans Symbols2</vt:lpstr>
      <vt:lpstr>Noto Sans Symbols</vt:lpstr>
      <vt:lpstr>Calibri</vt:lpstr>
      <vt:lpstr>Arial</vt:lpstr>
      <vt:lpstr>Retrospección</vt:lpstr>
      <vt:lpstr>Microsoft Word Picture</vt:lpstr>
      <vt:lpstr>Ingeniería de Software I</vt:lpstr>
      <vt:lpstr>Contenidos</vt:lpstr>
      <vt:lpstr>Tipos de Requerimientos</vt:lpstr>
      <vt:lpstr>Requerimientos no funcionales</vt:lpstr>
      <vt:lpstr>Requerimientos no funcionales</vt:lpstr>
      <vt:lpstr>Requerimientos no funcionales</vt:lpstr>
      <vt:lpstr>Requerimientos no funcionales</vt:lpstr>
      <vt:lpstr>Ingeniería de requerimientos</vt:lpstr>
      <vt:lpstr>Ingeniería de Requerimientos</vt:lpstr>
      <vt:lpstr>Ingeniería de Requerimientos</vt:lpstr>
      <vt:lpstr>Ingeniería de Requerimientos</vt:lpstr>
      <vt:lpstr>Ingeniería de Requerimientos</vt:lpstr>
      <vt:lpstr>Ingeniería de Requerimientos</vt:lpstr>
      <vt:lpstr>Estudio de Viabilidad</vt:lpstr>
      <vt:lpstr>Estudio de Viabilidad</vt:lpstr>
      <vt:lpstr>Estudio de Viabilidad</vt:lpstr>
      <vt:lpstr>Validación de Requerimientos</vt:lpstr>
      <vt:lpstr>Validación de Requerimientos</vt:lpstr>
      <vt:lpstr>Validación de Requerimientos</vt:lpstr>
      <vt:lpstr>Validación de Requerimientos</vt:lpstr>
      <vt:lpstr>Validación de Requerimientos</vt:lpstr>
      <vt:lpstr>Técnicas de Validación de Requerimientos</vt:lpstr>
      <vt:lpstr>Técnicas de Especificación de Requerimientos</vt:lpstr>
      <vt:lpstr>Redes de Petri</vt:lpstr>
      <vt:lpstr>Redes de Petri</vt:lpstr>
      <vt:lpstr>Redes de Petri - Componentes</vt:lpstr>
      <vt:lpstr>Redes de Petri</vt:lpstr>
      <vt:lpstr>Redes de Petri</vt:lpstr>
      <vt:lpstr>Redes de Petri</vt:lpstr>
      <vt:lpstr>Redes de Petri - Funciones de entrada y salida</vt:lpstr>
      <vt:lpstr>Redes de Petri – Marcación inicial</vt:lpstr>
      <vt:lpstr>Redes de Petri</vt:lpstr>
      <vt:lpstr>Redes de Petri</vt:lpstr>
      <vt:lpstr>Redes de Petri - Transiciones</vt:lpstr>
      <vt:lpstr>Redes de Petri</vt:lpstr>
      <vt:lpstr>Redes de Petri - Paralelismo</vt:lpstr>
      <vt:lpstr>Redes de Petri - Sincronización</vt:lpstr>
      <vt:lpstr>Redes de Petri – Exclusión mutua</vt:lpstr>
      <vt:lpstr>Redes de Petri – Productor-Consumidor</vt:lpstr>
      <vt:lpstr>Redes de Petri – Condición de bloqueo</vt:lpstr>
      <vt:lpstr>Ejemplos de Redes de Petri</vt:lpstr>
      <vt:lpstr>Brazo Robot</vt:lpstr>
      <vt:lpstr>Brazo Robot</vt:lpstr>
      <vt:lpstr>Brazo Robot</vt:lpstr>
      <vt:lpstr>Brazo Robot</vt:lpstr>
      <vt:lpstr>Brazo Robot</vt:lpstr>
      <vt:lpstr>Ejercicio para resolver paso a paso</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Redes de Petri - Características</vt:lpstr>
      <vt:lpstr>Para repasar</vt:lpstr>
    </vt:vector>
  </TitlesOfParts>
  <Company>UNLP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Alejandro Gonzalez</dc:creator>
  <cp:lastModifiedBy>Rocio Muñoz</cp:lastModifiedBy>
  <cp:revision>46</cp:revision>
  <dcterms:created xsi:type="dcterms:W3CDTF">2024-09-18T15:09:45Z</dcterms:created>
  <dcterms:modified xsi:type="dcterms:W3CDTF">2026-08-28T17:03:09Z</dcterms:modified>
</cp:coreProperties>
</file>